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73" r:id="rId16"/>
    <p:sldId id="274" r:id="rId17"/>
    <p:sldId id="269" r:id="rId18"/>
    <p:sldId id="275" r:id="rId19"/>
    <p:sldId id="278" r:id="rId20"/>
    <p:sldId id="279" r:id="rId21"/>
    <p:sldId id="284" r:id="rId22"/>
    <p:sldId id="281" r:id="rId23"/>
    <p:sldId id="285" r:id="rId24"/>
    <p:sldId id="282" r:id="rId25"/>
    <p:sldId id="286" r:id="rId26"/>
    <p:sldId id="283" r:id="rId27"/>
    <p:sldId id="287" r:id="rId28"/>
    <p:sldId id="288" r:id="rId29"/>
    <p:sldId id="271"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101879-73C4-498D-8C79-65E50C2CDE73}" v="121" dt="2024-10-09T17:16:56.679"/>
    <p1510:client id="{0D40D6AD-17AF-923A-0400-353884B4F4B0}" v="218" dt="2024-10-09T16:22:04.586"/>
    <p1510:client id="{21A9EF30-96DA-4247-B10B-8A9D711E97DB}" v="1" dt="2024-10-08T22:36:52.792"/>
    <p1510:client id="{6E16002B-F511-0840-BB55-F787C90F4D9D}" v="638" dt="2024-10-09T18:28:45.695"/>
    <p1510:client id="{959401D1-E8D9-E448-8148-8D4FD8839A6D}" v="1" dt="2024-10-09T18:43:30.767"/>
    <p1510:client id="{D3327296-6FE0-9F76-DEB7-3C2134F9D209}" v="164" dt="2024-10-08T22:36:39.397"/>
    <p1510:client id="{DA8F2BB1-D5C3-151B-4DCA-E40F068DE30E}" v="99" dt="2024-10-09T17:09:36.366"/>
    <p1510:client id="{EDBB7906-6142-18EE-A1F7-47CCA81F02C8}" v="95" dt="2024-10-09T01:34:53.853"/>
    <p1510:client id="{F7E69007-551A-4C3B-A9C1-EC98E7CE563A}" v="124" dt="2024-10-09T16:18:07.4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7"/>
  </p:normalViewPr>
  <p:slideViewPr>
    <p:cSldViewPr snapToGrid="0">
      <p:cViewPr varScale="1">
        <p:scale>
          <a:sx n="104" d="100"/>
          <a:sy n="104" d="100"/>
        </p:scale>
        <p:origin x="80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https://studentsbowiestate-my.sharepoint.com/personal/morrisseyc0518_students_bowiestate_edu/Documents/Attachments/ss08pcaCOPY.xlsx" TargetMode="External"/></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'https://studentsbowiestate-my.sharepoint.com/personal/morrisseyc0518_students_bowiestate_edu/Documents/Attachments/[ss08pcaCOPY.xlsx]ss08pca'!$O$2:$O$16006</cx:f>
        <cx:lvl ptCount="16005" formatCode="General">
          <cx:pt idx="0">-19998</cx:pt>
          <cx:pt idx="1">-10798</cx:pt>
          <cx:pt idx="2">-9999</cx:pt>
          <cx:pt idx="3">-9999</cx:pt>
          <cx:pt idx="4">-9999</cx:pt>
          <cx:pt idx="5">-9999</cx:pt>
          <cx:pt idx="6">-9999</cx:pt>
          <cx:pt idx="7">-9769</cx:pt>
          <cx:pt idx="8">-8824</cx:pt>
          <cx:pt idx="9">-7600</cx:pt>
          <cx:pt idx="10">-7029</cx:pt>
          <cx:pt idx="11">-6900</cx:pt>
          <cx:pt idx="12">-6000</cx:pt>
          <cx:pt idx="13">-5700</cx:pt>
          <cx:pt idx="14">-1144</cx:pt>
          <cx:pt idx="15">-999</cx:pt>
          <cx:pt idx="16">-917</cx:pt>
          <cx:pt idx="17">-800</cx:pt>
          <cx:pt idx="18">-300</cx:pt>
          <cx:pt idx="19">-150</cx:pt>
          <cx:pt idx="20">0</cx:pt>
          <cx:pt idx="21">0</cx:pt>
          <cx:pt idx="22">0</cx:pt>
          <cx:pt idx="23">0</cx:pt>
          <cx:pt idx="24">0</cx:pt>
          <cx:pt idx="25">0</cx:pt>
          <cx:pt idx="26">0</cx:pt>
          <cx:pt idx="27">0</cx:pt>
          <cx:pt idx="28">0</cx:pt>
          <cx:pt idx="29">0</cx:pt>
          <cx:pt idx="30">0</cx:pt>
          <cx:pt idx="31">0</cx:pt>
          <cx:pt idx="32">0</cx:pt>
          <cx:pt idx="33">0</cx:pt>
          <cx:pt idx="34">0</cx:pt>
          <cx:pt idx="35">0</cx:pt>
          <cx:pt idx="36">0</cx:pt>
          <cx:pt idx="37">0</cx:pt>
          <cx:pt idx="38">0</cx:pt>
          <cx:pt idx="39">0</cx:pt>
          <cx:pt idx="40">0</cx:pt>
          <cx:pt idx="41">0</cx:pt>
          <cx:pt idx="42">0</cx:pt>
          <cx:pt idx="43">0</cx:pt>
          <cx:pt idx="44">0</cx:pt>
          <cx:pt idx="45">0</cx:pt>
          <cx:pt idx="46">0</cx:pt>
          <cx:pt idx="47">0</cx:pt>
          <cx:pt idx="48">0</cx:pt>
          <cx:pt idx="49">0</cx:pt>
          <cx:pt idx="50">0</cx:pt>
          <cx:pt idx="51">0</cx:pt>
          <cx:pt idx="52">0</cx:pt>
          <cx:pt idx="53">0</cx:pt>
          <cx:pt idx="54">0</cx:pt>
          <cx:pt idx="55">0</cx:pt>
          <cx:pt idx="56">0</cx:pt>
          <cx:pt idx="57">0</cx:pt>
          <cx:pt idx="58">0</cx:pt>
          <cx:pt idx="59">0</cx:pt>
          <cx:pt idx="60">0</cx:pt>
          <cx:pt idx="61">0</cx:pt>
          <cx:pt idx="62">0</cx:pt>
          <cx:pt idx="63">0</cx:pt>
          <cx:pt idx="64">0</cx:pt>
          <cx:pt idx="65">0</cx:pt>
          <cx:pt idx="66">0</cx:pt>
          <cx:pt idx="67">0</cx:pt>
          <cx:pt idx="68">0</cx:pt>
          <cx:pt idx="69">0</cx:pt>
          <cx:pt idx="70">0</cx:pt>
          <cx:pt idx="71">0</cx:pt>
          <cx:pt idx="72">0</cx:pt>
          <cx:pt idx="73">0</cx:pt>
          <cx:pt idx="74">0</cx:pt>
          <cx:pt idx="75">0</cx:pt>
          <cx:pt idx="76">0</cx:pt>
          <cx:pt idx="77">0</cx:pt>
          <cx:pt idx="78">0</cx:pt>
          <cx:pt idx="79">0</cx:pt>
          <cx:pt idx="80">0</cx:pt>
          <cx:pt idx="81">0</cx:pt>
          <cx:pt idx="82">0</cx:pt>
          <cx:pt idx="83">0</cx:pt>
          <cx:pt idx="84">0</cx:pt>
          <cx:pt idx="85">0</cx:pt>
          <cx:pt idx="86">0</cx:pt>
          <cx:pt idx="87">0</cx:pt>
          <cx:pt idx="88">0</cx:pt>
          <cx:pt idx="89">0</cx:pt>
          <cx:pt idx="90">0</cx:pt>
          <cx:pt idx="91">0</cx:pt>
          <cx:pt idx="92">0</cx:pt>
          <cx:pt idx="93">0</cx:pt>
          <cx:pt idx="94">0</cx:pt>
          <cx:pt idx="95">0</cx:pt>
          <cx:pt idx="96">0</cx:pt>
          <cx:pt idx="97">0</cx:pt>
          <cx:pt idx="98">0</cx:pt>
          <cx:pt idx="99">0</cx:pt>
          <cx:pt idx="100">0</cx:pt>
          <cx:pt idx="101">0</cx:pt>
          <cx:pt idx="102">0</cx:pt>
          <cx:pt idx="103">0</cx:pt>
          <cx:pt idx="104">0</cx:pt>
          <cx:pt idx="105">0</cx:pt>
          <cx:pt idx="106">0</cx:pt>
          <cx:pt idx="107">0</cx:pt>
          <cx:pt idx="108">0</cx:pt>
          <cx:pt idx="109">0</cx:pt>
          <cx:pt idx="110">0</cx:pt>
          <cx:pt idx="111">0</cx:pt>
          <cx:pt idx="112">0</cx:pt>
          <cx:pt idx="113">0</cx:pt>
          <cx:pt idx="114">0</cx:pt>
          <cx:pt idx="115">0</cx:pt>
          <cx:pt idx="116">0</cx:pt>
          <cx:pt idx="117">0</cx:pt>
          <cx:pt idx="118">0</cx:pt>
          <cx:pt idx="119">0</cx:pt>
          <cx:pt idx="120">0</cx:pt>
          <cx:pt idx="121">0</cx:pt>
          <cx:pt idx="122">0</cx:pt>
          <cx:pt idx="123">0</cx:pt>
          <cx:pt idx="124">0</cx:pt>
          <cx:pt idx="125">0</cx:pt>
          <cx:pt idx="126">0</cx:pt>
          <cx:pt idx="127">0</cx:pt>
          <cx:pt idx="128">0</cx:pt>
          <cx:pt idx="129">0</cx:pt>
          <cx:pt idx="130">0</cx:pt>
          <cx:pt idx="131">0</cx:pt>
          <cx:pt idx="132">0</cx:pt>
          <cx:pt idx="133">0</cx:pt>
          <cx:pt idx="134">0</cx:pt>
          <cx:pt idx="135">0</cx:pt>
          <cx:pt idx="136">0</cx:pt>
          <cx:pt idx="137">0</cx:pt>
          <cx:pt idx="138">0</cx:pt>
          <cx:pt idx="139">0</cx:pt>
          <cx:pt idx="140">0</cx:pt>
          <cx:pt idx="141">0</cx:pt>
          <cx:pt idx="142">0</cx:pt>
          <cx:pt idx="143">0</cx:pt>
          <cx:pt idx="144">0</cx:pt>
          <cx:pt idx="145">0</cx:pt>
          <cx:pt idx="146">0</cx:pt>
          <cx:pt idx="147">0</cx:pt>
          <cx:pt idx="148">0</cx:pt>
          <cx:pt idx="149">0</cx:pt>
          <cx:pt idx="150">0</cx:pt>
          <cx:pt idx="151">0</cx:pt>
          <cx:pt idx="152">0</cx:pt>
          <cx:pt idx="153">0</cx:pt>
          <cx:pt idx="154">0</cx:pt>
          <cx:pt idx="155">0</cx:pt>
          <cx:pt idx="156">0</cx:pt>
          <cx:pt idx="157">0</cx:pt>
          <cx:pt idx="158">0</cx:pt>
          <cx:pt idx="159">0</cx:pt>
          <cx:pt idx="160">0</cx:pt>
          <cx:pt idx="161">0</cx:pt>
          <cx:pt idx="162">0</cx:pt>
          <cx:pt idx="163">0</cx:pt>
          <cx:pt idx="164">0</cx:pt>
          <cx:pt idx="165">0</cx:pt>
          <cx:pt idx="166">0</cx:pt>
          <cx:pt idx="167">0</cx:pt>
          <cx:pt idx="168">0</cx:pt>
          <cx:pt idx="169">0</cx:pt>
          <cx:pt idx="170">0</cx:pt>
          <cx:pt idx="171">0</cx:pt>
          <cx:pt idx="172">0</cx:pt>
          <cx:pt idx="173">0</cx:pt>
          <cx:pt idx="174">0</cx:pt>
          <cx:pt idx="175">0</cx:pt>
          <cx:pt idx="176">0</cx:pt>
          <cx:pt idx="177">0</cx:pt>
          <cx:pt idx="178">0</cx:pt>
          <cx:pt idx="179">0</cx:pt>
          <cx:pt idx="180">0</cx:pt>
          <cx:pt idx="181">0</cx:pt>
          <cx:pt idx="182">0</cx:pt>
          <cx:pt idx="183">0</cx:pt>
          <cx:pt idx="184">0</cx:pt>
          <cx:pt idx="185">0</cx:pt>
          <cx:pt idx="186">0</cx:pt>
          <cx:pt idx="187">0</cx:pt>
          <cx:pt idx="188">0</cx:pt>
          <cx:pt idx="189">0</cx:pt>
          <cx:pt idx="190">0</cx:pt>
          <cx:pt idx="191">0</cx:pt>
          <cx:pt idx="192">0</cx:pt>
          <cx:pt idx="193">0</cx:pt>
          <cx:pt idx="194">0</cx:pt>
          <cx:pt idx="195">0</cx:pt>
          <cx:pt idx="196">0</cx:pt>
          <cx:pt idx="197">0</cx:pt>
          <cx:pt idx="198">0</cx:pt>
          <cx:pt idx="199">0</cx:pt>
          <cx:pt idx="200">0</cx:pt>
          <cx:pt idx="201">0</cx:pt>
          <cx:pt idx="202">0</cx:pt>
          <cx:pt idx="203">0</cx:pt>
          <cx:pt idx="204">0</cx:pt>
          <cx:pt idx="205">0</cx:pt>
          <cx:pt idx="206">0</cx:pt>
          <cx:pt idx="207">0</cx:pt>
          <cx:pt idx="208">0</cx:pt>
          <cx:pt idx="209">0</cx:pt>
          <cx:pt idx="210">0</cx:pt>
          <cx:pt idx="211">0</cx:pt>
          <cx:pt idx="212">0</cx:pt>
          <cx:pt idx="213">0</cx:pt>
          <cx:pt idx="214">0</cx:pt>
          <cx:pt idx="215">0</cx:pt>
          <cx:pt idx="216">0</cx:pt>
          <cx:pt idx="217">0</cx:pt>
          <cx:pt idx="218">0</cx:pt>
          <cx:pt idx="219">0</cx:pt>
          <cx:pt idx="220">0</cx:pt>
          <cx:pt idx="221">0</cx:pt>
          <cx:pt idx="222">0</cx:pt>
          <cx:pt idx="223">0</cx:pt>
          <cx:pt idx="224">0</cx:pt>
          <cx:pt idx="225">0</cx:pt>
          <cx:pt idx="226">0</cx:pt>
          <cx:pt idx="227">0</cx:pt>
          <cx:pt idx="228">0</cx:pt>
          <cx:pt idx="229">0</cx:pt>
          <cx:pt idx="230">0</cx:pt>
          <cx:pt idx="231">0</cx:pt>
          <cx:pt idx="232">0</cx:pt>
          <cx:pt idx="233">0</cx:pt>
          <cx:pt idx="234">0</cx:pt>
          <cx:pt idx="235">0</cx:pt>
          <cx:pt idx="236">0</cx:pt>
          <cx:pt idx="237">0</cx:pt>
          <cx:pt idx="238">0</cx:pt>
          <cx:pt idx="239">0</cx:pt>
          <cx:pt idx="240">0</cx:pt>
          <cx:pt idx="241">0</cx:pt>
          <cx:pt idx="242">0</cx:pt>
          <cx:pt idx="243">0</cx:pt>
          <cx:pt idx="244">0</cx:pt>
          <cx:pt idx="245">0</cx:pt>
          <cx:pt idx="246">0</cx:pt>
          <cx:pt idx="247">0</cx:pt>
          <cx:pt idx="248">0</cx:pt>
          <cx:pt idx="249">0</cx:pt>
          <cx:pt idx="250">0</cx:pt>
          <cx:pt idx="251">0</cx:pt>
          <cx:pt idx="252">0</cx:pt>
          <cx:pt idx="253">0</cx:pt>
          <cx:pt idx="254">0</cx:pt>
          <cx:pt idx="255">0</cx:pt>
          <cx:pt idx="256">0</cx:pt>
          <cx:pt idx="257">0</cx:pt>
          <cx:pt idx="258">0</cx:pt>
          <cx:pt idx="259">0</cx:pt>
          <cx:pt idx="260">0</cx:pt>
          <cx:pt idx="261">0</cx:pt>
          <cx:pt idx="262">0</cx:pt>
          <cx:pt idx="263">0</cx:pt>
          <cx:pt idx="264">0</cx:pt>
          <cx:pt idx="265">0</cx:pt>
          <cx:pt idx="266">0</cx:pt>
          <cx:pt idx="267">0</cx:pt>
          <cx:pt idx="268">0</cx:pt>
          <cx:pt idx="269">0</cx:pt>
          <cx:pt idx="270">0</cx:pt>
          <cx:pt idx="271">0</cx:pt>
          <cx:pt idx="272">0</cx:pt>
          <cx:pt idx="273">0</cx:pt>
          <cx:pt idx="274">0</cx:pt>
          <cx:pt idx="275">0</cx:pt>
          <cx:pt idx="276">0</cx:pt>
          <cx:pt idx="277">0</cx:pt>
          <cx:pt idx="278">0</cx:pt>
          <cx:pt idx="279">0</cx:pt>
          <cx:pt idx="280">0</cx:pt>
          <cx:pt idx="281">0</cx:pt>
          <cx:pt idx="282">0</cx:pt>
          <cx:pt idx="283">0</cx:pt>
          <cx:pt idx="284">0</cx:pt>
          <cx:pt idx="285">0</cx:pt>
          <cx:pt idx="286">0</cx:pt>
          <cx:pt idx="287">0</cx:pt>
          <cx:pt idx="288">0</cx:pt>
          <cx:pt idx="289">0</cx:pt>
          <cx:pt idx="290">0</cx:pt>
          <cx:pt idx="291">0</cx:pt>
          <cx:pt idx="292">0</cx:pt>
          <cx:pt idx="293">0</cx:pt>
          <cx:pt idx="294">0</cx:pt>
          <cx:pt idx="295">0</cx:pt>
          <cx:pt idx="296">0</cx:pt>
          <cx:pt idx="297">0</cx:pt>
          <cx:pt idx="298">0</cx:pt>
          <cx:pt idx="299">0</cx:pt>
          <cx:pt idx="300">0</cx:pt>
          <cx:pt idx="301">0</cx:pt>
          <cx:pt idx="302">0</cx:pt>
          <cx:pt idx="303">0</cx:pt>
          <cx:pt idx="304">0</cx:pt>
          <cx:pt idx="305">0</cx:pt>
          <cx:pt idx="306">0</cx:pt>
          <cx:pt idx="307">0</cx:pt>
          <cx:pt idx="308">0</cx:pt>
          <cx:pt idx="309">0</cx:pt>
          <cx:pt idx="310">0</cx:pt>
          <cx:pt idx="311">0</cx:pt>
          <cx:pt idx="312">0</cx:pt>
          <cx:pt idx="313">0</cx:pt>
          <cx:pt idx="314">0</cx:pt>
          <cx:pt idx="315">0</cx:pt>
          <cx:pt idx="316">0</cx:pt>
          <cx:pt idx="317">0</cx:pt>
          <cx:pt idx="318">0</cx:pt>
          <cx:pt idx="319">0</cx:pt>
          <cx:pt idx="320">0</cx:pt>
          <cx:pt idx="321">0</cx:pt>
          <cx:pt idx="322">0</cx:pt>
          <cx:pt idx="323">0</cx:pt>
          <cx:pt idx="324">0</cx:pt>
          <cx:pt idx="325">0</cx:pt>
          <cx:pt idx="326">0</cx:pt>
          <cx:pt idx="327">0</cx:pt>
          <cx:pt idx="328">0</cx:pt>
          <cx:pt idx="329">0</cx:pt>
          <cx:pt idx="330">0</cx:pt>
          <cx:pt idx="331">0</cx:pt>
          <cx:pt idx="332">0</cx:pt>
          <cx:pt idx="333">0</cx:pt>
          <cx:pt idx="334">0</cx:pt>
          <cx:pt idx="335">0</cx:pt>
          <cx:pt idx="336">0</cx:pt>
          <cx:pt idx="337">0</cx:pt>
          <cx:pt idx="338">0</cx:pt>
          <cx:pt idx="339">0</cx:pt>
          <cx:pt idx="340">0</cx:pt>
          <cx:pt idx="341">0</cx:pt>
          <cx:pt idx="342">0</cx:pt>
          <cx:pt idx="343">0</cx:pt>
          <cx:pt idx="344">0</cx:pt>
          <cx:pt idx="345">0</cx:pt>
          <cx:pt idx="346">0</cx:pt>
          <cx:pt idx="347">0</cx:pt>
          <cx:pt idx="348">0</cx:pt>
          <cx:pt idx="349">0</cx:pt>
          <cx:pt idx="350">0</cx:pt>
          <cx:pt idx="351">0</cx:pt>
          <cx:pt idx="352">0</cx:pt>
          <cx:pt idx="353">0</cx:pt>
          <cx:pt idx="354">0</cx:pt>
          <cx:pt idx="355">0</cx:pt>
          <cx:pt idx="356">0</cx:pt>
          <cx:pt idx="357">0</cx:pt>
          <cx:pt idx="358">0</cx:pt>
          <cx:pt idx="359">0</cx:pt>
          <cx:pt idx="360">0</cx:pt>
          <cx:pt idx="361">0</cx:pt>
          <cx:pt idx="362">0</cx:pt>
          <cx:pt idx="363">0</cx:pt>
          <cx:pt idx="364">0</cx:pt>
          <cx:pt idx="365">0</cx:pt>
          <cx:pt idx="366">0</cx:pt>
          <cx:pt idx="367">0</cx:pt>
          <cx:pt idx="368">0</cx:pt>
          <cx:pt idx="369">0</cx:pt>
          <cx:pt idx="370">0</cx:pt>
          <cx:pt idx="371">0</cx:pt>
          <cx:pt idx="372">0</cx:pt>
          <cx:pt idx="373">0</cx:pt>
          <cx:pt idx="374">0</cx:pt>
          <cx:pt idx="375">0</cx:pt>
          <cx:pt idx="376">0</cx:pt>
          <cx:pt idx="377">0</cx:pt>
          <cx:pt idx="378">0</cx:pt>
          <cx:pt idx="379">0</cx:pt>
          <cx:pt idx="380">0</cx:pt>
          <cx:pt idx="381">0</cx:pt>
          <cx:pt idx="382">0</cx:pt>
          <cx:pt idx="383">0</cx:pt>
          <cx:pt idx="384">0</cx:pt>
          <cx:pt idx="385">0</cx:pt>
          <cx:pt idx="386">0</cx:pt>
          <cx:pt idx="387">0</cx:pt>
          <cx:pt idx="388">0</cx:pt>
          <cx:pt idx="389">0</cx:pt>
          <cx:pt idx="390">0</cx:pt>
          <cx:pt idx="391">0</cx:pt>
          <cx:pt idx="392">0</cx:pt>
          <cx:pt idx="393">0</cx:pt>
          <cx:pt idx="394">0</cx:pt>
          <cx:pt idx="395">0</cx:pt>
          <cx:pt idx="396">0</cx:pt>
          <cx:pt idx="397">0</cx:pt>
          <cx:pt idx="398">0</cx:pt>
          <cx:pt idx="399">0</cx:pt>
          <cx:pt idx="400">0</cx:pt>
          <cx:pt idx="401">0</cx:pt>
          <cx:pt idx="402">0</cx:pt>
          <cx:pt idx="403">0</cx:pt>
          <cx:pt idx="404">0</cx:pt>
          <cx:pt idx="405">0</cx:pt>
          <cx:pt idx="406">0</cx:pt>
          <cx:pt idx="407">0</cx:pt>
          <cx:pt idx="408">0</cx:pt>
          <cx:pt idx="409">0</cx:pt>
          <cx:pt idx="410">0</cx:pt>
          <cx:pt idx="411">0</cx:pt>
          <cx:pt idx="412">0</cx:pt>
          <cx:pt idx="413">0</cx:pt>
          <cx:pt idx="414">0</cx:pt>
          <cx:pt idx="415">0</cx:pt>
          <cx:pt idx="416">0</cx:pt>
          <cx:pt idx="417">0</cx:pt>
          <cx:pt idx="418">0</cx:pt>
          <cx:pt idx="419">0</cx:pt>
          <cx:pt idx="420">0</cx:pt>
          <cx:pt idx="421">0</cx:pt>
          <cx:pt idx="422">0</cx:pt>
          <cx:pt idx="423">0</cx:pt>
          <cx:pt idx="424">0</cx:pt>
          <cx:pt idx="425">0</cx:pt>
          <cx:pt idx="426">0</cx:pt>
          <cx:pt idx="427">0</cx:pt>
          <cx:pt idx="428">0</cx:pt>
          <cx:pt idx="429">0</cx:pt>
          <cx:pt idx="430">0</cx:pt>
          <cx:pt idx="431">0</cx:pt>
          <cx:pt idx="432">0</cx:pt>
          <cx:pt idx="433">0</cx:pt>
          <cx:pt idx="434">0</cx:pt>
          <cx:pt idx="435">0</cx:pt>
          <cx:pt idx="436">0</cx:pt>
          <cx:pt idx="437">0</cx:pt>
          <cx:pt idx="438">0</cx:pt>
          <cx:pt idx="439">0</cx:pt>
          <cx:pt idx="440">0</cx:pt>
          <cx:pt idx="441">0</cx:pt>
          <cx:pt idx="442">0</cx:pt>
          <cx:pt idx="443">0</cx:pt>
          <cx:pt idx="444">0</cx:pt>
          <cx:pt idx="445">0</cx:pt>
          <cx:pt idx="446">0</cx:pt>
          <cx:pt idx="447">0</cx:pt>
          <cx:pt idx="448">0</cx:pt>
          <cx:pt idx="449">0</cx:pt>
          <cx:pt idx="450">0</cx:pt>
          <cx:pt idx="451">0</cx:pt>
          <cx:pt idx="452">0</cx:pt>
          <cx:pt idx="453">0</cx:pt>
          <cx:pt idx="454">0</cx:pt>
          <cx:pt idx="455">0</cx:pt>
          <cx:pt idx="456">0</cx:pt>
          <cx:pt idx="457">0</cx:pt>
          <cx:pt idx="458">0</cx:pt>
          <cx:pt idx="459">0</cx:pt>
          <cx:pt idx="460">0</cx:pt>
          <cx:pt idx="461">0</cx:pt>
          <cx:pt idx="462">0</cx:pt>
          <cx:pt idx="463">0</cx:pt>
          <cx:pt idx="464">0</cx:pt>
          <cx:pt idx="465">0</cx:pt>
          <cx:pt idx="466">0</cx:pt>
          <cx:pt idx="467">0</cx:pt>
          <cx:pt idx="468">0</cx:pt>
          <cx:pt idx="469">0</cx:pt>
          <cx:pt idx="470">0</cx:pt>
          <cx:pt idx="471">0</cx:pt>
          <cx:pt idx="472">0</cx:pt>
          <cx:pt idx="473">0</cx:pt>
          <cx:pt idx="474">0</cx:pt>
          <cx:pt idx="475">0</cx:pt>
          <cx:pt idx="476">0</cx:pt>
          <cx:pt idx="477">0</cx:pt>
          <cx:pt idx="478">0</cx:pt>
          <cx:pt idx="479">0</cx:pt>
          <cx:pt idx="480">0</cx:pt>
          <cx:pt idx="481">0</cx:pt>
          <cx:pt idx="482">0</cx:pt>
          <cx:pt idx="483">0</cx:pt>
          <cx:pt idx="484">0</cx:pt>
          <cx:pt idx="485">0</cx:pt>
          <cx:pt idx="486">0</cx:pt>
          <cx:pt idx="487">0</cx:pt>
          <cx:pt idx="488">0</cx:pt>
          <cx:pt idx="489">0</cx:pt>
          <cx:pt idx="490">0</cx:pt>
          <cx:pt idx="491">0</cx:pt>
          <cx:pt idx="492">0</cx:pt>
          <cx:pt idx="493">0</cx:pt>
          <cx:pt idx="494">0</cx:pt>
          <cx:pt idx="495">0</cx:pt>
          <cx:pt idx="496">0</cx:pt>
          <cx:pt idx="497">0</cx:pt>
          <cx:pt idx="498">0</cx:pt>
          <cx:pt idx="499">0</cx:pt>
          <cx:pt idx="500">0</cx:pt>
          <cx:pt idx="501">0</cx:pt>
          <cx:pt idx="502">0</cx:pt>
          <cx:pt idx="503">0</cx:pt>
          <cx:pt idx="504">0</cx:pt>
          <cx:pt idx="505">0</cx:pt>
          <cx:pt idx="506">0</cx:pt>
          <cx:pt idx="507">0</cx:pt>
          <cx:pt idx="508">0</cx:pt>
          <cx:pt idx="509">0</cx:pt>
          <cx:pt idx="510">0</cx:pt>
          <cx:pt idx="511">0</cx:pt>
          <cx:pt idx="512">0</cx:pt>
          <cx:pt idx="513">0</cx:pt>
          <cx:pt idx="514">0</cx:pt>
          <cx:pt idx="515">0</cx:pt>
          <cx:pt idx="516">0</cx:pt>
          <cx:pt idx="517">0</cx:pt>
          <cx:pt idx="518">0</cx:pt>
          <cx:pt idx="519">0</cx:pt>
          <cx:pt idx="520">0</cx:pt>
          <cx:pt idx="521">0</cx:pt>
          <cx:pt idx="522">0</cx:pt>
          <cx:pt idx="523">0</cx:pt>
          <cx:pt idx="524">0</cx:pt>
          <cx:pt idx="525">0</cx:pt>
          <cx:pt idx="526">0</cx:pt>
          <cx:pt idx="527">0</cx:pt>
          <cx:pt idx="528">0</cx:pt>
          <cx:pt idx="529">0</cx:pt>
          <cx:pt idx="530">0</cx:pt>
          <cx:pt idx="531">0</cx:pt>
          <cx:pt idx="532">0</cx:pt>
          <cx:pt idx="533">0</cx:pt>
          <cx:pt idx="534">0</cx:pt>
          <cx:pt idx="535">0</cx:pt>
          <cx:pt idx="536">0</cx:pt>
          <cx:pt idx="537">0</cx:pt>
          <cx:pt idx="538">0</cx:pt>
          <cx:pt idx="539">0</cx:pt>
          <cx:pt idx="540">0</cx:pt>
          <cx:pt idx="541">0</cx:pt>
          <cx:pt idx="542">0</cx:pt>
          <cx:pt idx="543">0</cx:pt>
          <cx:pt idx="544">0</cx:pt>
          <cx:pt idx="545">0</cx:pt>
          <cx:pt idx="546">0</cx:pt>
          <cx:pt idx="547">0</cx:pt>
          <cx:pt idx="548">0</cx:pt>
          <cx:pt idx="549">0</cx:pt>
          <cx:pt idx="550">0</cx:pt>
          <cx:pt idx="551">0</cx:pt>
          <cx:pt idx="552">0</cx:pt>
          <cx:pt idx="553">0</cx:pt>
          <cx:pt idx="554">0</cx:pt>
          <cx:pt idx="555">0</cx:pt>
          <cx:pt idx="556">0</cx:pt>
          <cx:pt idx="557">0</cx:pt>
          <cx:pt idx="558">0</cx:pt>
          <cx:pt idx="559">0</cx:pt>
          <cx:pt idx="560">0</cx:pt>
          <cx:pt idx="561">0</cx:pt>
          <cx:pt idx="562">0</cx:pt>
          <cx:pt idx="563">0</cx:pt>
          <cx:pt idx="564">0</cx:pt>
          <cx:pt idx="565">0</cx:pt>
          <cx:pt idx="566">0</cx:pt>
          <cx:pt idx="567">0</cx:pt>
          <cx:pt idx="568">0</cx:pt>
          <cx:pt idx="569">0</cx:pt>
          <cx:pt idx="570">0</cx:pt>
          <cx:pt idx="571">0</cx:pt>
          <cx:pt idx="572">0</cx:pt>
          <cx:pt idx="573">0</cx:pt>
          <cx:pt idx="574">0</cx:pt>
          <cx:pt idx="575">0</cx:pt>
          <cx:pt idx="576">0</cx:pt>
          <cx:pt idx="577">0</cx:pt>
          <cx:pt idx="578">0</cx:pt>
          <cx:pt idx="579">0</cx:pt>
          <cx:pt idx="580">0</cx:pt>
          <cx:pt idx="581">0</cx:pt>
          <cx:pt idx="582">0</cx:pt>
          <cx:pt idx="583">0</cx:pt>
          <cx:pt idx="584">0</cx:pt>
          <cx:pt idx="585">0</cx:pt>
          <cx:pt idx="586">0</cx:pt>
          <cx:pt idx="587">0</cx:pt>
          <cx:pt idx="588">0</cx:pt>
          <cx:pt idx="589">0</cx:pt>
          <cx:pt idx="590">0</cx:pt>
          <cx:pt idx="591">0</cx:pt>
          <cx:pt idx="592">0</cx:pt>
          <cx:pt idx="593">0</cx:pt>
          <cx:pt idx="594">0</cx:pt>
          <cx:pt idx="595">0</cx:pt>
          <cx:pt idx="596">0</cx:pt>
          <cx:pt idx="597">0</cx:pt>
          <cx:pt idx="598">0</cx:pt>
          <cx:pt idx="599">0</cx:pt>
          <cx:pt idx="600">0</cx:pt>
          <cx:pt idx="601">0</cx:pt>
          <cx:pt idx="602">0</cx:pt>
          <cx:pt idx="603">0</cx:pt>
          <cx:pt idx="604">0</cx:pt>
          <cx:pt idx="605">0</cx:pt>
          <cx:pt idx="606">0</cx:pt>
          <cx:pt idx="607">0</cx:pt>
          <cx:pt idx="608">0</cx:pt>
          <cx:pt idx="609">0</cx:pt>
          <cx:pt idx="610">0</cx:pt>
          <cx:pt idx="611">0</cx:pt>
          <cx:pt idx="612">0</cx:pt>
          <cx:pt idx="613">0</cx:pt>
          <cx:pt idx="614">0</cx:pt>
          <cx:pt idx="615">0</cx:pt>
          <cx:pt idx="616">0</cx:pt>
          <cx:pt idx="617">0</cx:pt>
          <cx:pt idx="618">0</cx:pt>
          <cx:pt idx="619">0</cx:pt>
          <cx:pt idx="620">0</cx:pt>
          <cx:pt idx="621">0</cx:pt>
          <cx:pt idx="622">0</cx:pt>
          <cx:pt idx="623">0</cx:pt>
          <cx:pt idx="624">0</cx:pt>
          <cx:pt idx="625">0</cx:pt>
          <cx:pt idx="626">0</cx:pt>
          <cx:pt idx="627">0</cx:pt>
          <cx:pt idx="628">0</cx:pt>
          <cx:pt idx="629">0</cx:pt>
          <cx:pt idx="630">0</cx:pt>
          <cx:pt idx="631">0</cx:pt>
          <cx:pt idx="632">0</cx:pt>
          <cx:pt idx="633">0</cx:pt>
          <cx:pt idx="634">0</cx:pt>
          <cx:pt idx="635">0</cx:pt>
          <cx:pt idx="636">0</cx:pt>
          <cx:pt idx="637">0</cx:pt>
          <cx:pt idx="638">0</cx:pt>
          <cx:pt idx="639">0</cx:pt>
          <cx:pt idx="640">0</cx:pt>
          <cx:pt idx="641">0</cx:pt>
          <cx:pt idx="642">0</cx:pt>
          <cx:pt idx="643">0</cx:pt>
          <cx:pt idx="644">0</cx:pt>
          <cx:pt idx="645">0</cx:pt>
          <cx:pt idx="646">0</cx:pt>
          <cx:pt idx="647">0</cx:pt>
          <cx:pt idx="648">0</cx:pt>
          <cx:pt idx="649">0</cx:pt>
          <cx:pt idx="650">0</cx:pt>
          <cx:pt idx="651">0</cx:pt>
          <cx:pt idx="652">0</cx:pt>
          <cx:pt idx="653">0</cx:pt>
          <cx:pt idx="654">0</cx:pt>
          <cx:pt idx="655">0</cx:pt>
          <cx:pt idx="656">0</cx:pt>
          <cx:pt idx="657">0</cx:pt>
          <cx:pt idx="658">0</cx:pt>
          <cx:pt idx="659">0</cx:pt>
          <cx:pt idx="660">0</cx:pt>
          <cx:pt idx="661">0</cx:pt>
          <cx:pt idx="662">0</cx:pt>
          <cx:pt idx="663">0</cx:pt>
          <cx:pt idx="664">0</cx:pt>
          <cx:pt idx="665">0</cx:pt>
          <cx:pt idx="666">0</cx:pt>
          <cx:pt idx="667">0</cx:pt>
          <cx:pt idx="668">0</cx:pt>
          <cx:pt idx="669">0</cx:pt>
          <cx:pt idx="670">0</cx:pt>
          <cx:pt idx="671">0</cx:pt>
          <cx:pt idx="672">0</cx:pt>
          <cx:pt idx="673">0</cx:pt>
          <cx:pt idx="674">0</cx:pt>
          <cx:pt idx="675">0</cx:pt>
          <cx:pt idx="676">0</cx:pt>
          <cx:pt idx="677">0</cx:pt>
          <cx:pt idx="678">0</cx:pt>
          <cx:pt idx="679">0</cx:pt>
          <cx:pt idx="680">0</cx:pt>
          <cx:pt idx="681">0</cx:pt>
          <cx:pt idx="682">0</cx:pt>
          <cx:pt idx="683">0</cx:pt>
          <cx:pt idx="684">0</cx:pt>
          <cx:pt idx="685">0</cx:pt>
          <cx:pt idx="686">0</cx:pt>
          <cx:pt idx="687">0</cx:pt>
          <cx:pt idx="688">0</cx:pt>
          <cx:pt idx="689">0</cx:pt>
          <cx:pt idx="690">0</cx:pt>
          <cx:pt idx="691">0</cx:pt>
          <cx:pt idx="692">0</cx:pt>
          <cx:pt idx="693">0</cx:pt>
          <cx:pt idx="694">0</cx:pt>
          <cx:pt idx="695">0</cx:pt>
          <cx:pt idx="696">0</cx:pt>
          <cx:pt idx="697">0</cx:pt>
          <cx:pt idx="698">0</cx:pt>
          <cx:pt idx="699">0</cx:pt>
          <cx:pt idx="700">0</cx:pt>
          <cx:pt idx="701">0</cx:pt>
          <cx:pt idx="702">0</cx:pt>
          <cx:pt idx="703">0</cx:pt>
          <cx:pt idx="704">0</cx:pt>
          <cx:pt idx="705">0</cx:pt>
          <cx:pt idx="706">0</cx:pt>
          <cx:pt idx="707">0</cx:pt>
          <cx:pt idx="708">0</cx:pt>
          <cx:pt idx="709">0</cx:pt>
          <cx:pt idx="710">0</cx:pt>
          <cx:pt idx="711">0</cx:pt>
          <cx:pt idx="712">0</cx:pt>
          <cx:pt idx="713">0</cx:pt>
          <cx:pt idx="714">0</cx:pt>
          <cx:pt idx="715">0</cx:pt>
          <cx:pt idx="716">0</cx:pt>
          <cx:pt idx="717">0</cx:pt>
          <cx:pt idx="718">0</cx:pt>
          <cx:pt idx="719">0</cx:pt>
          <cx:pt idx="720">0</cx:pt>
          <cx:pt idx="721">0</cx:pt>
          <cx:pt idx="722">0</cx:pt>
          <cx:pt idx="723">0</cx:pt>
          <cx:pt idx="724">0</cx:pt>
          <cx:pt idx="725">0</cx:pt>
          <cx:pt idx="726">0</cx:pt>
          <cx:pt idx="727">0</cx:pt>
          <cx:pt idx="728">0</cx:pt>
          <cx:pt idx="729">0</cx:pt>
          <cx:pt idx="730">0</cx:pt>
          <cx:pt idx="731">0</cx:pt>
          <cx:pt idx="732">0</cx:pt>
          <cx:pt idx="733">0</cx:pt>
          <cx:pt idx="734">0</cx:pt>
          <cx:pt idx="735">0</cx:pt>
          <cx:pt idx="736">0</cx:pt>
          <cx:pt idx="737">0</cx:pt>
          <cx:pt idx="738">0</cx:pt>
          <cx:pt idx="739">0</cx:pt>
          <cx:pt idx="740">0</cx:pt>
          <cx:pt idx="741">0</cx:pt>
          <cx:pt idx="742">0</cx:pt>
          <cx:pt idx="743">0</cx:pt>
          <cx:pt idx="744">0</cx:pt>
          <cx:pt idx="745">0</cx:pt>
          <cx:pt idx="746">0</cx:pt>
          <cx:pt idx="747">0</cx:pt>
          <cx:pt idx="748">0</cx:pt>
          <cx:pt idx="749">0</cx:pt>
          <cx:pt idx="750">0</cx:pt>
          <cx:pt idx="751">0</cx:pt>
          <cx:pt idx="752">0</cx:pt>
          <cx:pt idx="753">0</cx:pt>
          <cx:pt idx="754">0</cx:pt>
          <cx:pt idx="755">0</cx:pt>
          <cx:pt idx="756">0</cx:pt>
          <cx:pt idx="757">0</cx:pt>
          <cx:pt idx="758">0</cx:pt>
          <cx:pt idx="759">0</cx:pt>
          <cx:pt idx="760">0</cx:pt>
          <cx:pt idx="761">0</cx:pt>
          <cx:pt idx="762">0</cx:pt>
          <cx:pt idx="763">0</cx:pt>
          <cx:pt idx="764">0</cx:pt>
          <cx:pt idx="765">0</cx:pt>
          <cx:pt idx="766">0</cx:pt>
          <cx:pt idx="767">0</cx:pt>
          <cx:pt idx="768">0</cx:pt>
          <cx:pt idx="769">0</cx:pt>
          <cx:pt idx="770">0</cx:pt>
          <cx:pt idx="771">0</cx:pt>
          <cx:pt idx="772">0</cx:pt>
          <cx:pt idx="773">0</cx:pt>
          <cx:pt idx="774">0</cx:pt>
          <cx:pt idx="775">0</cx:pt>
          <cx:pt idx="776">0</cx:pt>
          <cx:pt idx="777">0</cx:pt>
          <cx:pt idx="778">0</cx:pt>
          <cx:pt idx="779">0</cx:pt>
          <cx:pt idx="780">0</cx:pt>
          <cx:pt idx="781">0</cx:pt>
          <cx:pt idx="782">0</cx:pt>
          <cx:pt idx="783">0</cx:pt>
          <cx:pt idx="784">0</cx:pt>
          <cx:pt idx="785">0</cx:pt>
          <cx:pt idx="786">0</cx:pt>
          <cx:pt idx="787">0</cx:pt>
          <cx:pt idx="788">0</cx:pt>
          <cx:pt idx="789">0</cx:pt>
          <cx:pt idx="790">0</cx:pt>
          <cx:pt idx="791">0</cx:pt>
          <cx:pt idx="792">0</cx:pt>
          <cx:pt idx="793">0</cx:pt>
          <cx:pt idx="794">0</cx:pt>
          <cx:pt idx="795">0</cx:pt>
          <cx:pt idx="796">0</cx:pt>
          <cx:pt idx="797">0</cx:pt>
          <cx:pt idx="798">0</cx:pt>
          <cx:pt idx="799">0</cx:pt>
          <cx:pt idx="800">0</cx:pt>
          <cx:pt idx="801">0</cx:pt>
          <cx:pt idx="802">0</cx:pt>
          <cx:pt idx="803">0</cx:pt>
          <cx:pt idx="804">0</cx:pt>
          <cx:pt idx="805">0</cx:pt>
          <cx:pt idx="806">0</cx:pt>
          <cx:pt idx="807">0</cx:pt>
          <cx:pt idx="808">0</cx:pt>
          <cx:pt idx="809">0</cx:pt>
          <cx:pt idx="810">0</cx:pt>
          <cx:pt idx="811">0</cx:pt>
          <cx:pt idx="812">0</cx:pt>
          <cx:pt idx="813">0</cx:pt>
          <cx:pt idx="814">0</cx:pt>
          <cx:pt idx="815">0</cx:pt>
          <cx:pt idx="816">0</cx:pt>
          <cx:pt idx="817">0</cx:pt>
          <cx:pt idx="818">0</cx:pt>
          <cx:pt idx="819">0</cx:pt>
          <cx:pt idx="820">0</cx:pt>
          <cx:pt idx="821">0</cx:pt>
          <cx:pt idx="822">0</cx:pt>
          <cx:pt idx="823">0</cx:pt>
          <cx:pt idx="824">0</cx:pt>
          <cx:pt idx="825">0</cx:pt>
          <cx:pt idx="826">0</cx:pt>
          <cx:pt idx="827">0</cx:pt>
          <cx:pt idx="828">0</cx:pt>
          <cx:pt idx="829">0</cx:pt>
          <cx:pt idx="830">0</cx:pt>
          <cx:pt idx="831">0</cx:pt>
          <cx:pt idx="832">0</cx:pt>
          <cx:pt idx="833">0</cx:pt>
          <cx:pt idx="834">0</cx:pt>
          <cx:pt idx="835">0</cx:pt>
          <cx:pt idx="836">0</cx:pt>
          <cx:pt idx="837">0</cx:pt>
          <cx:pt idx="838">0</cx:pt>
          <cx:pt idx="839">0</cx:pt>
          <cx:pt idx="840">0</cx:pt>
          <cx:pt idx="841">0</cx:pt>
          <cx:pt idx="842">0</cx:pt>
          <cx:pt idx="843">0</cx:pt>
          <cx:pt idx="844">0</cx:pt>
          <cx:pt idx="845">0</cx:pt>
          <cx:pt idx="846">0</cx:pt>
          <cx:pt idx="847">0</cx:pt>
          <cx:pt idx="848">0</cx:pt>
          <cx:pt idx="849">0</cx:pt>
          <cx:pt idx="850">0</cx:pt>
          <cx:pt idx="851">0</cx:pt>
          <cx:pt idx="852">0</cx:pt>
          <cx:pt idx="853">0</cx:pt>
          <cx:pt idx="854">0</cx:pt>
          <cx:pt idx="855">0</cx:pt>
          <cx:pt idx="856">0</cx:pt>
          <cx:pt idx="857">0</cx:pt>
          <cx:pt idx="858">0</cx:pt>
          <cx:pt idx="859">0</cx:pt>
          <cx:pt idx="860">0</cx:pt>
          <cx:pt idx="861">0</cx:pt>
          <cx:pt idx="862">0</cx:pt>
          <cx:pt idx="863">0</cx:pt>
          <cx:pt idx="864">0</cx:pt>
          <cx:pt idx="865">0</cx:pt>
          <cx:pt idx="866">0</cx:pt>
          <cx:pt idx="867">0</cx:pt>
          <cx:pt idx="868">0</cx:pt>
          <cx:pt idx="869">0</cx:pt>
          <cx:pt idx="870">0</cx:pt>
          <cx:pt idx="871">0</cx:pt>
          <cx:pt idx="872">0</cx:pt>
          <cx:pt idx="873">0</cx:pt>
          <cx:pt idx="874">0</cx:pt>
          <cx:pt idx="875">0</cx:pt>
          <cx:pt idx="876">0</cx:pt>
          <cx:pt idx="877">0</cx:pt>
          <cx:pt idx="878">0</cx:pt>
          <cx:pt idx="879">0</cx:pt>
          <cx:pt idx="880">0</cx:pt>
          <cx:pt idx="881">0</cx:pt>
          <cx:pt idx="882">0</cx:pt>
          <cx:pt idx="883">0</cx:pt>
          <cx:pt idx="884">0</cx:pt>
          <cx:pt idx="885">0</cx:pt>
          <cx:pt idx="886">0</cx:pt>
          <cx:pt idx="887">0</cx:pt>
          <cx:pt idx="888">0</cx:pt>
          <cx:pt idx="889">0</cx:pt>
          <cx:pt idx="890">0</cx:pt>
          <cx:pt idx="891">0</cx:pt>
          <cx:pt idx="892">0</cx:pt>
          <cx:pt idx="893">0</cx:pt>
          <cx:pt idx="894">0</cx:pt>
          <cx:pt idx="895">0</cx:pt>
          <cx:pt idx="896">0</cx:pt>
          <cx:pt idx="897">0</cx:pt>
          <cx:pt idx="898">0</cx:pt>
          <cx:pt idx="899">0</cx:pt>
          <cx:pt idx="900">0</cx:pt>
          <cx:pt idx="901">0</cx:pt>
          <cx:pt idx="902">0</cx:pt>
          <cx:pt idx="903">0</cx:pt>
          <cx:pt idx="904">0</cx:pt>
          <cx:pt idx="905">0</cx:pt>
          <cx:pt idx="906">0</cx:pt>
          <cx:pt idx="907">0</cx:pt>
          <cx:pt idx="908">0</cx:pt>
          <cx:pt idx="909">0</cx:pt>
          <cx:pt idx="910">0</cx:pt>
          <cx:pt idx="911">0</cx:pt>
          <cx:pt idx="912">0</cx:pt>
          <cx:pt idx="913">0</cx:pt>
          <cx:pt idx="914">0</cx:pt>
          <cx:pt idx="915">0</cx:pt>
          <cx:pt idx="916">0</cx:pt>
          <cx:pt idx="917">0</cx:pt>
          <cx:pt idx="918">0</cx:pt>
          <cx:pt idx="919">0</cx:pt>
          <cx:pt idx="920">0</cx:pt>
          <cx:pt idx="921">0</cx:pt>
          <cx:pt idx="922">0</cx:pt>
          <cx:pt idx="923">0</cx:pt>
          <cx:pt idx="924">0</cx:pt>
          <cx:pt idx="925">0</cx:pt>
          <cx:pt idx="926">0</cx:pt>
          <cx:pt idx="927">0</cx:pt>
          <cx:pt idx="928">0</cx:pt>
          <cx:pt idx="929">0</cx:pt>
          <cx:pt idx="930">0</cx:pt>
          <cx:pt idx="931">0</cx:pt>
          <cx:pt idx="932">0</cx:pt>
          <cx:pt idx="933">0</cx:pt>
          <cx:pt idx="934">0</cx:pt>
          <cx:pt idx="935">0</cx:pt>
          <cx:pt idx="936">0</cx:pt>
          <cx:pt idx="937">0</cx:pt>
          <cx:pt idx="938">0</cx:pt>
          <cx:pt idx="939">0</cx:pt>
          <cx:pt idx="940">0</cx:pt>
          <cx:pt idx="941">0</cx:pt>
          <cx:pt idx="942">0</cx:pt>
          <cx:pt idx="943">0</cx:pt>
          <cx:pt idx="944">0</cx:pt>
          <cx:pt idx="945">0</cx:pt>
          <cx:pt idx="946">0</cx:pt>
          <cx:pt idx="947">0</cx:pt>
          <cx:pt idx="948">0</cx:pt>
          <cx:pt idx="949">0</cx:pt>
          <cx:pt idx="950">0</cx:pt>
          <cx:pt idx="951">0</cx:pt>
          <cx:pt idx="952">0</cx:pt>
          <cx:pt idx="953">0</cx:pt>
          <cx:pt idx="954">0</cx:pt>
          <cx:pt idx="955">0</cx:pt>
          <cx:pt idx="956">0</cx:pt>
          <cx:pt idx="957">0</cx:pt>
          <cx:pt idx="958">0</cx:pt>
          <cx:pt idx="959">0</cx:pt>
          <cx:pt idx="960">0</cx:pt>
          <cx:pt idx="961">0</cx:pt>
          <cx:pt idx="962">0</cx:pt>
          <cx:pt idx="963">0</cx:pt>
          <cx:pt idx="964">0</cx:pt>
          <cx:pt idx="965">0</cx:pt>
          <cx:pt idx="966">0</cx:pt>
          <cx:pt idx="967">0</cx:pt>
          <cx:pt idx="968">0</cx:pt>
          <cx:pt idx="969">0</cx:pt>
          <cx:pt idx="970">0</cx:pt>
          <cx:pt idx="971">0</cx:pt>
          <cx:pt idx="972">0</cx:pt>
          <cx:pt idx="973">0</cx:pt>
          <cx:pt idx="974">0</cx:pt>
          <cx:pt idx="975">0</cx:pt>
          <cx:pt idx="976">0</cx:pt>
          <cx:pt idx="977">0</cx:pt>
          <cx:pt idx="978">0</cx:pt>
          <cx:pt idx="979">0</cx:pt>
          <cx:pt idx="980">0</cx:pt>
          <cx:pt idx="981">0</cx:pt>
          <cx:pt idx="982">0</cx:pt>
          <cx:pt idx="983">0</cx:pt>
          <cx:pt idx="984">0</cx:pt>
          <cx:pt idx="985">0</cx:pt>
          <cx:pt idx="986">0</cx:pt>
          <cx:pt idx="987">0</cx:pt>
          <cx:pt idx="988">0</cx:pt>
          <cx:pt idx="989">0</cx:pt>
          <cx:pt idx="990">0</cx:pt>
          <cx:pt idx="991">0</cx:pt>
          <cx:pt idx="992">0</cx:pt>
          <cx:pt idx="993">0</cx:pt>
          <cx:pt idx="994">0</cx:pt>
          <cx:pt idx="995">0</cx:pt>
          <cx:pt idx="996">0</cx:pt>
          <cx:pt idx="997">0</cx:pt>
          <cx:pt idx="998">0</cx:pt>
          <cx:pt idx="999">0</cx:pt>
          <cx:pt idx="1000">0</cx:pt>
          <cx:pt idx="1001">0</cx:pt>
          <cx:pt idx="1002">0</cx:pt>
          <cx:pt idx="1003">0</cx:pt>
          <cx:pt idx="1004">0</cx:pt>
          <cx:pt idx="1005">0</cx:pt>
          <cx:pt idx="1006">0</cx:pt>
          <cx:pt idx="1007">0</cx:pt>
          <cx:pt idx="1008">0</cx:pt>
          <cx:pt idx="1009">0</cx:pt>
          <cx:pt idx="1010">0</cx:pt>
          <cx:pt idx="1011">0</cx:pt>
          <cx:pt idx="1012">0</cx:pt>
          <cx:pt idx="1013">0</cx:pt>
          <cx:pt idx="1014">0</cx:pt>
          <cx:pt idx="1015">0</cx:pt>
          <cx:pt idx="1016">0</cx:pt>
          <cx:pt idx="1017">0</cx:pt>
          <cx:pt idx="1018">0</cx:pt>
          <cx:pt idx="1019">0</cx:pt>
          <cx:pt idx="1020">0</cx:pt>
          <cx:pt idx="1021">0</cx:pt>
          <cx:pt idx="1022">0</cx:pt>
          <cx:pt idx="1023">0</cx:pt>
          <cx:pt idx="1024">0</cx:pt>
          <cx:pt idx="1025">0</cx:pt>
          <cx:pt idx="1026">0</cx:pt>
          <cx:pt idx="1027">0</cx:pt>
          <cx:pt idx="1028">0</cx:pt>
          <cx:pt idx="1029">0</cx:pt>
          <cx:pt idx="1030">0</cx:pt>
          <cx:pt idx="1031">0</cx:pt>
          <cx:pt idx="1032">0</cx:pt>
          <cx:pt idx="1033">0</cx:pt>
          <cx:pt idx="1034">0</cx:pt>
          <cx:pt idx="1035">0</cx:pt>
          <cx:pt idx="1036">0</cx:pt>
          <cx:pt idx="1037">0</cx:pt>
          <cx:pt idx="1038">0</cx:pt>
          <cx:pt idx="1039">0</cx:pt>
          <cx:pt idx="1040">0</cx:pt>
          <cx:pt idx="1041">0</cx:pt>
          <cx:pt idx="1042">0</cx:pt>
          <cx:pt idx="1043">0</cx:pt>
          <cx:pt idx="1044">0</cx:pt>
          <cx:pt idx="1045">0</cx:pt>
          <cx:pt idx="1046">0</cx:pt>
          <cx:pt idx="1047">0</cx:pt>
          <cx:pt idx="1048">0</cx:pt>
          <cx:pt idx="1049">0</cx:pt>
          <cx:pt idx="1050">0</cx:pt>
          <cx:pt idx="1051">0</cx:pt>
          <cx:pt idx="1052">0</cx:pt>
          <cx:pt idx="1053">0</cx:pt>
          <cx:pt idx="1054">0</cx:pt>
          <cx:pt idx="1055">0</cx:pt>
          <cx:pt idx="1056">0</cx:pt>
          <cx:pt idx="1057">0</cx:pt>
          <cx:pt idx="1058">0</cx:pt>
          <cx:pt idx="1059">0</cx:pt>
          <cx:pt idx="1060">0</cx:pt>
          <cx:pt idx="1061">0</cx:pt>
          <cx:pt idx="1062">0</cx:pt>
          <cx:pt idx="1063">0</cx:pt>
          <cx:pt idx="1064">0</cx:pt>
          <cx:pt idx="1065">0</cx:pt>
          <cx:pt idx="1066">0</cx:pt>
          <cx:pt idx="1067">0</cx:pt>
          <cx:pt idx="1068">0</cx:pt>
          <cx:pt idx="1069">0</cx:pt>
          <cx:pt idx="1070">0</cx:pt>
          <cx:pt idx="1071">0</cx:pt>
          <cx:pt idx="1072">0</cx:pt>
          <cx:pt idx="1073">0</cx:pt>
          <cx:pt idx="1074">0</cx:pt>
          <cx:pt idx="1075">0</cx:pt>
          <cx:pt idx="1076">0</cx:pt>
          <cx:pt idx="1077">0</cx:pt>
          <cx:pt idx="1078">0</cx:pt>
          <cx:pt idx="1079">0</cx:pt>
          <cx:pt idx="1080">0</cx:pt>
          <cx:pt idx="1081">0</cx:pt>
          <cx:pt idx="1082">0</cx:pt>
          <cx:pt idx="1083">0</cx:pt>
          <cx:pt idx="1084">0</cx:pt>
          <cx:pt idx="1085">0</cx:pt>
          <cx:pt idx="1086">0</cx:pt>
          <cx:pt idx="1087">0</cx:pt>
          <cx:pt idx="1088">0</cx:pt>
          <cx:pt idx="1089">0</cx:pt>
          <cx:pt idx="1090">0</cx:pt>
          <cx:pt idx="1091">0</cx:pt>
          <cx:pt idx="1092">0</cx:pt>
          <cx:pt idx="1093">0</cx:pt>
          <cx:pt idx="1094">0</cx:pt>
          <cx:pt idx="1095">0</cx:pt>
          <cx:pt idx="1096">0</cx:pt>
          <cx:pt idx="1097">0</cx:pt>
          <cx:pt idx="1098">0</cx:pt>
          <cx:pt idx="1099">0</cx:pt>
          <cx:pt idx="1100">0</cx:pt>
          <cx:pt idx="1101">0</cx:pt>
          <cx:pt idx="1102">0</cx:pt>
          <cx:pt idx="1103">0</cx:pt>
          <cx:pt idx="1104">0</cx:pt>
          <cx:pt idx="1105">0</cx:pt>
          <cx:pt idx="1106">0</cx:pt>
          <cx:pt idx="1107">0</cx:pt>
          <cx:pt idx="1108">0</cx:pt>
          <cx:pt idx="1109">0</cx:pt>
          <cx:pt idx="1110">0</cx:pt>
          <cx:pt idx="1111">0</cx:pt>
          <cx:pt idx="1112">0</cx:pt>
          <cx:pt idx="1113">0</cx:pt>
          <cx:pt idx="1114">0</cx:pt>
          <cx:pt idx="1115">0</cx:pt>
          <cx:pt idx="1116">0</cx:pt>
          <cx:pt idx="1117">0</cx:pt>
          <cx:pt idx="1118">0</cx:pt>
          <cx:pt idx="1119">0</cx:pt>
          <cx:pt idx="1120">0</cx:pt>
          <cx:pt idx="1121">0</cx:pt>
          <cx:pt idx="1122">0</cx:pt>
          <cx:pt idx="1123">0</cx:pt>
          <cx:pt idx="1124">0</cx:pt>
          <cx:pt idx="1125">0</cx:pt>
          <cx:pt idx="1126">0</cx:pt>
          <cx:pt idx="1127">0</cx:pt>
          <cx:pt idx="1128">0</cx:pt>
          <cx:pt idx="1129">0</cx:pt>
          <cx:pt idx="1130">0</cx:pt>
          <cx:pt idx="1131">0</cx:pt>
          <cx:pt idx="1132">0</cx:pt>
          <cx:pt idx="1133">0</cx:pt>
          <cx:pt idx="1134">0</cx:pt>
          <cx:pt idx="1135">0</cx:pt>
          <cx:pt idx="1136">0</cx:pt>
          <cx:pt idx="1137">0</cx:pt>
          <cx:pt idx="1138">0</cx:pt>
          <cx:pt idx="1139">0</cx:pt>
          <cx:pt idx="1140">0</cx:pt>
          <cx:pt idx="1141">0</cx:pt>
          <cx:pt idx="1142">0</cx:pt>
          <cx:pt idx="1143">0</cx:pt>
          <cx:pt idx="1144">0</cx:pt>
          <cx:pt idx="1145">0</cx:pt>
          <cx:pt idx="1146">0</cx:pt>
          <cx:pt idx="1147">0</cx:pt>
          <cx:pt idx="1148">0</cx:pt>
          <cx:pt idx="1149">0</cx:pt>
          <cx:pt idx="1150">0</cx:pt>
          <cx:pt idx="1151">0</cx:pt>
          <cx:pt idx="1152">0</cx:pt>
          <cx:pt idx="1153">0</cx:pt>
          <cx:pt idx="1154">0</cx:pt>
          <cx:pt idx="1155">0</cx:pt>
          <cx:pt idx="1156">0</cx:pt>
          <cx:pt idx="1157">0</cx:pt>
          <cx:pt idx="1158">0</cx:pt>
          <cx:pt idx="1159">0</cx:pt>
          <cx:pt idx="1160">0</cx:pt>
          <cx:pt idx="1161">0</cx:pt>
          <cx:pt idx="1162">0</cx:pt>
          <cx:pt idx="1163">0</cx:pt>
          <cx:pt idx="1164">0</cx:pt>
          <cx:pt idx="1165">0</cx:pt>
          <cx:pt idx="1166">0</cx:pt>
          <cx:pt idx="1167">0</cx:pt>
          <cx:pt idx="1168">0</cx:pt>
          <cx:pt idx="1169">0</cx:pt>
          <cx:pt idx="1170">0</cx:pt>
          <cx:pt idx="1171">0</cx:pt>
          <cx:pt idx="1172">0</cx:pt>
          <cx:pt idx="1173">0</cx:pt>
          <cx:pt idx="1174">0</cx:pt>
          <cx:pt idx="1175">0</cx:pt>
          <cx:pt idx="1176">0</cx:pt>
          <cx:pt idx="1177">0</cx:pt>
          <cx:pt idx="1178">0</cx:pt>
          <cx:pt idx="1179">0</cx:pt>
          <cx:pt idx="1180">0</cx:pt>
          <cx:pt idx="1181">0</cx:pt>
          <cx:pt idx="1182">0</cx:pt>
          <cx:pt idx="1183">0</cx:pt>
          <cx:pt idx="1184">0</cx:pt>
          <cx:pt idx="1185">0</cx:pt>
          <cx:pt idx="1186">0</cx:pt>
          <cx:pt idx="1187">0</cx:pt>
          <cx:pt idx="1188">0</cx:pt>
          <cx:pt idx="1189">0</cx:pt>
          <cx:pt idx="1190">0</cx:pt>
          <cx:pt idx="1191">0</cx:pt>
          <cx:pt idx="1192">0</cx:pt>
          <cx:pt idx="1193">0</cx:pt>
          <cx:pt idx="1194">0</cx:pt>
          <cx:pt idx="1195">0</cx:pt>
          <cx:pt idx="1196">0</cx:pt>
          <cx:pt idx="1197">0</cx:pt>
          <cx:pt idx="1198">0</cx:pt>
          <cx:pt idx="1199">0</cx:pt>
          <cx:pt idx="1200">0</cx:pt>
          <cx:pt idx="1201">0</cx:pt>
          <cx:pt idx="1202">0</cx:pt>
          <cx:pt idx="1203">0</cx:pt>
          <cx:pt idx="1204">0</cx:pt>
          <cx:pt idx="1205">0</cx:pt>
          <cx:pt idx="1206">0</cx:pt>
          <cx:pt idx="1207">0</cx:pt>
          <cx:pt idx="1208">0</cx:pt>
          <cx:pt idx="1209">0</cx:pt>
          <cx:pt idx="1210">0</cx:pt>
          <cx:pt idx="1211">0</cx:pt>
          <cx:pt idx="1212">0</cx:pt>
          <cx:pt idx="1213">0</cx:pt>
          <cx:pt idx="1214">0</cx:pt>
          <cx:pt idx="1215">0</cx:pt>
          <cx:pt idx="1216">0</cx:pt>
          <cx:pt idx="1217">0</cx:pt>
          <cx:pt idx="1218">0</cx:pt>
          <cx:pt idx="1219">0</cx:pt>
          <cx:pt idx="1220">0</cx:pt>
          <cx:pt idx="1221">0</cx:pt>
          <cx:pt idx="1222">0</cx:pt>
          <cx:pt idx="1223">0</cx:pt>
          <cx:pt idx="1224">0</cx:pt>
          <cx:pt idx="1225">0</cx:pt>
          <cx:pt idx="1226">0</cx:pt>
          <cx:pt idx="1227">0</cx:pt>
          <cx:pt idx="1228">0</cx:pt>
          <cx:pt idx="1229">0</cx:pt>
          <cx:pt idx="1230">0</cx:pt>
          <cx:pt idx="1231">0</cx:pt>
          <cx:pt idx="1232">0</cx:pt>
          <cx:pt idx="1233">0</cx:pt>
          <cx:pt idx="1234">0</cx:pt>
          <cx:pt idx="1235">0</cx:pt>
          <cx:pt idx="1236">0</cx:pt>
          <cx:pt idx="1237">0</cx:pt>
          <cx:pt idx="1238">0</cx:pt>
          <cx:pt idx="1239">0</cx:pt>
          <cx:pt idx="1240">0</cx:pt>
          <cx:pt idx="1241">0</cx:pt>
          <cx:pt idx="1242">0</cx:pt>
          <cx:pt idx="1243">0</cx:pt>
          <cx:pt idx="1244">0</cx:pt>
          <cx:pt idx="1245">0</cx:pt>
          <cx:pt idx="1246">0</cx:pt>
          <cx:pt idx="1247">0</cx:pt>
          <cx:pt idx="1248">0</cx:pt>
          <cx:pt idx="1249">0</cx:pt>
          <cx:pt idx="1250">0</cx:pt>
          <cx:pt idx="1251">0</cx:pt>
          <cx:pt idx="1252">0</cx:pt>
          <cx:pt idx="1253">0</cx:pt>
          <cx:pt idx="1254">0</cx:pt>
          <cx:pt idx="1255">0</cx:pt>
          <cx:pt idx="1256">0</cx:pt>
          <cx:pt idx="1257">0</cx:pt>
          <cx:pt idx="1258">0</cx:pt>
          <cx:pt idx="1259">0</cx:pt>
          <cx:pt idx="1260">0</cx:pt>
          <cx:pt idx="1261">0</cx:pt>
          <cx:pt idx="1262">0</cx:pt>
          <cx:pt idx="1263">0</cx:pt>
          <cx:pt idx="1264">0</cx:pt>
          <cx:pt idx="1265">0</cx:pt>
          <cx:pt idx="1266">0</cx:pt>
          <cx:pt idx="1267">0</cx:pt>
          <cx:pt idx="1268">0</cx:pt>
          <cx:pt idx="1269">0</cx:pt>
          <cx:pt idx="1270">0</cx:pt>
          <cx:pt idx="1271">0</cx:pt>
          <cx:pt idx="1272">0</cx:pt>
          <cx:pt idx="1273">0</cx:pt>
          <cx:pt idx="1274">0</cx:pt>
          <cx:pt idx="1275">0</cx:pt>
          <cx:pt idx="1276">0</cx:pt>
          <cx:pt idx="1277">0</cx:pt>
          <cx:pt idx="1278">0</cx:pt>
          <cx:pt idx="1279">0</cx:pt>
          <cx:pt idx="1280">0</cx:pt>
          <cx:pt idx="1281">0</cx:pt>
          <cx:pt idx="1282">0</cx:pt>
          <cx:pt idx="1283">0</cx:pt>
          <cx:pt idx="1284">0</cx:pt>
          <cx:pt idx="1285">0</cx:pt>
          <cx:pt idx="1286">0</cx:pt>
          <cx:pt idx="1287">0</cx:pt>
          <cx:pt idx="1288">0</cx:pt>
          <cx:pt idx="1289">0</cx:pt>
          <cx:pt idx="1290">0</cx:pt>
          <cx:pt idx="1291">0</cx:pt>
          <cx:pt idx="1292">0</cx:pt>
          <cx:pt idx="1293">0</cx:pt>
          <cx:pt idx="1294">0</cx:pt>
          <cx:pt idx="1295">0</cx:pt>
          <cx:pt idx="1296">0</cx:pt>
          <cx:pt idx="1297">0</cx:pt>
          <cx:pt idx="1298">0</cx:pt>
          <cx:pt idx="1299">0</cx:pt>
          <cx:pt idx="1300">0</cx:pt>
          <cx:pt idx="1301">0</cx:pt>
          <cx:pt idx="1302">0</cx:pt>
          <cx:pt idx="1303">0</cx:pt>
          <cx:pt idx="1304">0</cx:pt>
          <cx:pt idx="1305">0</cx:pt>
          <cx:pt idx="1306">0</cx:pt>
          <cx:pt idx="1307">0</cx:pt>
          <cx:pt idx="1308">0</cx:pt>
          <cx:pt idx="1309">0</cx:pt>
          <cx:pt idx="1310">0</cx:pt>
          <cx:pt idx="1311">0</cx:pt>
          <cx:pt idx="1312">0</cx:pt>
          <cx:pt idx="1313">0</cx:pt>
          <cx:pt idx="1314">0</cx:pt>
          <cx:pt idx="1315">0</cx:pt>
          <cx:pt idx="1316">0</cx:pt>
          <cx:pt idx="1317">0</cx:pt>
          <cx:pt idx="1318">0</cx:pt>
          <cx:pt idx="1319">0</cx:pt>
          <cx:pt idx="1320">0</cx:pt>
          <cx:pt idx="1321">0</cx:pt>
          <cx:pt idx="1322">0</cx:pt>
          <cx:pt idx="1323">0</cx:pt>
          <cx:pt idx="1324">0</cx:pt>
          <cx:pt idx="1325">0</cx:pt>
          <cx:pt idx="1326">0</cx:pt>
          <cx:pt idx="1327">0</cx:pt>
          <cx:pt idx="1328">0</cx:pt>
          <cx:pt idx="1329">0</cx:pt>
          <cx:pt idx="1330">0</cx:pt>
          <cx:pt idx="1331">0</cx:pt>
          <cx:pt idx="1332">0</cx:pt>
          <cx:pt idx="1333">0</cx:pt>
          <cx:pt idx="1334">0</cx:pt>
          <cx:pt idx="1335">0</cx:pt>
          <cx:pt idx="1336">0</cx:pt>
          <cx:pt idx="1337">0</cx:pt>
          <cx:pt idx="1338">0</cx:pt>
          <cx:pt idx="1339">0</cx:pt>
          <cx:pt idx="1340">0</cx:pt>
          <cx:pt idx="1341">0</cx:pt>
          <cx:pt idx="1342">0</cx:pt>
          <cx:pt idx="1343">0</cx:pt>
          <cx:pt idx="1344">0</cx:pt>
          <cx:pt idx="1345">0</cx:pt>
          <cx:pt idx="1346">0</cx:pt>
          <cx:pt idx="1347">0</cx:pt>
          <cx:pt idx="1348">0</cx:pt>
          <cx:pt idx="1349">0</cx:pt>
          <cx:pt idx="1350">0</cx:pt>
          <cx:pt idx="1351">0</cx:pt>
          <cx:pt idx="1352">0</cx:pt>
          <cx:pt idx="1353">0</cx:pt>
          <cx:pt idx="1354">0</cx:pt>
          <cx:pt idx="1355">0</cx:pt>
          <cx:pt idx="1356">0</cx:pt>
          <cx:pt idx="1357">0</cx:pt>
          <cx:pt idx="1358">0</cx:pt>
          <cx:pt idx="1359">0</cx:pt>
          <cx:pt idx="1360">0</cx:pt>
          <cx:pt idx="1361">0</cx:pt>
          <cx:pt idx="1362">0</cx:pt>
          <cx:pt idx="1363">0</cx:pt>
          <cx:pt idx="1364">0</cx:pt>
          <cx:pt idx="1365">0</cx:pt>
          <cx:pt idx="1366">0</cx:pt>
          <cx:pt idx="1367">0</cx:pt>
          <cx:pt idx="1368">0</cx:pt>
          <cx:pt idx="1369">0</cx:pt>
          <cx:pt idx="1370">0</cx:pt>
          <cx:pt idx="1371">0</cx:pt>
          <cx:pt idx="1372">0</cx:pt>
          <cx:pt idx="1373">0</cx:pt>
          <cx:pt idx="1374">0</cx:pt>
          <cx:pt idx="1375">0</cx:pt>
          <cx:pt idx="1376">0</cx:pt>
          <cx:pt idx="1377">0</cx:pt>
          <cx:pt idx="1378">0</cx:pt>
          <cx:pt idx="1379">0</cx:pt>
          <cx:pt idx="1380">0</cx:pt>
          <cx:pt idx="1381">0</cx:pt>
          <cx:pt idx="1382">0</cx:pt>
          <cx:pt idx="1383">0</cx:pt>
          <cx:pt idx="1384">0</cx:pt>
          <cx:pt idx="1385">0</cx:pt>
          <cx:pt idx="1386">0</cx:pt>
          <cx:pt idx="1387">0</cx:pt>
          <cx:pt idx="1388">0</cx:pt>
          <cx:pt idx="1389">0</cx:pt>
          <cx:pt idx="1390">0</cx:pt>
          <cx:pt idx="1391">0</cx:pt>
          <cx:pt idx="1392">0</cx:pt>
          <cx:pt idx="1393">0</cx:pt>
          <cx:pt idx="1394">0</cx:pt>
          <cx:pt idx="1395">0</cx:pt>
          <cx:pt idx="1396">0</cx:pt>
          <cx:pt idx="1397">0</cx:pt>
          <cx:pt idx="1398">0</cx:pt>
          <cx:pt idx="1399">0</cx:pt>
          <cx:pt idx="1400">0</cx:pt>
          <cx:pt idx="1401">0</cx:pt>
          <cx:pt idx="1402">0</cx:pt>
          <cx:pt idx="1403">0</cx:pt>
          <cx:pt idx="1404">0</cx:pt>
          <cx:pt idx="1405">0</cx:pt>
          <cx:pt idx="1406">0</cx:pt>
          <cx:pt idx="1407">0</cx:pt>
          <cx:pt idx="1408">0</cx:pt>
          <cx:pt idx="1409">0</cx:pt>
          <cx:pt idx="1410">0</cx:pt>
          <cx:pt idx="1411">0</cx:pt>
          <cx:pt idx="1412">0</cx:pt>
          <cx:pt idx="1413">0</cx:pt>
          <cx:pt idx="1414">0</cx:pt>
          <cx:pt idx="1415">0</cx:pt>
          <cx:pt idx="1416">0</cx:pt>
          <cx:pt idx="1417">0</cx:pt>
          <cx:pt idx="1418">0</cx:pt>
          <cx:pt idx="1419">0</cx:pt>
          <cx:pt idx="1420">0</cx:pt>
          <cx:pt idx="1421">0</cx:pt>
          <cx:pt idx="1422">0</cx:pt>
          <cx:pt idx="1423">0</cx:pt>
          <cx:pt idx="1424">0</cx:pt>
          <cx:pt idx="1425">0</cx:pt>
          <cx:pt idx="1426">0</cx:pt>
          <cx:pt idx="1427">0</cx:pt>
          <cx:pt idx="1428">0</cx:pt>
          <cx:pt idx="1429">0</cx:pt>
          <cx:pt idx="1430">0</cx:pt>
          <cx:pt idx="1431">0</cx:pt>
          <cx:pt idx="1432">0</cx:pt>
          <cx:pt idx="1433">0</cx:pt>
          <cx:pt idx="1434">0</cx:pt>
          <cx:pt idx="1435">0</cx:pt>
          <cx:pt idx="1436">0</cx:pt>
          <cx:pt idx="1437">0</cx:pt>
          <cx:pt idx="1438">0</cx:pt>
          <cx:pt idx="1439">0</cx:pt>
          <cx:pt idx="1440">0</cx:pt>
          <cx:pt idx="1441">0</cx:pt>
          <cx:pt idx="1442">0</cx:pt>
          <cx:pt idx="1443">0</cx:pt>
          <cx:pt idx="1444">0</cx:pt>
          <cx:pt idx="1445">0</cx:pt>
          <cx:pt idx="1446">0</cx:pt>
          <cx:pt idx="1447">0</cx:pt>
          <cx:pt idx="1448">0</cx:pt>
          <cx:pt idx="1449">0</cx:pt>
          <cx:pt idx="1450">0</cx:pt>
          <cx:pt idx="1451">0</cx:pt>
          <cx:pt idx="1452">0</cx:pt>
          <cx:pt idx="1453">0</cx:pt>
          <cx:pt idx="1454">0</cx:pt>
          <cx:pt idx="1455">0</cx:pt>
          <cx:pt idx="1456">0</cx:pt>
          <cx:pt idx="1457">0</cx:pt>
          <cx:pt idx="1458">0</cx:pt>
          <cx:pt idx="1459">0</cx:pt>
          <cx:pt idx="1460">0</cx:pt>
          <cx:pt idx="1461">0</cx:pt>
          <cx:pt idx="1462">0</cx:pt>
          <cx:pt idx="1463">0</cx:pt>
          <cx:pt idx="1464">0</cx:pt>
          <cx:pt idx="1465">0</cx:pt>
          <cx:pt idx="1466">0</cx:pt>
          <cx:pt idx="1467">0</cx:pt>
          <cx:pt idx="1468">0</cx:pt>
          <cx:pt idx="1469">0</cx:pt>
          <cx:pt idx="1470">0</cx:pt>
          <cx:pt idx="1471">0</cx:pt>
          <cx:pt idx="1472">0</cx:pt>
          <cx:pt idx="1473">0</cx:pt>
          <cx:pt idx="1474">0</cx:pt>
          <cx:pt idx="1475">0</cx:pt>
          <cx:pt idx="1476">0</cx:pt>
          <cx:pt idx="1477">0</cx:pt>
          <cx:pt idx="1478">0</cx:pt>
          <cx:pt idx="1479">0</cx:pt>
          <cx:pt idx="1480">0</cx:pt>
          <cx:pt idx="1481">0</cx:pt>
          <cx:pt idx="1482">0</cx:pt>
          <cx:pt idx="1483">0</cx:pt>
          <cx:pt idx="1484">0</cx:pt>
          <cx:pt idx="1485">0</cx:pt>
          <cx:pt idx="1486">0</cx:pt>
          <cx:pt idx="1487">0</cx:pt>
          <cx:pt idx="1488">0</cx:pt>
          <cx:pt idx="1489">0</cx:pt>
          <cx:pt idx="1490">0</cx:pt>
          <cx:pt idx="1491">0</cx:pt>
          <cx:pt idx="1492">0</cx:pt>
          <cx:pt idx="1493">0</cx:pt>
          <cx:pt idx="1494">0</cx:pt>
          <cx:pt idx="1495">0</cx:pt>
          <cx:pt idx="1496">0</cx:pt>
          <cx:pt idx="1497">0</cx:pt>
          <cx:pt idx="1498">0</cx:pt>
          <cx:pt idx="1499">0</cx:pt>
          <cx:pt idx="1500">0</cx:pt>
          <cx:pt idx="1501">0</cx:pt>
          <cx:pt idx="1502">0</cx:pt>
          <cx:pt idx="1503">0</cx:pt>
          <cx:pt idx="1504">0</cx:pt>
          <cx:pt idx="1505">0</cx:pt>
          <cx:pt idx="1506">0</cx:pt>
          <cx:pt idx="1507">0</cx:pt>
          <cx:pt idx="1508">0</cx:pt>
          <cx:pt idx="1509">0</cx:pt>
          <cx:pt idx="1510">0</cx:pt>
          <cx:pt idx="1511">0</cx:pt>
          <cx:pt idx="1512">0</cx:pt>
          <cx:pt idx="1513">0</cx:pt>
          <cx:pt idx="1514">0</cx:pt>
          <cx:pt idx="1515">0</cx:pt>
          <cx:pt idx="1516">0</cx:pt>
          <cx:pt idx="1517">0</cx:pt>
          <cx:pt idx="1518">0</cx:pt>
          <cx:pt idx="1519">0</cx:pt>
          <cx:pt idx="1520">0</cx:pt>
          <cx:pt idx="1521">0</cx:pt>
          <cx:pt idx="1522">0</cx:pt>
          <cx:pt idx="1523">0</cx:pt>
          <cx:pt idx="1524">0</cx:pt>
          <cx:pt idx="1525">0</cx:pt>
          <cx:pt idx="1526">0</cx:pt>
          <cx:pt idx="1527">0</cx:pt>
          <cx:pt idx="1528">0</cx:pt>
          <cx:pt idx="1529">0</cx:pt>
          <cx:pt idx="1530">0</cx:pt>
          <cx:pt idx="1531">0</cx:pt>
          <cx:pt idx="1532">0</cx:pt>
          <cx:pt idx="1533">0</cx:pt>
          <cx:pt idx="1534">0</cx:pt>
          <cx:pt idx="1535">0</cx:pt>
          <cx:pt idx="1536">0</cx:pt>
          <cx:pt idx="1537">0</cx:pt>
          <cx:pt idx="1538">0</cx:pt>
          <cx:pt idx="1539">0</cx:pt>
          <cx:pt idx="1540">0</cx:pt>
          <cx:pt idx="1541">0</cx:pt>
          <cx:pt idx="1542">0</cx:pt>
          <cx:pt idx="1543">0</cx:pt>
          <cx:pt idx="1544">0</cx:pt>
          <cx:pt idx="1545">0</cx:pt>
          <cx:pt idx="1546">0</cx:pt>
          <cx:pt idx="1547">0</cx:pt>
          <cx:pt idx="1548">0</cx:pt>
          <cx:pt idx="1549">0</cx:pt>
          <cx:pt idx="1550">0</cx:pt>
          <cx:pt idx="1551">0</cx:pt>
          <cx:pt idx="1552">0</cx:pt>
          <cx:pt idx="1553">0</cx:pt>
          <cx:pt idx="1554">0</cx:pt>
          <cx:pt idx="1555">0</cx:pt>
          <cx:pt idx="1556">0</cx:pt>
          <cx:pt idx="1557">0</cx:pt>
          <cx:pt idx="1558">0</cx:pt>
          <cx:pt idx="1559">0</cx:pt>
          <cx:pt idx="1560">0</cx:pt>
          <cx:pt idx="1561">0</cx:pt>
          <cx:pt idx="1562">0</cx:pt>
          <cx:pt idx="1563">0</cx:pt>
          <cx:pt idx="1564">0</cx:pt>
          <cx:pt idx="1565">0</cx:pt>
          <cx:pt idx="1566">0</cx:pt>
          <cx:pt idx="1567">0</cx:pt>
          <cx:pt idx="1568">0</cx:pt>
          <cx:pt idx="1569">0</cx:pt>
          <cx:pt idx="1570">0</cx:pt>
          <cx:pt idx="1571">0</cx:pt>
          <cx:pt idx="1572">0</cx:pt>
          <cx:pt idx="1573">0</cx:pt>
          <cx:pt idx="1574">0</cx:pt>
          <cx:pt idx="1575">0</cx:pt>
          <cx:pt idx="1576">0</cx:pt>
          <cx:pt idx="1577">0</cx:pt>
          <cx:pt idx="1578">0</cx:pt>
          <cx:pt idx="1579">0</cx:pt>
          <cx:pt idx="1580">0</cx:pt>
          <cx:pt idx="1581">0</cx:pt>
          <cx:pt idx="1582">0</cx:pt>
          <cx:pt idx="1583">0</cx:pt>
          <cx:pt idx="1584">0</cx:pt>
          <cx:pt idx="1585">0</cx:pt>
          <cx:pt idx="1586">0</cx:pt>
          <cx:pt idx="1587">0</cx:pt>
          <cx:pt idx="1588">0</cx:pt>
          <cx:pt idx="1589">0</cx:pt>
          <cx:pt idx="1590">0</cx:pt>
          <cx:pt idx="1591">0</cx:pt>
          <cx:pt idx="1592">0</cx:pt>
          <cx:pt idx="1593">0</cx:pt>
          <cx:pt idx="1594">0</cx:pt>
          <cx:pt idx="1595">0</cx:pt>
          <cx:pt idx="1596">0</cx:pt>
          <cx:pt idx="1597">0</cx:pt>
          <cx:pt idx="1598">0</cx:pt>
          <cx:pt idx="1599">0</cx:pt>
          <cx:pt idx="1600">0</cx:pt>
          <cx:pt idx="1601">0</cx:pt>
          <cx:pt idx="1602">0</cx:pt>
          <cx:pt idx="1603">0</cx:pt>
          <cx:pt idx="1604">0</cx:pt>
          <cx:pt idx="1605">0</cx:pt>
          <cx:pt idx="1606">0</cx:pt>
          <cx:pt idx="1607">0</cx:pt>
          <cx:pt idx="1608">0</cx:pt>
          <cx:pt idx="1609">0</cx:pt>
          <cx:pt idx="1610">0</cx:pt>
          <cx:pt idx="1611">0</cx:pt>
          <cx:pt idx="1612">0</cx:pt>
          <cx:pt idx="1613">0</cx:pt>
          <cx:pt idx="1614">0</cx:pt>
          <cx:pt idx="1615">0</cx:pt>
          <cx:pt idx="1616">0</cx:pt>
          <cx:pt idx="1617">0</cx:pt>
          <cx:pt idx="1618">0</cx:pt>
          <cx:pt idx="1619">0</cx:pt>
          <cx:pt idx="1620">0</cx:pt>
          <cx:pt idx="1621">0</cx:pt>
          <cx:pt idx="1622">0</cx:pt>
          <cx:pt idx="1623">0</cx:pt>
          <cx:pt idx="1624">0</cx:pt>
          <cx:pt idx="1625">0</cx:pt>
          <cx:pt idx="1626">0</cx:pt>
          <cx:pt idx="1627">0</cx:pt>
          <cx:pt idx="1628">0</cx:pt>
          <cx:pt idx="1629">0</cx:pt>
          <cx:pt idx="1630">0</cx:pt>
          <cx:pt idx="1631">0</cx:pt>
          <cx:pt idx="1632">0</cx:pt>
          <cx:pt idx="1633">0</cx:pt>
          <cx:pt idx="1634">0</cx:pt>
          <cx:pt idx="1635">0</cx:pt>
          <cx:pt idx="1636">0</cx:pt>
          <cx:pt idx="1637">0</cx:pt>
          <cx:pt idx="1638">0</cx:pt>
          <cx:pt idx="1639">0</cx:pt>
          <cx:pt idx="1640">0</cx:pt>
          <cx:pt idx="1641">0</cx:pt>
          <cx:pt idx="1642">0</cx:pt>
          <cx:pt idx="1643">0</cx:pt>
          <cx:pt idx="1644">0</cx:pt>
          <cx:pt idx="1645">0</cx:pt>
          <cx:pt idx="1646">0</cx:pt>
          <cx:pt idx="1647">0</cx:pt>
          <cx:pt idx="1648">0</cx:pt>
          <cx:pt idx="1649">0</cx:pt>
          <cx:pt idx="1650">0</cx:pt>
          <cx:pt idx="1651">0</cx:pt>
          <cx:pt idx="1652">0</cx:pt>
          <cx:pt idx="1653">0</cx:pt>
          <cx:pt idx="1654">0</cx:pt>
          <cx:pt idx="1655">0</cx:pt>
          <cx:pt idx="1656">0</cx:pt>
          <cx:pt idx="1657">0</cx:pt>
          <cx:pt idx="1658">0</cx:pt>
          <cx:pt idx="1659">0</cx:pt>
          <cx:pt idx="1660">0</cx:pt>
          <cx:pt idx="1661">0</cx:pt>
          <cx:pt idx="1662">0</cx:pt>
          <cx:pt idx="1663">0</cx:pt>
          <cx:pt idx="1664">0</cx:pt>
          <cx:pt idx="1665">0</cx:pt>
          <cx:pt idx="1666">0</cx:pt>
          <cx:pt idx="1667">0</cx:pt>
          <cx:pt idx="1668">0</cx:pt>
          <cx:pt idx="1669">0</cx:pt>
          <cx:pt idx="1670">0</cx:pt>
          <cx:pt idx="1671">0</cx:pt>
          <cx:pt idx="1672">0</cx:pt>
          <cx:pt idx="1673">0</cx:pt>
          <cx:pt idx="1674">0</cx:pt>
          <cx:pt idx="1675">0</cx:pt>
          <cx:pt idx="1676">0</cx:pt>
          <cx:pt idx="1677">0</cx:pt>
          <cx:pt idx="1678">0</cx:pt>
          <cx:pt idx="1679">0</cx:pt>
          <cx:pt idx="1680">0</cx:pt>
          <cx:pt idx="1681">0</cx:pt>
          <cx:pt idx="1682">0</cx:pt>
          <cx:pt idx="1683">0</cx:pt>
          <cx:pt idx="1684">0</cx:pt>
          <cx:pt idx="1685">0</cx:pt>
          <cx:pt idx="1686">0</cx:pt>
          <cx:pt idx="1687">0</cx:pt>
          <cx:pt idx="1688">0</cx:pt>
          <cx:pt idx="1689">0</cx:pt>
          <cx:pt idx="1690">0</cx:pt>
          <cx:pt idx="1691">0</cx:pt>
          <cx:pt idx="1692">0</cx:pt>
          <cx:pt idx="1693">0</cx:pt>
          <cx:pt idx="1694">0</cx:pt>
          <cx:pt idx="1695">0</cx:pt>
          <cx:pt idx="1696">0</cx:pt>
          <cx:pt idx="1697">0</cx:pt>
          <cx:pt idx="1698">0</cx:pt>
          <cx:pt idx="1699">0</cx:pt>
          <cx:pt idx="1700">0</cx:pt>
          <cx:pt idx="1701">0</cx:pt>
          <cx:pt idx="1702">0</cx:pt>
          <cx:pt idx="1703">0</cx:pt>
          <cx:pt idx="1704">0</cx:pt>
          <cx:pt idx="1705">0</cx:pt>
          <cx:pt idx="1706">0</cx:pt>
          <cx:pt idx="1707">0</cx:pt>
          <cx:pt idx="1708">0</cx:pt>
          <cx:pt idx="1709">0</cx:pt>
          <cx:pt idx="1710">0</cx:pt>
          <cx:pt idx="1711">0</cx:pt>
          <cx:pt idx="1712">0</cx:pt>
          <cx:pt idx="1713">0</cx:pt>
          <cx:pt idx="1714">0</cx:pt>
          <cx:pt idx="1715">0</cx:pt>
          <cx:pt idx="1716">0</cx:pt>
          <cx:pt idx="1717">0</cx:pt>
          <cx:pt idx="1718">0</cx:pt>
          <cx:pt idx="1719">0</cx:pt>
          <cx:pt idx="1720">0</cx:pt>
          <cx:pt idx="1721">0</cx:pt>
          <cx:pt idx="1722">0</cx:pt>
          <cx:pt idx="1723">0</cx:pt>
          <cx:pt idx="1724">0</cx:pt>
          <cx:pt idx="1725">0</cx:pt>
          <cx:pt idx="1726">0</cx:pt>
          <cx:pt idx="1727">0</cx:pt>
          <cx:pt idx="1728">0</cx:pt>
          <cx:pt idx="1729">0</cx:pt>
          <cx:pt idx="1730">0</cx:pt>
          <cx:pt idx="1731">0</cx:pt>
          <cx:pt idx="1732">0</cx:pt>
          <cx:pt idx="1733">0</cx:pt>
          <cx:pt idx="1734">0</cx:pt>
          <cx:pt idx="1735">0</cx:pt>
          <cx:pt idx="1736">0</cx:pt>
          <cx:pt idx="1737">0</cx:pt>
          <cx:pt idx="1738">0</cx:pt>
          <cx:pt idx="1739">0</cx:pt>
          <cx:pt idx="1740">0</cx:pt>
          <cx:pt idx="1741">0</cx:pt>
          <cx:pt idx="1742">0</cx:pt>
          <cx:pt idx="1743">0</cx:pt>
          <cx:pt idx="1744">0</cx:pt>
          <cx:pt idx="1745">0</cx:pt>
          <cx:pt idx="1746">0</cx:pt>
          <cx:pt idx="1747">0</cx:pt>
          <cx:pt idx="1748">0</cx:pt>
          <cx:pt idx="1749">0</cx:pt>
          <cx:pt idx="1750">0</cx:pt>
          <cx:pt idx="1751">0</cx:pt>
          <cx:pt idx="1752">0</cx:pt>
          <cx:pt idx="1753">0</cx:pt>
          <cx:pt idx="1754">0</cx:pt>
          <cx:pt idx="1755">0</cx:pt>
          <cx:pt idx="1756">0</cx:pt>
          <cx:pt idx="1757">0</cx:pt>
          <cx:pt idx="1758">0</cx:pt>
          <cx:pt idx="1759">0</cx:pt>
          <cx:pt idx="1760">0</cx:pt>
          <cx:pt idx="1761">0</cx:pt>
          <cx:pt idx="1762">0</cx:pt>
          <cx:pt idx="1763">0</cx:pt>
          <cx:pt idx="1764">0</cx:pt>
          <cx:pt idx="1765">0</cx:pt>
          <cx:pt idx="1766">0</cx:pt>
          <cx:pt idx="1767">0</cx:pt>
          <cx:pt idx="1768">0</cx:pt>
          <cx:pt idx="1769">0</cx:pt>
          <cx:pt idx="1770">0</cx:pt>
          <cx:pt idx="1771">0</cx:pt>
          <cx:pt idx="1772">0</cx:pt>
          <cx:pt idx="1773">0</cx:pt>
          <cx:pt idx="1774">0</cx:pt>
          <cx:pt idx="1775">0</cx:pt>
          <cx:pt idx="1776">0</cx:pt>
          <cx:pt idx="1777">0</cx:pt>
          <cx:pt idx="1778">0</cx:pt>
          <cx:pt idx="1779">0</cx:pt>
          <cx:pt idx="1780">0</cx:pt>
          <cx:pt idx="1781">0</cx:pt>
          <cx:pt idx="1782">0</cx:pt>
          <cx:pt idx="1783">0</cx:pt>
          <cx:pt idx="1784">0</cx:pt>
          <cx:pt idx="1785">0</cx:pt>
          <cx:pt idx="1786">0</cx:pt>
          <cx:pt idx="1787">0</cx:pt>
          <cx:pt idx="1788">0</cx:pt>
          <cx:pt idx="1789">0</cx:pt>
          <cx:pt idx="1790">0</cx:pt>
          <cx:pt idx="1791">0</cx:pt>
          <cx:pt idx="1792">0</cx:pt>
          <cx:pt idx="1793">0</cx:pt>
          <cx:pt idx="1794">0</cx:pt>
          <cx:pt idx="1795">0</cx:pt>
          <cx:pt idx="1796">0</cx:pt>
          <cx:pt idx="1797">0</cx:pt>
          <cx:pt idx="1798">0</cx:pt>
          <cx:pt idx="1799">0</cx:pt>
          <cx:pt idx="1800">0</cx:pt>
          <cx:pt idx="1801">0</cx:pt>
          <cx:pt idx="1802">0</cx:pt>
          <cx:pt idx="1803">0</cx:pt>
          <cx:pt idx="1804">0</cx:pt>
          <cx:pt idx="1805">0</cx:pt>
          <cx:pt idx="1806">0</cx:pt>
          <cx:pt idx="1807">0</cx:pt>
          <cx:pt idx="1808">0</cx:pt>
          <cx:pt idx="1809">0</cx:pt>
          <cx:pt idx="1810">0</cx:pt>
          <cx:pt idx="1811">0</cx:pt>
          <cx:pt idx="1812">0</cx:pt>
          <cx:pt idx="1813">0</cx:pt>
          <cx:pt idx="1814">0</cx:pt>
          <cx:pt idx="1815">0</cx:pt>
          <cx:pt idx="1816">0</cx:pt>
          <cx:pt idx="1817">0</cx:pt>
          <cx:pt idx="1818">0</cx:pt>
          <cx:pt idx="1819">0</cx:pt>
          <cx:pt idx="1820">0</cx:pt>
          <cx:pt idx="1821">0</cx:pt>
          <cx:pt idx="1822">0</cx:pt>
          <cx:pt idx="1823">0</cx:pt>
          <cx:pt idx="1824">0</cx:pt>
          <cx:pt idx="1825">0</cx:pt>
          <cx:pt idx="1826">0</cx:pt>
          <cx:pt idx="1827">0</cx:pt>
          <cx:pt idx="1828">0</cx:pt>
          <cx:pt idx="1829">0</cx:pt>
          <cx:pt idx="1830">0</cx:pt>
          <cx:pt idx="1831">0</cx:pt>
          <cx:pt idx="1832">0</cx:pt>
          <cx:pt idx="1833">0</cx:pt>
          <cx:pt idx="1834">0</cx:pt>
          <cx:pt idx="1835">0</cx:pt>
          <cx:pt idx="1836">0</cx:pt>
          <cx:pt idx="1837">0</cx:pt>
          <cx:pt idx="1838">0</cx:pt>
          <cx:pt idx="1839">0</cx:pt>
          <cx:pt idx="1840">0</cx:pt>
          <cx:pt idx="1841">0</cx:pt>
          <cx:pt idx="1842">0</cx:pt>
          <cx:pt idx="1843">0</cx:pt>
          <cx:pt idx="1844">0</cx:pt>
          <cx:pt idx="1845">0</cx:pt>
          <cx:pt idx="1846">0</cx:pt>
          <cx:pt idx="1847">0</cx:pt>
          <cx:pt idx="1848">0</cx:pt>
          <cx:pt idx="1849">0</cx:pt>
          <cx:pt idx="1850">0</cx:pt>
          <cx:pt idx="1851">0</cx:pt>
          <cx:pt idx="1852">0</cx:pt>
          <cx:pt idx="1853">0</cx:pt>
          <cx:pt idx="1854">0</cx:pt>
          <cx:pt idx="1855">0</cx:pt>
          <cx:pt idx="1856">0</cx:pt>
          <cx:pt idx="1857">0</cx:pt>
          <cx:pt idx="1858">0</cx:pt>
          <cx:pt idx="1859">0</cx:pt>
          <cx:pt idx="1860">0</cx:pt>
          <cx:pt idx="1861">0</cx:pt>
          <cx:pt idx="1862">0</cx:pt>
          <cx:pt idx="1863">0</cx:pt>
          <cx:pt idx="1864">0</cx:pt>
          <cx:pt idx="1865">0</cx:pt>
          <cx:pt idx="1866">0</cx:pt>
          <cx:pt idx="1867">0</cx:pt>
          <cx:pt idx="1868">0</cx:pt>
          <cx:pt idx="1869">0</cx:pt>
          <cx:pt idx="1870">0</cx:pt>
          <cx:pt idx="1871">0</cx:pt>
          <cx:pt idx="1872">0</cx:pt>
          <cx:pt idx="1873">0</cx:pt>
          <cx:pt idx="1874">0</cx:pt>
          <cx:pt idx="1875">0</cx:pt>
          <cx:pt idx="1876">0</cx:pt>
          <cx:pt idx="1877">0</cx:pt>
          <cx:pt idx="1878">0</cx:pt>
          <cx:pt idx="1879">0</cx:pt>
          <cx:pt idx="1880">0</cx:pt>
          <cx:pt idx="1881">0</cx:pt>
          <cx:pt idx="1882">0</cx:pt>
          <cx:pt idx="1883">0</cx:pt>
          <cx:pt idx="1884">0</cx:pt>
          <cx:pt idx="1885">0</cx:pt>
          <cx:pt idx="1886">0</cx:pt>
          <cx:pt idx="1887">0</cx:pt>
          <cx:pt idx="1888">0</cx:pt>
          <cx:pt idx="1889">0</cx:pt>
          <cx:pt idx="1890">0</cx:pt>
          <cx:pt idx="1891">0</cx:pt>
          <cx:pt idx="1892">0</cx:pt>
          <cx:pt idx="1893">0</cx:pt>
          <cx:pt idx="1894">0</cx:pt>
          <cx:pt idx="1895">0</cx:pt>
          <cx:pt idx="1896">0</cx:pt>
          <cx:pt idx="1897">0</cx:pt>
          <cx:pt idx="1898">0</cx:pt>
          <cx:pt idx="1899">0</cx:pt>
          <cx:pt idx="1900">0</cx:pt>
          <cx:pt idx="1901">0</cx:pt>
          <cx:pt idx="1902">0</cx:pt>
          <cx:pt idx="1903">0</cx:pt>
          <cx:pt idx="1904">0</cx:pt>
          <cx:pt idx="1905">0</cx:pt>
          <cx:pt idx="1906">0</cx:pt>
          <cx:pt idx="1907">0</cx:pt>
          <cx:pt idx="1908">0</cx:pt>
          <cx:pt idx="1909">0</cx:pt>
          <cx:pt idx="1910">0</cx:pt>
          <cx:pt idx="1911">0</cx:pt>
          <cx:pt idx="1912">0</cx:pt>
          <cx:pt idx="1913">0</cx:pt>
          <cx:pt idx="1914">0</cx:pt>
          <cx:pt idx="1915">0</cx:pt>
          <cx:pt idx="1916">0</cx:pt>
          <cx:pt idx="1917">0</cx:pt>
          <cx:pt idx="1918">0</cx:pt>
          <cx:pt idx="1919">0</cx:pt>
          <cx:pt idx="1920">0</cx:pt>
          <cx:pt idx="1921">0</cx:pt>
          <cx:pt idx="1922">0</cx:pt>
          <cx:pt idx="1923">0</cx:pt>
          <cx:pt idx="1924">0</cx:pt>
          <cx:pt idx="1925">0</cx:pt>
          <cx:pt idx="1926">0</cx:pt>
          <cx:pt idx="1927">0</cx:pt>
          <cx:pt idx="1928">0</cx:pt>
          <cx:pt idx="1929">0</cx:pt>
          <cx:pt idx="1930">0</cx:pt>
          <cx:pt idx="1931">0</cx:pt>
          <cx:pt idx="1932">0</cx:pt>
          <cx:pt idx="1933">0</cx:pt>
          <cx:pt idx="1934">0</cx:pt>
          <cx:pt idx="1935">0</cx:pt>
          <cx:pt idx="1936">0</cx:pt>
          <cx:pt idx="1937">0</cx:pt>
          <cx:pt idx="1938">0</cx:pt>
          <cx:pt idx="1939">0</cx:pt>
          <cx:pt idx="1940">0</cx:pt>
          <cx:pt idx="1941">0</cx:pt>
          <cx:pt idx="1942">0</cx:pt>
          <cx:pt idx="1943">0</cx:pt>
          <cx:pt idx="1944">0</cx:pt>
          <cx:pt idx="1945">0</cx:pt>
          <cx:pt idx="1946">0</cx:pt>
          <cx:pt idx="1947">0</cx:pt>
          <cx:pt idx="1948">0</cx:pt>
          <cx:pt idx="1949">0</cx:pt>
          <cx:pt idx="1950">0</cx:pt>
          <cx:pt idx="1951">0</cx:pt>
          <cx:pt idx="1952">0</cx:pt>
          <cx:pt idx="1953">0</cx:pt>
          <cx:pt idx="1954">0</cx:pt>
          <cx:pt idx="1955">0</cx:pt>
          <cx:pt idx="1956">0</cx:pt>
          <cx:pt idx="1957">0</cx:pt>
          <cx:pt idx="1958">0</cx:pt>
          <cx:pt idx="1959">0</cx:pt>
          <cx:pt idx="1960">0</cx:pt>
          <cx:pt idx="1961">0</cx:pt>
          <cx:pt idx="1962">0</cx:pt>
          <cx:pt idx="1963">0</cx:pt>
          <cx:pt idx="1964">0</cx:pt>
          <cx:pt idx="1965">0</cx:pt>
          <cx:pt idx="1966">0</cx:pt>
          <cx:pt idx="1967">0</cx:pt>
          <cx:pt idx="1968">0</cx:pt>
          <cx:pt idx="1969">0</cx:pt>
          <cx:pt idx="1970">0</cx:pt>
          <cx:pt idx="1971">0</cx:pt>
          <cx:pt idx="1972">0</cx:pt>
          <cx:pt idx="1973">0</cx:pt>
          <cx:pt idx="1974">0</cx:pt>
          <cx:pt idx="1975">0</cx:pt>
          <cx:pt idx="1976">0</cx:pt>
          <cx:pt idx="1977">0</cx:pt>
          <cx:pt idx="1978">0</cx:pt>
          <cx:pt idx="1979">0</cx:pt>
          <cx:pt idx="1980">0</cx:pt>
          <cx:pt idx="1981">0</cx:pt>
          <cx:pt idx="1982">0</cx:pt>
          <cx:pt idx="1983">0</cx:pt>
          <cx:pt idx="1984">0</cx:pt>
          <cx:pt idx="1985">0</cx:pt>
          <cx:pt idx="1986">0</cx:pt>
          <cx:pt idx="1987">0</cx:pt>
          <cx:pt idx="1988">0</cx:pt>
          <cx:pt idx="1989">0</cx:pt>
          <cx:pt idx="1990">0</cx:pt>
          <cx:pt idx="1991">0</cx:pt>
          <cx:pt idx="1992">0</cx:pt>
          <cx:pt idx="1993">0</cx:pt>
          <cx:pt idx="1994">0</cx:pt>
          <cx:pt idx="1995">0</cx:pt>
          <cx:pt idx="1996">0</cx:pt>
          <cx:pt idx="1997">0</cx:pt>
          <cx:pt idx="1998">0</cx:pt>
          <cx:pt idx="1999">0</cx:pt>
          <cx:pt idx="2000">0</cx:pt>
          <cx:pt idx="2001">0</cx:pt>
          <cx:pt idx="2002">0</cx:pt>
          <cx:pt idx="2003">0</cx:pt>
          <cx:pt idx="2004">0</cx:pt>
          <cx:pt idx="2005">0</cx:pt>
          <cx:pt idx="2006">0</cx:pt>
          <cx:pt idx="2007">0</cx:pt>
          <cx:pt idx="2008">0</cx:pt>
          <cx:pt idx="2009">0</cx:pt>
          <cx:pt idx="2010">0</cx:pt>
          <cx:pt idx="2011">0</cx:pt>
          <cx:pt idx="2012">0</cx:pt>
          <cx:pt idx="2013">0</cx:pt>
          <cx:pt idx="2014">0</cx:pt>
          <cx:pt idx="2015">0</cx:pt>
          <cx:pt idx="2016">0</cx:pt>
          <cx:pt idx="2017">0</cx:pt>
          <cx:pt idx="2018">0</cx:pt>
          <cx:pt idx="2019">0</cx:pt>
          <cx:pt idx="2020">0</cx:pt>
          <cx:pt idx="2021">0</cx:pt>
          <cx:pt idx="2022">0</cx:pt>
          <cx:pt idx="2023">0</cx:pt>
          <cx:pt idx="2024">0</cx:pt>
          <cx:pt idx="2025">0</cx:pt>
          <cx:pt idx="2026">0</cx:pt>
          <cx:pt idx="2027">0</cx:pt>
          <cx:pt idx="2028">0</cx:pt>
          <cx:pt idx="2029">0</cx:pt>
          <cx:pt idx="2030">0</cx:pt>
          <cx:pt idx="2031">0</cx:pt>
          <cx:pt idx="2032">0</cx:pt>
          <cx:pt idx="2033">0</cx:pt>
          <cx:pt idx="2034">0</cx:pt>
          <cx:pt idx="2035">0</cx:pt>
          <cx:pt idx="2036">0</cx:pt>
          <cx:pt idx="2037">0</cx:pt>
          <cx:pt idx="2038">0</cx:pt>
          <cx:pt idx="2039">0</cx:pt>
          <cx:pt idx="2040">0</cx:pt>
          <cx:pt idx="2041">0</cx:pt>
          <cx:pt idx="2042">0</cx:pt>
          <cx:pt idx="2043">0</cx:pt>
          <cx:pt idx="2044">0</cx:pt>
          <cx:pt idx="2045">0</cx:pt>
          <cx:pt idx="2046">0</cx:pt>
          <cx:pt idx="2047">0</cx:pt>
          <cx:pt idx="2048">0</cx:pt>
          <cx:pt idx="2049">0</cx:pt>
          <cx:pt idx="2050">0</cx:pt>
          <cx:pt idx="2051">0</cx:pt>
          <cx:pt idx="2052">0</cx:pt>
          <cx:pt idx="2053">0</cx:pt>
          <cx:pt idx="2054">0</cx:pt>
          <cx:pt idx="2055">0</cx:pt>
          <cx:pt idx="2056">0</cx:pt>
          <cx:pt idx="2057">0</cx:pt>
          <cx:pt idx="2058">0</cx:pt>
          <cx:pt idx="2059">0</cx:pt>
          <cx:pt idx="2060">0</cx:pt>
          <cx:pt idx="2061">0</cx:pt>
          <cx:pt idx="2062">0</cx:pt>
          <cx:pt idx="2063">0</cx:pt>
          <cx:pt idx="2064">0</cx:pt>
          <cx:pt idx="2065">0</cx:pt>
          <cx:pt idx="2066">0</cx:pt>
          <cx:pt idx="2067">0</cx:pt>
          <cx:pt idx="2068">0</cx:pt>
          <cx:pt idx="2069">0</cx:pt>
          <cx:pt idx="2070">0</cx:pt>
          <cx:pt idx="2071">0</cx:pt>
          <cx:pt idx="2072">0</cx:pt>
          <cx:pt idx="2073">0</cx:pt>
          <cx:pt idx="2074">0</cx:pt>
          <cx:pt idx="2075">0</cx:pt>
          <cx:pt idx="2076">0</cx:pt>
          <cx:pt idx="2077">0</cx:pt>
          <cx:pt idx="2078">0</cx:pt>
          <cx:pt idx="2079">0</cx:pt>
          <cx:pt idx="2080">0</cx:pt>
          <cx:pt idx="2081">0</cx:pt>
          <cx:pt idx="2082">0</cx:pt>
          <cx:pt idx="2083">0</cx:pt>
          <cx:pt idx="2084">0</cx:pt>
          <cx:pt idx="2085">0</cx:pt>
          <cx:pt idx="2086">0</cx:pt>
          <cx:pt idx="2087">0</cx:pt>
          <cx:pt idx="2088">0</cx:pt>
          <cx:pt idx="2089">0</cx:pt>
          <cx:pt idx="2090">0</cx:pt>
          <cx:pt idx="2091">0</cx:pt>
          <cx:pt idx="2092">0</cx:pt>
          <cx:pt idx="2093">0</cx:pt>
          <cx:pt idx="2094">0</cx:pt>
          <cx:pt idx="2095">0</cx:pt>
          <cx:pt idx="2096">0</cx:pt>
          <cx:pt idx="2097">0</cx:pt>
          <cx:pt idx="2098">0</cx:pt>
          <cx:pt idx="2099">0</cx:pt>
          <cx:pt idx="2100">0</cx:pt>
          <cx:pt idx="2101">0</cx:pt>
          <cx:pt idx="2102">0</cx:pt>
          <cx:pt idx="2103">0</cx:pt>
          <cx:pt idx="2104">0</cx:pt>
          <cx:pt idx="2105">0</cx:pt>
          <cx:pt idx="2106">0</cx:pt>
          <cx:pt idx="2107">0</cx:pt>
          <cx:pt idx="2108">0</cx:pt>
          <cx:pt idx="2109">0</cx:pt>
          <cx:pt idx="2110">0</cx:pt>
          <cx:pt idx="2111">0</cx:pt>
          <cx:pt idx="2112">0</cx:pt>
          <cx:pt idx="2113">0</cx:pt>
          <cx:pt idx="2114">0</cx:pt>
          <cx:pt idx="2115">0</cx:pt>
          <cx:pt idx="2116">0</cx:pt>
          <cx:pt idx="2117">0</cx:pt>
          <cx:pt idx="2118">0</cx:pt>
          <cx:pt idx="2119">0</cx:pt>
          <cx:pt idx="2120">0</cx:pt>
          <cx:pt idx="2121">0</cx:pt>
          <cx:pt idx="2122">0</cx:pt>
          <cx:pt idx="2123">0</cx:pt>
          <cx:pt idx="2124">0</cx:pt>
          <cx:pt idx="2125">0</cx:pt>
          <cx:pt idx="2126">0</cx:pt>
          <cx:pt idx="2127">0</cx:pt>
          <cx:pt idx="2128">0</cx:pt>
          <cx:pt idx="2129">0</cx:pt>
          <cx:pt idx="2130">0</cx:pt>
          <cx:pt idx="2131">0</cx:pt>
          <cx:pt idx="2132">0</cx:pt>
          <cx:pt idx="2133">0</cx:pt>
          <cx:pt idx="2134">0</cx:pt>
          <cx:pt idx="2135">0</cx:pt>
          <cx:pt idx="2136">0</cx:pt>
          <cx:pt idx="2137">0</cx:pt>
          <cx:pt idx="2138">0</cx:pt>
          <cx:pt idx="2139">0</cx:pt>
          <cx:pt idx="2140">0</cx:pt>
          <cx:pt idx="2141">0</cx:pt>
          <cx:pt idx="2142">0</cx:pt>
          <cx:pt idx="2143">0</cx:pt>
          <cx:pt idx="2144">0</cx:pt>
          <cx:pt idx="2145">0</cx:pt>
          <cx:pt idx="2146">0</cx:pt>
          <cx:pt idx="2147">0</cx:pt>
          <cx:pt idx="2148">0</cx:pt>
          <cx:pt idx="2149">0</cx:pt>
          <cx:pt idx="2150">0</cx:pt>
          <cx:pt idx="2151">0</cx:pt>
          <cx:pt idx="2152">0</cx:pt>
          <cx:pt idx="2153">0</cx:pt>
          <cx:pt idx="2154">0</cx:pt>
          <cx:pt idx="2155">0</cx:pt>
          <cx:pt idx="2156">0</cx:pt>
          <cx:pt idx="2157">0</cx:pt>
          <cx:pt idx="2158">0</cx:pt>
          <cx:pt idx="2159">0</cx:pt>
          <cx:pt idx="2160">0</cx:pt>
          <cx:pt idx="2161">0</cx:pt>
          <cx:pt idx="2162">0</cx:pt>
          <cx:pt idx="2163">0</cx:pt>
          <cx:pt idx="2164">0</cx:pt>
          <cx:pt idx="2165">0</cx:pt>
          <cx:pt idx="2166">0</cx:pt>
          <cx:pt idx="2167">0</cx:pt>
          <cx:pt idx="2168">0</cx:pt>
          <cx:pt idx="2169">0</cx:pt>
          <cx:pt idx="2170">0</cx:pt>
          <cx:pt idx="2171">0</cx:pt>
          <cx:pt idx="2172">0</cx:pt>
          <cx:pt idx="2173">0</cx:pt>
          <cx:pt idx="2174">0</cx:pt>
          <cx:pt idx="2175">0</cx:pt>
          <cx:pt idx="2176">0</cx:pt>
          <cx:pt idx="2177">0</cx:pt>
          <cx:pt idx="2178">0</cx:pt>
          <cx:pt idx="2179">0</cx:pt>
          <cx:pt idx="2180">0</cx:pt>
          <cx:pt idx="2181">0</cx:pt>
          <cx:pt idx="2182">0</cx:pt>
          <cx:pt idx="2183">0</cx:pt>
          <cx:pt idx="2184">0</cx:pt>
          <cx:pt idx="2185">0</cx:pt>
          <cx:pt idx="2186">0</cx:pt>
          <cx:pt idx="2187">0</cx:pt>
          <cx:pt idx="2188">0</cx:pt>
          <cx:pt idx="2189">0</cx:pt>
          <cx:pt idx="2190">0</cx:pt>
          <cx:pt idx="2191">0</cx:pt>
          <cx:pt idx="2192">0</cx:pt>
          <cx:pt idx="2193">0</cx:pt>
          <cx:pt idx="2194">0</cx:pt>
          <cx:pt idx="2195">0</cx:pt>
          <cx:pt idx="2196">0</cx:pt>
          <cx:pt idx="2197">0</cx:pt>
          <cx:pt idx="2198">0</cx:pt>
          <cx:pt idx="2199">0</cx:pt>
          <cx:pt idx="2200">0</cx:pt>
          <cx:pt idx="2201">0</cx:pt>
          <cx:pt idx="2202">0</cx:pt>
          <cx:pt idx="2203">0</cx:pt>
          <cx:pt idx="2204">0</cx:pt>
          <cx:pt idx="2205">0</cx:pt>
          <cx:pt idx="2206">0</cx:pt>
          <cx:pt idx="2207">0</cx:pt>
          <cx:pt idx="2208">0</cx:pt>
          <cx:pt idx="2209">0</cx:pt>
          <cx:pt idx="2210">0</cx:pt>
          <cx:pt idx="2211">0</cx:pt>
          <cx:pt idx="2212">0</cx:pt>
          <cx:pt idx="2213">0</cx:pt>
          <cx:pt idx="2214">0</cx:pt>
          <cx:pt idx="2215">0</cx:pt>
          <cx:pt idx="2216">0</cx:pt>
          <cx:pt idx="2217">0</cx:pt>
          <cx:pt idx="2218">0</cx:pt>
          <cx:pt idx="2219">0</cx:pt>
          <cx:pt idx="2220">0</cx:pt>
          <cx:pt idx="2221">0</cx:pt>
          <cx:pt idx="2222">0</cx:pt>
          <cx:pt idx="2223">0</cx:pt>
          <cx:pt idx="2224">0</cx:pt>
          <cx:pt idx="2225">0</cx:pt>
          <cx:pt idx="2226">0</cx:pt>
          <cx:pt idx="2227">0</cx:pt>
          <cx:pt idx="2228">0</cx:pt>
          <cx:pt idx="2229">0</cx:pt>
          <cx:pt idx="2230">0</cx:pt>
          <cx:pt idx="2231">0</cx:pt>
          <cx:pt idx="2232">0</cx:pt>
          <cx:pt idx="2233">0</cx:pt>
          <cx:pt idx="2234">0</cx:pt>
          <cx:pt idx="2235">0</cx:pt>
          <cx:pt idx="2236">0</cx:pt>
          <cx:pt idx="2237">0</cx:pt>
          <cx:pt idx="2238">0</cx:pt>
          <cx:pt idx="2239">0</cx:pt>
          <cx:pt idx="2240">0</cx:pt>
          <cx:pt idx="2241">0</cx:pt>
          <cx:pt idx="2242">0</cx:pt>
          <cx:pt idx="2243">0</cx:pt>
          <cx:pt idx="2244">0</cx:pt>
          <cx:pt idx="2245">0</cx:pt>
          <cx:pt idx="2246">0</cx:pt>
          <cx:pt idx="2247">0</cx:pt>
          <cx:pt idx="2248">0</cx:pt>
          <cx:pt idx="2249">0</cx:pt>
          <cx:pt idx="2250">0</cx:pt>
          <cx:pt idx="2251">0</cx:pt>
          <cx:pt idx="2252">0</cx:pt>
          <cx:pt idx="2253">0</cx:pt>
          <cx:pt idx="2254">0</cx:pt>
          <cx:pt idx="2255">0</cx:pt>
          <cx:pt idx="2256">0</cx:pt>
          <cx:pt idx="2257">0</cx:pt>
          <cx:pt idx="2258">0</cx:pt>
          <cx:pt idx="2259">0</cx:pt>
          <cx:pt idx="2260">0</cx:pt>
          <cx:pt idx="2261">0</cx:pt>
          <cx:pt idx="2262">0</cx:pt>
          <cx:pt idx="2263">0</cx:pt>
          <cx:pt idx="2264">0</cx:pt>
          <cx:pt idx="2265">0</cx:pt>
          <cx:pt idx="2266">0</cx:pt>
          <cx:pt idx="2267">0</cx:pt>
          <cx:pt idx="2268">0</cx:pt>
          <cx:pt idx="2269">0</cx:pt>
          <cx:pt idx="2270">0</cx:pt>
          <cx:pt idx="2271">0</cx:pt>
          <cx:pt idx="2272">0</cx:pt>
          <cx:pt idx="2273">0</cx:pt>
          <cx:pt idx="2274">0</cx:pt>
          <cx:pt idx="2275">0</cx:pt>
          <cx:pt idx="2276">0</cx:pt>
          <cx:pt idx="2277">0</cx:pt>
          <cx:pt idx="2278">0</cx:pt>
          <cx:pt idx="2279">0</cx:pt>
          <cx:pt idx="2280">0</cx:pt>
          <cx:pt idx="2281">0</cx:pt>
          <cx:pt idx="2282">0</cx:pt>
          <cx:pt idx="2283">0</cx:pt>
          <cx:pt idx="2284">0</cx:pt>
          <cx:pt idx="2285">0</cx:pt>
          <cx:pt idx="2286">0</cx:pt>
          <cx:pt idx="2287">0</cx:pt>
          <cx:pt idx="2288">0</cx:pt>
          <cx:pt idx="2289">0</cx:pt>
          <cx:pt idx="2290">0</cx:pt>
          <cx:pt idx="2291">0</cx:pt>
          <cx:pt idx="2292">0</cx:pt>
          <cx:pt idx="2293">0</cx:pt>
          <cx:pt idx="2294">0</cx:pt>
          <cx:pt idx="2295">0</cx:pt>
          <cx:pt idx="2296">0</cx:pt>
          <cx:pt idx="2297">0</cx:pt>
          <cx:pt idx="2298">0</cx:pt>
          <cx:pt idx="2299">0</cx:pt>
          <cx:pt idx="2300">0</cx:pt>
          <cx:pt idx="2301">0</cx:pt>
          <cx:pt idx="2302">0</cx:pt>
          <cx:pt idx="2303">0</cx:pt>
          <cx:pt idx="2304">0</cx:pt>
          <cx:pt idx="2305">0</cx:pt>
          <cx:pt idx="2306">0</cx:pt>
          <cx:pt idx="2307">0</cx:pt>
          <cx:pt idx="2308">0</cx:pt>
          <cx:pt idx="2309">0</cx:pt>
          <cx:pt idx="2310">0</cx:pt>
          <cx:pt idx="2311">0</cx:pt>
          <cx:pt idx="2312">0</cx:pt>
          <cx:pt idx="2313">0</cx:pt>
          <cx:pt idx="2314">0</cx:pt>
          <cx:pt idx="2315">0</cx:pt>
          <cx:pt idx="2316">0</cx:pt>
          <cx:pt idx="2317">0</cx:pt>
          <cx:pt idx="2318">0</cx:pt>
          <cx:pt idx="2319">0</cx:pt>
          <cx:pt idx="2320">0</cx:pt>
          <cx:pt idx="2321">0</cx:pt>
          <cx:pt idx="2322">0</cx:pt>
          <cx:pt idx="2323">0</cx:pt>
          <cx:pt idx="2324">0</cx:pt>
          <cx:pt idx="2325">0</cx:pt>
          <cx:pt idx="2326">0</cx:pt>
          <cx:pt idx="2327">0</cx:pt>
          <cx:pt idx="2328">0</cx:pt>
          <cx:pt idx="2329">0</cx:pt>
          <cx:pt idx="2330">0</cx:pt>
          <cx:pt idx="2331">0</cx:pt>
          <cx:pt idx="2332">0</cx:pt>
          <cx:pt idx="2333">0</cx:pt>
          <cx:pt idx="2334">0</cx:pt>
          <cx:pt idx="2335">0</cx:pt>
          <cx:pt idx="2336">0</cx:pt>
          <cx:pt idx="2337">0</cx:pt>
          <cx:pt idx="2338">0</cx:pt>
          <cx:pt idx="2339">0</cx:pt>
          <cx:pt idx="2340">0</cx:pt>
          <cx:pt idx="2341">0</cx:pt>
          <cx:pt idx="2342">0</cx:pt>
          <cx:pt idx="2343">0</cx:pt>
          <cx:pt idx="2344">0</cx:pt>
          <cx:pt idx="2345">0</cx:pt>
          <cx:pt idx="2346">0</cx:pt>
          <cx:pt idx="2347">0</cx:pt>
          <cx:pt idx="2348">0</cx:pt>
          <cx:pt idx="2349">0</cx:pt>
          <cx:pt idx="2350">0</cx:pt>
          <cx:pt idx="2351">0</cx:pt>
          <cx:pt idx="2352">0</cx:pt>
          <cx:pt idx="2353">0</cx:pt>
          <cx:pt idx="2354">0</cx:pt>
          <cx:pt idx="2355">0</cx:pt>
          <cx:pt idx="2356">0</cx:pt>
          <cx:pt idx="2357">0</cx:pt>
          <cx:pt idx="2358">0</cx:pt>
          <cx:pt idx="2359">0</cx:pt>
          <cx:pt idx="2360">0</cx:pt>
          <cx:pt idx="2361">0</cx:pt>
          <cx:pt idx="2362">0</cx:pt>
          <cx:pt idx="2363">0</cx:pt>
          <cx:pt idx="2364">0</cx:pt>
          <cx:pt idx="2365">0</cx:pt>
          <cx:pt idx="2366">0</cx:pt>
          <cx:pt idx="2367">0</cx:pt>
          <cx:pt idx="2368">0</cx:pt>
          <cx:pt idx="2369">0</cx:pt>
          <cx:pt idx="2370">0</cx:pt>
          <cx:pt idx="2371">0</cx:pt>
          <cx:pt idx="2372">0</cx:pt>
          <cx:pt idx="2373">0</cx:pt>
          <cx:pt idx="2374">0</cx:pt>
          <cx:pt idx="2375">0</cx:pt>
          <cx:pt idx="2376">0</cx:pt>
          <cx:pt idx="2377">0</cx:pt>
          <cx:pt idx="2378">0</cx:pt>
          <cx:pt idx="2379">0</cx:pt>
          <cx:pt idx="2380">0</cx:pt>
          <cx:pt idx="2381">0</cx:pt>
          <cx:pt idx="2382">0</cx:pt>
          <cx:pt idx="2383">0</cx:pt>
          <cx:pt idx="2384">0</cx:pt>
          <cx:pt idx="2385">0</cx:pt>
          <cx:pt idx="2386">0</cx:pt>
          <cx:pt idx="2387">0</cx:pt>
          <cx:pt idx="2388">0</cx:pt>
          <cx:pt idx="2389">0</cx:pt>
          <cx:pt idx="2390">0</cx:pt>
          <cx:pt idx="2391">0</cx:pt>
          <cx:pt idx="2392">0</cx:pt>
          <cx:pt idx="2393">0</cx:pt>
          <cx:pt idx="2394">0</cx:pt>
          <cx:pt idx="2395">0</cx:pt>
          <cx:pt idx="2396">0</cx:pt>
          <cx:pt idx="2397">0</cx:pt>
          <cx:pt idx="2398">0</cx:pt>
          <cx:pt idx="2399">0</cx:pt>
          <cx:pt idx="2400">0</cx:pt>
          <cx:pt idx="2401">0</cx:pt>
          <cx:pt idx="2402">0</cx:pt>
          <cx:pt idx="2403">0</cx:pt>
          <cx:pt idx="2404">0</cx:pt>
          <cx:pt idx="2405">0</cx:pt>
          <cx:pt idx="2406">0</cx:pt>
          <cx:pt idx="2407">0</cx:pt>
          <cx:pt idx="2408">0</cx:pt>
          <cx:pt idx="2409">0</cx:pt>
          <cx:pt idx="2410">0</cx:pt>
          <cx:pt idx="2411">0</cx:pt>
          <cx:pt idx="2412">0</cx:pt>
          <cx:pt idx="2413">0</cx:pt>
          <cx:pt idx="2414">0</cx:pt>
          <cx:pt idx="2415">0</cx:pt>
          <cx:pt idx="2416">0</cx:pt>
          <cx:pt idx="2417">0</cx:pt>
          <cx:pt idx="2418">0</cx:pt>
          <cx:pt idx="2419">0</cx:pt>
          <cx:pt idx="2420">0</cx:pt>
          <cx:pt idx="2421">0</cx:pt>
          <cx:pt idx="2422">0</cx:pt>
          <cx:pt idx="2423">0</cx:pt>
          <cx:pt idx="2424">0</cx:pt>
          <cx:pt idx="2425">0</cx:pt>
          <cx:pt idx="2426">0</cx:pt>
          <cx:pt idx="2427">0</cx:pt>
          <cx:pt idx="2428">0</cx:pt>
          <cx:pt idx="2429">0</cx:pt>
          <cx:pt idx="2430">0</cx:pt>
          <cx:pt idx="2431">0</cx:pt>
          <cx:pt idx="2432">0</cx:pt>
          <cx:pt idx="2433">0</cx:pt>
          <cx:pt idx="2434">0</cx:pt>
          <cx:pt idx="2435">0</cx:pt>
          <cx:pt idx="2436">4</cx:pt>
          <cx:pt idx="2437">4</cx:pt>
          <cx:pt idx="2438">4</cx:pt>
          <cx:pt idx="2439">4</cx:pt>
          <cx:pt idx="2440">4</cx:pt>
          <cx:pt idx="2441">4</cx:pt>
          <cx:pt idx="2442">4</cx:pt>
          <cx:pt idx="2443">10</cx:pt>
          <cx:pt idx="2444">10</cx:pt>
          <cx:pt idx="2445">10</cx:pt>
          <cx:pt idx="2446">10</cx:pt>
          <cx:pt idx="2447">10</cx:pt>
          <cx:pt idx="2448">20</cx:pt>
          <cx:pt idx="2449">20</cx:pt>
          <cx:pt idx="2450">20</cx:pt>
          <cx:pt idx="2451">20</cx:pt>
          <cx:pt idx="2452">30</cx:pt>
          <cx:pt idx="2453">30</cx:pt>
          <cx:pt idx="2454">30</cx:pt>
          <cx:pt idx="2455">30</cx:pt>
          <cx:pt idx="2456">30</cx:pt>
          <cx:pt idx="2457">30</cx:pt>
          <cx:pt idx="2458">30</cx:pt>
          <cx:pt idx="2459">40</cx:pt>
          <cx:pt idx="2460">40</cx:pt>
          <cx:pt idx="2461">40</cx:pt>
          <cx:pt idx="2462">40</cx:pt>
          <cx:pt idx="2463">50</cx:pt>
          <cx:pt idx="2464">50</cx:pt>
          <cx:pt idx="2465">50</cx:pt>
          <cx:pt idx="2466">50</cx:pt>
          <cx:pt idx="2467">50</cx:pt>
          <cx:pt idx="2468">50</cx:pt>
          <cx:pt idx="2469">50</cx:pt>
          <cx:pt idx="2470">50</cx:pt>
          <cx:pt idx="2471">60</cx:pt>
          <cx:pt idx="2472">60</cx:pt>
          <cx:pt idx="2473">80</cx:pt>
          <cx:pt idx="2474">80</cx:pt>
          <cx:pt idx="2475">100</cx:pt>
          <cx:pt idx="2476">100</cx:pt>
          <cx:pt idx="2477">100</cx:pt>
          <cx:pt idx="2478">100</cx:pt>
          <cx:pt idx="2479">100</cx:pt>
          <cx:pt idx="2480">100</cx:pt>
          <cx:pt idx="2481">100</cx:pt>
          <cx:pt idx="2482">100</cx:pt>
          <cx:pt idx="2483">100</cx:pt>
          <cx:pt idx="2484">100</cx:pt>
          <cx:pt idx="2485">100</cx:pt>
          <cx:pt idx="2486">110</cx:pt>
          <cx:pt idx="2487">110</cx:pt>
          <cx:pt idx="2488">110</cx:pt>
          <cx:pt idx="2489">120</cx:pt>
          <cx:pt idx="2490">120</cx:pt>
          <cx:pt idx="2491">130</cx:pt>
          <cx:pt idx="2492">140</cx:pt>
          <cx:pt idx="2493">140</cx:pt>
          <cx:pt idx="2494">140</cx:pt>
          <cx:pt idx="2495">140</cx:pt>
          <cx:pt idx="2496">150</cx:pt>
          <cx:pt idx="2497">150</cx:pt>
          <cx:pt idx="2498">160</cx:pt>
          <cx:pt idx="2499">170</cx:pt>
          <cx:pt idx="2500">180</cx:pt>
          <cx:pt idx="2501">180</cx:pt>
          <cx:pt idx="2502">180</cx:pt>
          <cx:pt idx="2503">180</cx:pt>
          <cx:pt idx="2504">190</cx:pt>
          <cx:pt idx="2505">200</cx:pt>
          <cx:pt idx="2506">200</cx:pt>
          <cx:pt idx="2507">200</cx:pt>
          <cx:pt idx="2508">200</cx:pt>
          <cx:pt idx="2509">200</cx:pt>
          <cx:pt idx="2510">200</cx:pt>
          <cx:pt idx="2511">200</cx:pt>
          <cx:pt idx="2512">200</cx:pt>
          <cx:pt idx="2513">200</cx:pt>
          <cx:pt idx="2514">200</cx:pt>
          <cx:pt idx="2515">200</cx:pt>
          <cx:pt idx="2516">200</cx:pt>
          <cx:pt idx="2517">200</cx:pt>
          <cx:pt idx="2518">200</cx:pt>
          <cx:pt idx="2519">200</cx:pt>
          <cx:pt idx="2520">200</cx:pt>
          <cx:pt idx="2521">200</cx:pt>
          <cx:pt idx="2522">200</cx:pt>
          <cx:pt idx="2523">201</cx:pt>
          <cx:pt idx="2524">210</cx:pt>
          <cx:pt idx="2525">220</cx:pt>
          <cx:pt idx="2526">220</cx:pt>
          <cx:pt idx="2527">220</cx:pt>
          <cx:pt idx="2528">230</cx:pt>
          <cx:pt idx="2529">230</cx:pt>
          <cx:pt idx="2530">230</cx:pt>
          <cx:pt idx="2531">240</cx:pt>
          <cx:pt idx="2532">250</cx:pt>
          <cx:pt idx="2533">250</cx:pt>
          <cx:pt idx="2534">250</cx:pt>
          <cx:pt idx="2535">250</cx:pt>
          <cx:pt idx="2536">250</cx:pt>
          <cx:pt idx="2537">270</cx:pt>
          <cx:pt idx="2538">290</cx:pt>
          <cx:pt idx="2539">290</cx:pt>
          <cx:pt idx="2540">300</cx:pt>
          <cx:pt idx="2541">300</cx:pt>
          <cx:pt idx="2542">300</cx:pt>
          <cx:pt idx="2543">300</cx:pt>
          <cx:pt idx="2544">300</cx:pt>
          <cx:pt idx="2545">300</cx:pt>
          <cx:pt idx="2546">300</cx:pt>
          <cx:pt idx="2547">300</cx:pt>
          <cx:pt idx="2548">300</cx:pt>
          <cx:pt idx="2549">300</cx:pt>
          <cx:pt idx="2550">300</cx:pt>
          <cx:pt idx="2551">300</cx:pt>
          <cx:pt idx="2552">300</cx:pt>
          <cx:pt idx="2553">300</cx:pt>
          <cx:pt idx="2554">300</cx:pt>
          <cx:pt idx="2555">310</cx:pt>
          <cx:pt idx="2556">320</cx:pt>
          <cx:pt idx="2557">330</cx:pt>
          <cx:pt idx="2558">340</cx:pt>
          <cx:pt idx="2559">350</cx:pt>
          <cx:pt idx="2560">350</cx:pt>
          <cx:pt idx="2561">360</cx:pt>
          <cx:pt idx="2562">360</cx:pt>
          <cx:pt idx="2563">360</cx:pt>
          <cx:pt idx="2564">360</cx:pt>
          <cx:pt idx="2565">360</cx:pt>
          <cx:pt idx="2566">370</cx:pt>
          <cx:pt idx="2567">370</cx:pt>
          <cx:pt idx="2568">380</cx:pt>
          <cx:pt idx="2569">400</cx:pt>
          <cx:pt idx="2570">400</cx:pt>
          <cx:pt idx="2571">400</cx:pt>
          <cx:pt idx="2572">400</cx:pt>
          <cx:pt idx="2573">400</cx:pt>
          <cx:pt idx="2574">400</cx:pt>
          <cx:pt idx="2575">400</cx:pt>
          <cx:pt idx="2576">400</cx:pt>
          <cx:pt idx="2577">400</cx:pt>
          <cx:pt idx="2578">400</cx:pt>
          <cx:pt idx="2579">400</cx:pt>
          <cx:pt idx="2580">400</cx:pt>
          <cx:pt idx="2581">400</cx:pt>
          <cx:pt idx="2582">400</cx:pt>
          <cx:pt idx="2583">400</cx:pt>
          <cx:pt idx="2584">400</cx:pt>
          <cx:pt idx="2585">400</cx:pt>
          <cx:pt idx="2586">400</cx:pt>
          <cx:pt idx="2587">400</cx:pt>
          <cx:pt idx="2588">400</cx:pt>
          <cx:pt idx="2589">410</cx:pt>
          <cx:pt idx="2590">430</cx:pt>
          <cx:pt idx="2591">450</cx:pt>
          <cx:pt idx="2592">450</cx:pt>
          <cx:pt idx="2593">450</cx:pt>
          <cx:pt idx="2594">450</cx:pt>
          <cx:pt idx="2595">450</cx:pt>
          <cx:pt idx="2596">480</cx:pt>
          <cx:pt idx="2597">480</cx:pt>
          <cx:pt idx="2598">480</cx:pt>
          <cx:pt idx="2599">490</cx:pt>
          <cx:pt idx="2600">500</cx:pt>
          <cx:pt idx="2601">500</cx:pt>
          <cx:pt idx="2602">500</cx:pt>
          <cx:pt idx="2603">500</cx:pt>
          <cx:pt idx="2604">500</cx:pt>
          <cx:pt idx="2605">500</cx:pt>
          <cx:pt idx="2606">500</cx:pt>
          <cx:pt idx="2607">500</cx:pt>
          <cx:pt idx="2608">500</cx:pt>
          <cx:pt idx="2609">500</cx:pt>
          <cx:pt idx="2610">500</cx:pt>
          <cx:pt idx="2611">500</cx:pt>
          <cx:pt idx="2612">500</cx:pt>
          <cx:pt idx="2613">500</cx:pt>
          <cx:pt idx="2614">500</cx:pt>
          <cx:pt idx="2615">500</cx:pt>
          <cx:pt idx="2616">500</cx:pt>
          <cx:pt idx="2617">500</cx:pt>
          <cx:pt idx="2618">500</cx:pt>
          <cx:pt idx="2619">500</cx:pt>
          <cx:pt idx="2620">500</cx:pt>
          <cx:pt idx="2621">500</cx:pt>
          <cx:pt idx="2622">500</cx:pt>
          <cx:pt idx="2623">500</cx:pt>
          <cx:pt idx="2624">500</cx:pt>
          <cx:pt idx="2625">500</cx:pt>
          <cx:pt idx="2626">500</cx:pt>
          <cx:pt idx="2627">500</cx:pt>
          <cx:pt idx="2628">500</cx:pt>
          <cx:pt idx="2629">500</cx:pt>
          <cx:pt idx="2630">500</cx:pt>
          <cx:pt idx="2631">500</cx:pt>
          <cx:pt idx="2632">500</cx:pt>
          <cx:pt idx="2633">500</cx:pt>
          <cx:pt idx="2634">500</cx:pt>
          <cx:pt idx="2635">500</cx:pt>
          <cx:pt idx="2636">500</cx:pt>
          <cx:pt idx="2637">520</cx:pt>
          <cx:pt idx="2638">550</cx:pt>
          <cx:pt idx="2639">550</cx:pt>
          <cx:pt idx="2640">550</cx:pt>
          <cx:pt idx="2641">550</cx:pt>
          <cx:pt idx="2642">560</cx:pt>
          <cx:pt idx="2643">560</cx:pt>
          <cx:pt idx="2644">560</cx:pt>
          <cx:pt idx="2645">560</cx:pt>
          <cx:pt idx="2646">570</cx:pt>
          <cx:pt idx="2647">580</cx:pt>
          <cx:pt idx="2648">590</cx:pt>
          <cx:pt idx="2649">600</cx:pt>
          <cx:pt idx="2650">600</cx:pt>
          <cx:pt idx="2651">600</cx:pt>
          <cx:pt idx="2652">600</cx:pt>
          <cx:pt idx="2653">600</cx:pt>
          <cx:pt idx="2654">600</cx:pt>
          <cx:pt idx="2655">600</cx:pt>
          <cx:pt idx="2656">600</cx:pt>
          <cx:pt idx="2657">600</cx:pt>
          <cx:pt idx="2658">600</cx:pt>
          <cx:pt idx="2659">600</cx:pt>
          <cx:pt idx="2660">600</cx:pt>
          <cx:pt idx="2661">600</cx:pt>
          <cx:pt idx="2662">600</cx:pt>
          <cx:pt idx="2663">600</cx:pt>
          <cx:pt idx="2664">600</cx:pt>
          <cx:pt idx="2665">600</cx:pt>
          <cx:pt idx="2666">600</cx:pt>
          <cx:pt idx="2667">600</cx:pt>
          <cx:pt idx="2668">600</cx:pt>
          <cx:pt idx="2669">600</cx:pt>
          <cx:pt idx="2670">600</cx:pt>
          <cx:pt idx="2671">600</cx:pt>
          <cx:pt idx="2672">600</cx:pt>
          <cx:pt idx="2673">620</cx:pt>
          <cx:pt idx="2674">630</cx:pt>
          <cx:pt idx="2675">630</cx:pt>
          <cx:pt idx="2676">630</cx:pt>
          <cx:pt idx="2677">640</cx:pt>
          <cx:pt idx="2678">650</cx:pt>
          <cx:pt idx="2679">660</cx:pt>
          <cx:pt idx="2680">670</cx:pt>
          <cx:pt idx="2681">670</cx:pt>
          <cx:pt idx="2682">670</cx:pt>
          <cx:pt idx="2683">670</cx:pt>
          <cx:pt idx="2684">680</cx:pt>
          <cx:pt idx="2685">690</cx:pt>
          <cx:pt idx="2686">700</cx:pt>
          <cx:pt idx="2687">700</cx:pt>
          <cx:pt idx="2688">700</cx:pt>
          <cx:pt idx="2689">700</cx:pt>
          <cx:pt idx="2690">700</cx:pt>
          <cx:pt idx="2691">700</cx:pt>
          <cx:pt idx="2692">700</cx:pt>
          <cx:pt idx="2693">700</cx:pt>
          <cx:pt idx="2694">700</cx:pt>
          <cx:pt idx="2695">710</cx:pt>
          <cx:pt idx="2696">720</cx:pt>
          <cx:pt idx="2697">720</cx:pt>
          <cx:pt idx="2698">740</cx:pt>
          <cx:pt idx="2699">750</cx:pt>
          <cx:pt idx="2700">750</cx:pt>
          <cx:pt idx="2701">750</cx:pt>
          <cx:pt idx="2702">760</cx:pt>
          <cx:pt idx="2703">780</cx:pt>
          <cx:pt idx="2704">780</cx:pt>
          <cx:pt idx="2705">780</cx:pt>
          <cx:pt idx="2706">790</cx:pt>
          <cx:pt idx="2707">790</cx:pt>
          <cx:pt idx="2708">790</cx:pt>
          <cx:pt idx="2709">800</cx:pt>
          <cx:pt idx="2710">800</cx:pt>
          <cx:pt idx="2711">800</cx:pt>
          <cx:pt idx="2712">800</cx:pt>
          <cx:pt idx="2713">800</cx:pt>
          <cx:pt idx="2714">800</cx:pt>
          <cx:pt idx="2715">800</cx:pt>
          <cx:pt idx="2716">800</cx:pt>
          <cx:pt idx="2717">800</cx:pt>
          <cx:pt idx="2718">800</cx:pt>
          <cx:pt idx="2719">800</cx:pt>
          <cx:pt idx="2720">800</cx:pt>
          <cx:pt idx="2721">800</cx:pt>
          <cx:pt idx="2722">800</cx:pt>
          <cx:pt idx="2723">800</cx:pt>
          <cx:pt idx="2724">800</cx:pt>
          <cx:pt idx="2725">800</cx:pt>
          <cx:pt idx="2726">800</cx:pt>
          <cx:pt idx="2727">800</cx:pt>
          <cx:pt idx="2728">810</cx:pt>
          <cx:pt idx="2729">810</cx:pt>
          <cx:pt idx="2730">810</cx:pt>
          <cx:pt idx="2731">810</cx:pt>
          <cx:pt idx="2732">820</cx:pt>
          <cx:pt idx="2733">840</cx:pt>
          <cx:pt idx="2734">850</cx:pt>
          <cx:pt idx="2735">850</cx:pt>
          <cx:pt idx="2736">850</cx:pt>
          <cx:pt idx="2737">850</cx:pt>
          <cx:pt idx="2738">860</cx:pt>
          <cx:pt idx="2739">860</cx:pt>
          <cx:pt idx="2740">870</cx:pt>
          <cx:pt idx="2741">870</cx:pt>
          <cx:pt idx="2742">900</cx:pt>
          <cx:pt idx="2743">900</cx:pt>
          <cx:pt idx="2744">900</cx:pt>
          <cx:pt idx="2745">900</cx:pt>
          <cx:pt idx="2746">900</cx:pt>
          <cx:pt idx="2747">900</cx:pt>
          <cx:pt idx="2748">900</cx:pt>
          <cx:pt idx="2749">900</cx:pt>
          <cx:pt idx="2750">900</cx:pt>
          <cx:pt idx="2751">900</cx:pt>
          <cx:pt idx="2752">900</cx:pt>
          <cx:pt idx="2753">900</cx:pt>
          <cx:pt idx="2754">900</cx:pt>
          <cx:pt idx="2755">900</cx:pt>
          <cx:pt idx="2756">900</cx:pt>
          <cx:pt idx="2757">920</cx:pt>
          <cx:pt idx="2758">920</cx:pt>
          <cx:pt idx="2759">930</cx:pt>
          <cx:pt idx="2760">940</cx:pt>
          <cx:pt idx="2761">940</cx:pt>
          <cx:pt idx="2762">950</cx:pt>
          <cx:pt idx="2763">960</cx:pt>
          <cx:pt idx="2764">960</cx:pt>
          <cx:pt idx="2765">960</cx:pt>
          <cx:pt idx="2766">960</cx:pt>
          <cx:pt idx="2767">960</cx:pt>
          <cx:pt idx="2768">960</cx:pt>
          <cx:pt idx="2769">960</cx:pt>
          <cx:pt idx="2770">960</cx:pt>
          <cx:pt idx="2771">980</cx:pt>
          <cx:pt idx="2772">1000</cx:pt>
          <cx:pt idx="2773">1000</cx:pt>
          <cx:pt idx="2774">1000</cx:pt>
          <cx:pt idx="2775">1000</cx:pt>
          <cx:pt idx="2776">1000</cx:pt>
          <cx:pt idx="2777">1000</cx:pt>
          <cx:pt idx="2778">1000</cx:pt>
          <cx:pt idx="2779">1000</cx:pt>
          <cx:pt idx="2780">1000</cx:pt>
          <cx:pt idx="2781">1000</cx:pt>
          <cx:pt idx="2782">1000</cx:pt>
          <cx:pt idx="2783">1000</cx:pt>
          <cx:pt idx="2784">1000</cx:pt>
          <cx:pt idx="2785">1000</cx:pt>
          <cx:pt idx="2786">1000</cx:pt>
          <cx:pt idx="2787">1000</cx:pt>
          <cx:pt idx="2788">1000</cx:pt>
          <cx:pt idx="2789">1000</cx:pt>
          <cx:pt idx="2790">1000</cx:pt>
          <cx:pt idx="2791">1000</cx:pt>
          <cx:pt idx="2792">1000</cx:pt>
          <cx:pt idx="2793">1000</cx:pt>
          <cx:pt idx="2794">1000</cx:pt>
          <cx:pt idx="2795">1000</cx:pt>
          <cx:pt idx="2796">1000</cx:pt>
          <cx:pt idx="2797">1000</cx:pt>
          <cx:pt idx="2798">1000</cx:pt>
          <cx:pt idx="2799">1000</cx:pt>
          <cx:pt idx="2800">1000</cx:pt>
          <cx:pt idx="2801">1000</cx:pt>
          <cx:pt idx="2802">1000</cx:pt>
          <cx:pt idx="2803">1000</cx:pt>
          <cx:pt idx="2804">1000</cx:pt>
          <cx:pt idx="2805">1000</cx:pt>
          <cx:pt idx="2806">1000</cx:pt>
          <cx:pt idx="2807">1000</cx:pt>
          <cx:pt idx="2808">1000</cx:pt>
          <cx:pt idx="2809">1000</cx:pt>
          <cx:pt idx="2810">1000</cx:pt>
          <cx:pt idx="2811">1000</cx:pt>
          <cx:pt idx="2812">1000</cx:pt>
          <cx:pt idx="2813">1000</cx:pt>
          <cx:pt idx="2814">1000</cx:pt>
          <cx:pt idx="2815">1000</cx:pt>
          <cx:pt idx="2816">1000</cx:pt>
          <cx:pt idx="2817">1000</cx:pt>
          <cx:pt idx="2818">1000</cx:pt>
          <cx:pt idx="2819">1000</cx:pt>
          <cx:pt idx="2820">1000</cx:pt>
          <cx:pt idx="2821">1000</cx:pt>
          <cx:pt idx="2822">1000</cx:pt>
          <cx:pt idx="2823">1000</cx:pt>
          <cx:pt idx="2824">1000</cx:pt>
          <cx:pt idx="2825">1000</cx:pt>
          <cx:pt idx="2826">1000</cx:pt>
          <cx:pt idx="2827">1000</cx:pt>
          <cx:pt idx="2828">1000</cx:pt>
          <cx:pt idx="2829">1000</cx:pt>
          <cx:pt idx="2830">1000</cx:pt>
          <cx:pt idx="2831">1000</cx:pt>
          <cx:pt idx="2832">1000</cx:pt>
          <cx:pt idx="2833">1000</cx:pt>
          <cx:pt idx="2834">1000</cx:pt>
          <cx:pt idx="2835">1000</cx:pt>
          <cx:pt idx="2836">1000</cx:pt>
          <cx:pt idx="2837">1000</cx:pt>
          <cx:pt idx="2838">1000</cx:pt>
          <cx:pt idx="2839">1000</cx:pt>
          <cx:pt idx="2840">1000</cx:pt>
          <cx:pt idx="2841">1000</cx:pt>
          <cx:pt idx="2842">1000</cx:pt>
          <cx:pt idx="2843">1000</cx:pt>
          <cx:pt idx="2844">1004</cx:pt>
          <cx:pt idx="2845">1050</cx:pt>
          <cx:pt idx="2846">1100</cx:pt>
          <cx:pt idx="2847">1100</cx:pt>
          <cx:pt idx="2848">1100</cx:pt>
          <cx:pt idx="2849">1100</cx:pt>
          <cx:pt idx="2850">1100</cx:pt>
          <cx:pt idx="2851">1100</cx:pt>
          <cx:pt idx="2852">1100</cx:pt>
          <cx:pt idx="2853">1100</cx:pt>
          <cx:pt idx="2854">1100</cx:pt>
          <cx:pt idx="2855">1100</cx:pt>
          <cx:pt idx="2856">1100</cx:pt>
          <cx:pt idx="2857">1100</cx:pt>
          <cx:pt idx="2858">1100</cx:pt>
          <cx:pt idx="2859">1100</cx:pt>
          <cx:pt idx="2860">1100</cx:pt>
          <cx:pt idx="2861">1100</cx:pt>
          <cx:pt idx="2862">1100</cx:pt>
          <cx:pt idx="2863">1100</cx:pt>
          <cx:pt idx="2864">1100</cx:pt>
          <cx:pt idx="2865">1100</cx:pt>
          <cx:pt idx="2866">1200</cx:pt>
          <cx:pt idx="2867">1200</cx:pt>
          <cx:pt idx="2868">1200</cx:pt>
          <cx:pt idx="2869">1200</cx:pt>
          <cx:pt idx="2870">1200</cx:pt>
          <cx:pt idx="2871">1200</cx:pt>
          <cx:pt idx="2872">1200</cx:pt>
          <cx:pt idx="2873">1200</cx:pt>
          <cx:pt idx="2874">1200</cx:pt>
          <cx:pt idx="2875">1200</cx:pt>
          <cx:pt idx="2876">1200</cx:pt>
          <cx:pt idx="2877">1200</cx:pt>
          <cx:pt idx="2878">1200</cx:pt>
          <cx:pt idx="2879">1200</cx:pt>
          <cx:pt idx="2880">1200</cx:pt>
          <cx:pt idx="2881">1200</cx:pt>
          <cx:pt idx="2882">1200</cx:pt>
          <cx:pt idx="2883">1200</cx:pt>
          <cx:pt idx="2884">1200</cx:pt>
          <cx:pt idx="2885">1200</cx:pt>
          <cx:pt idx="2886">1200</cx:pt>
          <cx:pt idx="2887">1200</cx:pt>
          <cx:pt idx="2888">1200</cx:pt>
          <cx:pt idx="2889">1200</cx:pt>
          <cx:pt idx="2890">1200</cx:pt>
          <cx:pt idx="2891">1200</cx:pt>
          <cx:pt idx="2892">1200</cx:pt>
          <cx:pt idx="2893">1200</cx:pt>
          <cx:pt idx="2894">1200</cx:pt>
          <cx:pt idx="2895">1200</cx:pt>
          <cx:pt idx="2896">1200</cx:pt>
          <cx:pt idx="2897">1200</cx:pt>
          <cx:pt idx="2898">1200</cx:pt>
          <cx:pt idx="2899">1200</cx:pt>
          <cx:pt idx="2900">1200</cx:pt>
          <cx:pt idx="2901">1200</cx:pt>
          <cx:pt idx="2902">1200</cx:pt>
          <cx:pt idx="2903">1200</cx:pt>
          <cx:pt idx="2904">1300</cx:pt>
          <cx:pt idx="2905">1300</cx:pt>
          <cx:pt idx="2906">1300</cx:pt>
          <cx:pt idx="2907">1300</cx:pt>
          <cx:pt idx="2908">1300</cx:pt>
          <cx:pt idx="2909">1300</cx:pt>
          <cx:pt idx="2910">1300</cx:pt>
          <cx:pt idx="2911">1300</cx:pt>
          <cx:pt idx="2912">1300</cx:pt>
          <cx:pt idx="2913">1300</cx:pt>
          <cx:pt idx="2914">1300</cx:pt>
          <cx:pt idx="2915">1300</cx:pt>
          <cx:pt idx="2916">1300</cx:pt>
          <cx:pt idx="2917">1300</cx:pt>
          <cx:pt idx="2918">1300</cx:pt>
          <cx:pt idx="2919">1300</cx:pt>
          <cx:pt idx="2920">1300</cx:pt>
          <cx:pt idx="2921">1300</cx:pt>
          <cx:pt idx="2922">1300</cx:pt>
          <cx:pt idx="2923">1300</cx:pt>
          <cx:pt idx="2924">1300</cx:pt>
          <cx:pt idx="2925">1400</cx:pt>
          <cx:pt idx="2926">1400</cx:pt>
          <cx:pt idx="2927">1400</cx:pt>
          <cx:pt idx="2928">1400</cx:pt>
          <cx:pt idx="2929">1400</cx:pt>
          <cx:pt idx="2930">1400</cx:pt>
          <cx:pt idx="2931">1400</cx:pt>
          <cx:pt idx="2932">1400</cx:pt>
          <cx:pt idx="2933">1400</cx:pt>
          <cx:pt idx="2934">1400</cx:pt>
          <cx:pt idx="2935">1400</cx:pt>
          <cx:pt idx="2936">1400</cx:pt>
          <cx:pt idx="2937">1400</cx:pt>
          <cx:pt idx="2938">1400</cx:pt>
          <cx:pt idx="2939">1400</cx:pt>
          <cx:pt idx="2940">1400</cx:pt>
          <cx:pt idx="2941">1400</cx:pt>
          <cx:pt idx="2942">1450</cx:pt>
          <cx:pt idx="2943">1500</cx:pt>
          <cx:pt idx="2944">1500</cx:pt>
          <cx:pt idx="2945">1500</cx:pt>
          <cx:pt idx="2946">1500</cx:pt>
          <cx:pt idx="2947">1500</cx:pt>
          <cx:pt idx="2948">1500</cx:pt>
          <cx:pt idx="2949">1500</cx:pt>
          <cx:pt idx="2950">1500</cx:pt>
          <cx:pt idx="2951">1500</cx:pt>
          <cx:pt idx="2952">1500</cx:pt>
          <cx:pt idx="2953">1500</cx:pt>
          <cx:pt idx="2954">1500</cx:pt>
          <cx:pt idx="2955">1500</cx:pt>
          <cx:pt idx="2956">1500</cx:pt>
          <cx:pt idx="2957">1500</cx:pt>
          <cx:pt idx="2958">1500</cx:pt>
          <cx:pt idx="2959">1500</cx:pt>
          <cx:pt idx="2960">1500</cx:pt>
          <cx:pt idx="2961">1500</cx:pt>
          <cx:pt idx="2962">1500</cx:pt>
          <cx:pt idx="2963">1500</cx:pt>
          <cx:pt idx="2964">1500</cx:pt>
          <cx:pt idx="2965">1500</cx:pt>
          <cx:pt idx="2966">1500</cx:pt>
          <cx:pt idx="2967">1500</cx:pt>
          <cx:pt idx="2968">1500</cx:pt>
          <cx:pt idx="2969">1500</cx:pt>
          <cx:pt idx="2970">1500</cx:pt>
          <cx:pt idx="2971">1500</cx:pt>
          <cx:pt idx="2972">1500</cx:pt>
          <cx:pt idx="2973">1500</cx:pt>
          <cx:pt idx="2974">1500</cx:pt>
          <cx:pt idx="2975">1500</cx:pt>
          <cx:pt idx="2976">1500</cx:pt>
          <cx:pt idx="2977">1540</cx:pt>
          <cx:pt idx="2978">1600</cx:pt>
          <cx:pt idx="2979">1600</cx:pt>
          <cx:pt idx="2980">1600</cx:pt>
          <cx:pt idx="2981">1600</cx:pt>
          <cx:pt idx="2982">1600</cx:pt>
          <cx:pt idx="2983">1600</cx:pt>
          <cx:pt idx="2984">1600</cx:pt>
          <cx:pt idx="2985">1600</cx:pt>
          <cx:pt idx="2986">1600</cx:pt>
          <cx:pt idx="2987">1600</cx:pt>
          <cx:pt idx="2988">1600</cx:pt>
          <cx:pt idx="2989">1600</cx:pt>
          <cx:pt idx="2990">1600</cx:pt>
          <cx:pt idx="2991">1600</cx:pt>
          <cx:pt idx="2992">1700</cx:pt>
          <cx:pt idx="2993">1700</cx:pt>
          <cx:pt idx="2994">1700</cx:pt>
          <cx:pt idx="2995">1700</cx:pt>
          <cx:pt idx="2996">1700</cx:pt>
          <cx:pt idx="2997">1700</cx:pt>
          <cx:pt idx="2998">1700</cx:pt>
          <cx:pt idx="2999">1700</cx:pt>
          <cx:pt idx="3000">1700</cx:pt>
          <cx:pt idx="3001">1700</cx:pt>
          <cx:pt idx="3002">1700</cx:pt>
          <cx:pt idx="3003">1700</cx:pt>
          <cx:pt idx="3004">1720</cx:pt>
          <cx:pt idx="3005">1800</cx:pt>
          <cx:pt idx="3006">1800</cx:pt>
          <cx:pt idx="3007">1800</cx:pt>
          <cx:pt idx="3008">1800</cx:pt>
          <cx:pt idx="3009">1800</cx:pt>
          <cx:pt idx="3010">1800</cx:pt>
          <cx:pt idx="3011">1800</cx:pt>
          <cx:pt idx="3012">1800</cx:pt>
          <cx:pt idx="3013">1800</cx:pt>
          <cx:pt idx="3014">1800</cx:pt>
          <cx:pt idx="3015">1800</cx:pt>
          <cx:pt idx="3016">1800</cx:pt>
          <cx:pt idx="3017">1800</cx:pt>
          <cx:pt idx="3018">1800</cx:pt>
          <cx:pt idx="3019">1800</cx:pt>
          <cx:pt idx="3020">1800</cx:pt>
          <cx:pt idx="3021">1900</cx:pt>
          <cx:pt idx="3022">1900</cx:pt>
          <cx:pt idx="3023">1900</cx:pt>
          <cx:pt idx="3024">1900</cx:pt>
          <cx:pt idx="3025">1900</cx:pt>
          <cx:pt idx="3026">1900</cx:pt>
          <cx:pt idx="3027">1900</cx:pt>
          <cx:pt idx="3028">1900</cx:pt>
          <cx:pt idx="3029">1900</cx:pt>
          <cx:pt idx="3030">1900</cx:pt>
          <cx:pt idx="3031">1900</cx:pt>
          <cx:pt idx="3032">1910</cx:pt>
          <cx:pt idx="3033">1950</cx:pt>
          <cx:pt idx="3034">2000</cx:pt>
          <cx:pt idx="3035">2000</cx:pt>
          <cx:pt idx="3036">2000</cx:pt>
          <cx:pt idx="3037">2000</cx:pt>
          <cx:pt idx="3038">2000</cx:pt>
          <cx:pt idx="3039">2000</cx:pt>
          <cx:pt idx="3040">2000</cx:pt>
          <cx:pt idx="3041">2000</cx:pt>
          <cx:pt idx="3042">2000</cx:pt>
          <cx:pt idx="3043">2000</cx:pt>
          <cx:pt idx="3044">2000</cx:pt>
          <cx:pt idx="3045">2000</cx:pt>
          <cx:pt idx="3046">2000</cx:pt>
          <cx:pt idx="3047">2000</cx:pt>
          <cx:pt idx="3048">2000</cx:pt>
          <cx:pt idx="3049">2000</cx:pt>
          <cx:pt idx="3050">2000</cx:pt>
          <cx:pt idx="3051">2000</cx:pt>
          <cx:pt idx="3052">2000</cx:pt>
          <cx:pt idx="3053">2000</cx:pt>
          <cx:pt idx="3054">2000</cx:pt>
          <cx:pt idx="3055">2000</cx:pt>
          <cx:pt idx="3056">2000</cx:pt>
          <cx:pt idx="3057">2000</cx:pt>
          <cx:pt idx="3058">2000</cx:pt>
          <cx:pt idx="3059">2000</cx:pt>
          <cx:pt idx="3060">2000</cx:pt>
          <cx:pt idx="3061">2000</cx:pt>
          <cx:pt idx="3062">2000</cx:pt>
          <cx:pt idx="3063">2000</cx:pt>
          <cx:pt idx="3064">2000</cx:pt>
          <cx:pt idx="3065">2000</cx:pt>
          <cx:pt idx="3066">2000</cx:pt>
          <cx:pt idx="3067">2000</cx:pt>
          <cx:pt idx="3068">2000</cx:pt>
          <cx:pt idx="3069">2000</cx:pt>
          <cx:pt idx="3070">2000</cx:pt>
          <cx:pt idx="3071">2000</cx:pt>
          <cx:pt idx="3072">2000</cx:pt>
          <cx:pt idx="3073">2000</cx:pt>
          <cx:pt idx="3074">2000</cx:pt>
          <cx:pt idx="3075">2000</cx:pt>
          <cx:pt idx="3076">2000</cx:pt>
          <cx:pt idx="3077">2000</cx:pt>
          <cx:pt idx="3078">2000</cx:pt>
          <cx:pt idx="3079">2000</cx:pt>
          <cx:pt idx="3080">2000</cx:pt>
          <cx:pt idx="3081">2000</cx:pt>
          <cx:pt idx="3082">2000</cx:pt>
          <cx:pt idx="3083">2000</cx:pt>
          <cx:pt idx="3084">2000</cx:pt>
          <cx:pt idx="3085">2000</cx:pt>
          <cx:pt idx="3086">2000</cx:pt>
          <cx:pt idx="3087">2000</cx:pt>
          <cx:pt idx="3088">2000</cx:pt>
          <cx:pt idx="3089">2000</cx:pt>
          <cx:pt idx="3090">2000</cx:pt>
          <cx:pt idx="3091">2000</cx:pt>
          <cx:pt idx="3092">2000</cx:pt>
          <cx:pt idx="3093">2000</cx:pt>
          <cx:pt idx="3094">2000</cx:pt>
          <cx:pt idx="3095">2000</cx:pt>
          <cx:pt idx="3096">2000</cx:pt>
          <cx:pt idx="3097">2000</cx:pt>
          <cx:pt idx="3098">2000</cx:pt>
          <cx:pt idx="3099">2000</cx:pt>
          <cx:pt idx="3100">2000</cx:pt>
          <cx:pt idx="3101">2000</cx:pt>
          <cx:pt idx="3102">2000</cx:pt>
          <cx:pt idx="3103">2000</cx:pt>
          <cx:pt idx="3104">2000</cx:pt>
          <cx:pt idx="3105">2000</cx:pt>
          <cx:pt idx="3106">2000</cx:pt>
          <cx:pt idx="3107">2000</cx:pt>
          <cx:pt idx="3108">2000</cx:pt>
          <cx:pt idx="3109">2000</cx:pt>
          <cx:pt idx="3110">2000</cx:pt>
          <cx:pt idx="3111">2000</cx:pt>
          <cx:pt idx="3112">2000</cx:pt>
          <cx:pt idx="3113">2000</cx:pt>
          <cx:pt idx="3114">2000</cx:pt>
          <cx:pt idx="3115">2000</cx:pt>
          <cx:pt idx="3116">2000</cx:pt>
          <cx:pt idx="3117">2000</cx:pt>
          <cx:pt idx="3118">2000</cx:pt>
          <cx:pt idx="3119">2060</cx:pt>
          <cx:pt idx="3120">2100</cx:pt>
          <cx:pt idx="3121">2100</cx:pt>
          <cx:pt idx="3122">2100</cx:pt>
          <cx:pt idx="3123">2100</cx:pt>
          <cx:pt idx="3124">2100</cx:pt>
          <cx:pt idx="3125">2100</cx:pt>
          <cx:pt idx="3126">2100</cx:pt>
          <cx:pt idx="3127">2100</cx:pt>
          <cx:pt idx="3128">2100</cx:pt>
          <cx:pt idx="3129">2100</cx:pt>
          <cx:pt idx="3130">2100</cx:pt>
          <cx:pt idx="3131">2100</cx:pt>
          <cx:pt idx="3132">2100</cx:pt>
          <cx:pt idx="3133">2120</cx:pt>
          <cx:pt idx="3134">2200</cx:pt>
          <cx:pt idx="3135">2200</cx:pt>
          <cx:pt idx="3136">2200</cx:pt>
          <cx:pt idx="3137">2200</cx:pt>
          <cx:pt idx="3138">2200</cx:pt>
          <cx:pt idx="3139">2200</cx:pt>
          <cx:pt idx="3140">2200</cx:pt>
          <cx:pt idx="3141">2200</cx:pt>
          <cx:pt idx="3142">2200</cx:pt>
          <cx:pt idx="3143">2200</cx:pt>
          <cx:pt idx="3144">2200</cx:pt>
          <cx:pt idx="3145">2200</cx:pt>
          <cx:pt idx="3146">2250</cx:pt>
          <cx:pt idx="3147">2290</cx:pt>
          <cx:pt idx="3148">2300</cx:pt>
          <cx:pt idx="3149">2300</cx:pt>
          <cx:pt idx="3150">2300</cx:pt>
          <cx:pt idx="3151">2300</cx:pt>
          <cx:pt idx="3152">2300</cx:pt>
          <cx:pt idx="3153">2300</cx:pt>
          <cx:pt idx="3154">2300</cx:pt>
          <cx:pt idx="3155">2300</cx:pt>
          <cx:pt idx="3156">2320</cx:pt>
          <cx:pt idx="3157">2340</cx:pt>
          <cx:pt idx="3158">2400</cx:pt>
          <cx:pt idx="3159">2400</cx:pt>
          <cx:pt idx="3160">2400</cx:pt>
          <cx:pt idx="3161">2400</cx:pt>
          <cx:pt idx="3162">2400</cx:pt>
          <cx:pt idx="3163">2400</cx:pt>
          <cx:pt idx="3164">2400</cx:pt>
          <cx:pt idx="3165">2400</cx:pt>
          <cx:pt idx="3166">2400</cx:pt>
          <cx:pt idx="3167">2400</cx:pt>
          <cx:pt idx="3168">2400</cx:pt>
          <cx:pt idx="3169">2400</cx:pt>
          <cx:pt idx="3170">2400</cx:pt>
          <cx:pt idx="3171">2400</cx:pt>
          <cx:pt idx="3172">2400</cx:pt>
          <cx:pt idx="3173">2400</cx:pt>
          <cx:pt idx="3174">2400</cx:pt>
          <cx:pt idx="3175">2400</cx:pt>
          <cx:pt idx="3176">2400</cx:pt>
          <cx:pt idx="3177">2400</cx:pt>
          <cx:pt idx="3178">2400</cx:pt>
          <cx:pt idx="3179">2400</cx:pt>
          <cx:pt idx="3180">2430</cx:pt>
          <cx:pt idx="3181">2500</cx:pt>
          <cx:pt idx="3182">2500</cx:pt>
          <cx:pt idx="3183">2500</cx:pt>
          <cx:pt idx="3184">2500</cx:pt>
          <cx:pt idx="3185">2500</cx:pt>
          <cx:pt idx="3186">2500</cx:pt>
          <cx:pt idx="3187">2500</cx:pt>
          <cx:pt idx="3188">2500</cx:pt>
          <cx:pt idx="3189">2500</cx:pt>
          <cx:pt idx="3190">2500</cx:pt>
          <cx:pt idx="3191">2500</cx:pt>
          <cx:pt idx="3192">2500</cx:pt>
          <cx:pt idx="3193">2500</cx:pt>
          <cx:pt idx="3194">2500</cx:pt>
          <cx:pt idx="3195">2500</cx:pt>
          <cx:pt idx="3196">2500</cx:pt>
          <cx:pt idx="3197">2500</cx:pt>
          <cx:pt idx="3198">2500</cx:pt>
          <cx:pt idx="3199">2500</cx:pt>
          <cx:pt idx="3200">2500</cx:pt>
          <cx:pt idx="3201">2500</cx:pt>
          <cx:pt idx="3202">2500</cx:pt>
          <cx:pt idx="3203">2500</cx:pt>
          <cx:pt idx="3204">2500</cx:pt>
          <cx:pt idx="3205">2500</cx:pt>
          <cx:pt idx="3206">2520</cx:pt>
          <cx:pt idx="3207">2520</cx:pt>
          <cx:pt idx="3208">2540</cx:pt>
          <cx:pt idx="3209">2600</cx:pt>
          <cx:pt idx="3210">2600</cx:pt>
          <cx:pt idx="3211">2600</cx:pt>
          <cx:pt idx="3212">2600</cx:pt>
          <cx:pt idx="3213">2600</cx:pt>
          <cx:pt idx="3214">2600</cx:pt>
          <cx:pt idx="3215">2600</cx:pt>
          <cx:pt idx="3216">2600</cx:pt>
          <cx:pt idx="3217">2600</cx:pt>
          <cx:pt idx="3218">2630</cx:pt>
          <cx:pt idx="3219">2640</cx:pt>
          <cx:pt idx="3220">2700</cx:pt>
          <cx:pt idx="3221">2700</cx:pt>
          <cx:pt idx="3222">2700</cx:pt>
          <cx:pt idx="3223">2700</cx:pt>
          <cx:pt idx="3224">2700</cx:pt>
          <cx:pt idx="3225">2700</cx:pt>
          <cx:pt idx="3226">2700</cx:pt>
          <cx:pt idx="3227">2700</cx:pt>
          <cx:pt idx="3228">2700</cx:pt>
          <cx:pt idx="3229">2700</cx:pt>
          <cx:pt idx="3230">2700</cx:pt>
          <cx:pt idx="3231">2700</cx:pt>
          <cx:pt idx="3232">2700</cx:pt>
          <cx:pt idx="3233">2700</cx:pt>
          <cx:pt idx="3234">2700</cx:pt>
          <cx:pt idx="3235">2760</cx:pt>
          <cx:pt idx="3236">2800</cx:pt>
          <cx:pt idx="3237">2800</cx:pt>
          <cx:pt idx="3238">2800</cx:pt>
          <cx:pt idx="3239">2800</cx:pt>
          <cx:pt idx="3240">2800</cx:pt>
          <cx:pt idx="3241">2800</cx:pt>
          <cx:pt idx="3242">2800</cx:pt>
          <cx:pt idx="3243">2800</cx:pt>
          <cx:pt idx="3244">2800</cx:pt>
          <cx:pt idx="3245">2800</cx:pt>
          <cx:pt idx="3246">2800</cx:pt>
          <cx:pt idx="3247">2800</cx:pt>
          <cx:pt idx="3248">2800</cx:pt>
          <cx:pt idx="3249">2800</cx:pt>
          <cx:pt idx="3250">2900</cx:pt>
          <cx:pt idx="3251">2900</cx:pt>
          <cx:pt idx="3252">2900</cx:pt>
          <cx:pt idx="3253">2900</cx:pt>
          <cx:pt idx="3254">2900</cx:pt>
          <cx:pt idx="3255">2900</cx:pt>
          <cx:pt idx="3256">2900</cx:pt>
          <cx:pt idx="3257">2900</cx:pt>
          <cx:pt idx="3258">2900</cx:pt>
          <cx:pt idx="3259">2900</cx:pt>
          <cx:pt idx="3260">2900</cx:pt>
          <cx:pt idx="3261">2900</cx:pt>
          <cx:pt idx="3262">2904</cx:pt>
          <cx:pt idx="3263">3000</cx:pt>
          <cx:pt idx="3264">3000</cx:pt>
          <cx:pt idx="3265">3000</cx:pt>
          <cx:pt idx="3266">3000</cx:pt>
          <cx:pt idx="3267">3000</cx:pt>
          <cx:pt idx="3268">3000</cx:pt>
          <cx:pt idx="3269">3000</cx:pt>
          <cx:pt idx="3270">3000</cx:pt>
          <cx:pt idx="3271">3000</cx:pt>
          <cx:pt idx="3272">3000</cx:pt>
          <cx:pt idx="3273">3000</cx:pt>
          <cx:pt idx="3274">3000</cx:pt>
          <cx:pt idx="3275">3000</cx:pt>
          <cx:pt idx="3276">3000</cx:pt>
          <cx:pt idx="3277">3000</cx:pt>
          <cx:pt idx="3278">3000</cx:pt>
          <cx:pt idx="3279">3000</cx:pt>
          <cx:pt idx="3280">3000</cx:pt>
          <cx:pt idx="3281">3000</cx:pt>
          <cx:pt idx="3282">3000</cx:pt>
          <cx:pt idx="3283">3000</cx:pt>
          <cx:pt idx="3284">3000</cx:pt>
          <cx:pt idx="3285">3000</cx:pt>
          <cx:pt idx="3286">3000</cx:pt>
          <cx:pt idx="3287">3000</cx:pt>
          <cx:pt idx="3288">3000</cx:pt>
          <cx:pt idx="3289">3000</cx:pt>
          <cx:pt idx="3290">3000</cx:pt>
          <cx:pt idx="3291">3000</cx:pt>
          <cx:pt idx="3292">3000</cx:pt>
          <cx:pt idx="3293">3000</cx:pt>
          <cx:pt idx="3294">3000</cx:pt>
          <cx:pt idx="3295">3000</cx:pt>
          <cx:pt idx="3296">3000</cx:pt>
          <cx:pt idx="3297">3000</cx:pt>
          <cx:pt idx="3298">3000</cx:pt>
          <cx:pt idx="3299">3000</cx:pt>
          <cx:pt idx="3300">3000</cx:pt>
          <cx:pt idx="3301">3000</cx:pt>
          <cx:pt idx="3302">3000</cx:pt>
          <cx:pt idx="3303">3000</cx:pt>
          <cx:pt idx="3304">3000</cx:pt>
          <cx:pt idx="3305">3000</cx:pt>
          <cx:pt idx="3306">3000</cx:pt>
          <cx:pt idx="3307">3000</cx:pt>
          <cx:pt idx="3308">3000</cx:pt>
          <cx:pt idx="3309">3000</cx:pt>
          <cx:pt idx="3310">3000</cx:pt>
          <cx:pt idx="3311">3000</cx:pt>
          <cx:pt idx="3312">3000</cx:pt>
          <cx:pt idx="3313">3000</cx:pt>
          <cx:pt idx="3314">3000</cx:pt>
          <cx:pt idx="3315">3000</cx:pt>
          <cx:pt idx="3316">3000</cx:pt>
          <cx:pt idx="3317">3000</cx:pt>
          <cx:pt idx="3318">3000</cx:pt>
          <cx:pt idx="3319">3000</cx:pt>
          <cx:pt idx="3320">3000</cx:pt>
          <cx:pt idx="3321">3000</cx:pt>
          <cx:pt idx="3322">3000</cx:pt>
          <cx:pt idx="3323">3000</cx:pt>
          <cx:pt idx="3324">3000</cx:pt>
          <cx:pt idx="3325">3000</cx:pt>
          <cx:pt idx="3326">3000</cx:pt>
          <cx:pt idx="3327">3000</cx:pt>
          <cx:pt idx="3328">3000</cx:pt>
          <cx:pt idx="3329">3000</cx:pt>
          <cx:pt idx="3330">3000</cx:pt>
          <cx:pt idx="3331">3000</cx:pt>
          <cx:pt idx="3332">3000</cx:pt>
          <cx:pt idx="3333">3000</cx:pt>
          <cx:pt idx="3334">3000</cx:pt>
          <cx:pt idx="3335">3000</cx:pt>
          <cx:pt idx="3336">3000</cx:pt>
          <cx:pt idx="3337">3000</cx:pt>
          <cx:pt idx="3338">3000</cx:pt>
          <cx:pt idx="3339">3000</cx:pt>
          <cx:pt idx="3340">3000</cx:pt>
          <cx:pt idx="3341">3000</cx:pt>
          <cx:pt idx="3342">3000</cx:pt>
          <cx:pt idx="3343">3000</cx:pt>
          <cx:pt idx="3344">3000</cx:pt>
          <cx:pt idx="3345">3000</cx:pt>
          <cx:pt idx="3346">3000</cx:pt>
          <cx:pt idx="3347">3000</cx:pt>
          <cx:pt idx="3348">3000</cx:pt>
          <cx:pt idx="3349">3000</cx:pt>
          <cx:pt idx="3350">3000</cx:pt>
          <cx:pt idx="3351">3000</cx:pt>
          <cx:pt idx="3352">3000</cx:pt>
          <cx:pt idx="3353">3000</cx:pt>
          <cx:pt idx="3354">3000</cx:pt>
          <cx:pt idx="3355">3000</cx:pt>
          <cx:pt idx="3356">3000</cx:pt>
          <cx:pt idx="3357">3000</cx:pt>
          <cx:pt idx="3358">3010</cx:pt>
          <cx:pt idx="3359">3010</cx:pt>
          <cx:pt idx="3360">3020</cx:pt>
          <cx:pt idx="3361">3100</cx:pt>
          <cx:pt idx="3362">3100</cx:pt>
          <cx:pt idx="3363">3100</cx:pt>
          <cx:pt idx="3364">3100</cx:pt>
          <cx:pt idx="3365">3100</cx:pt>
          <cx:pt idx="3366">3100</cx:pt>
          <cx:pt idx="3367">3100</cx:pt>
          <cx:pt idx="3368">3100</cx:pt>
          <cx:pt idx="3369">3100</cx:pt>
          <cx:pt idx="3370">3100</cx:pt>
          <cx:pt idx="3371">3100</cx:pt>
          <cx:pt idx="3372">3100</cx:pt>
          <cx:pt idx="3373">3130</cx:pt>
          <cx:pt idx="3374">3150</cx:pt>
          <cx:pt idx="3375">3200</cx:pt>
          <cx:pt idx="3376">3200</cx:pt>
          <cx:pt idx="3377">3200</cx:pt>
          <cx:pt idx="3378">3200</cx:pt>
          <cx:pt idx="3379">3200</cx:pt>
          <cx:pt idx="3380">3200</cx:pt>
          <cx:pt idx="3381">3200</cx:pt>
          <cx:pt idx="3382">3200</cx:pt>
          <cx:pt idx="3383">3200</cx:pt>
          <cx:pt idx="3384">3200</cx:pt>
          <cx:pt idx="3385">3200</cx:pt>
          <cx:pt idx="3386">3200</cx:pt>
          <cx:pt idx="3387">3300</cx:pt>
          <cx:pt idx="3388">3300</cx:pt>
          <cx:pt idx="3389">3300</cx:pt>
          <cx:pt idx="3390">3300</cx:pt>
          <cx:pt idx="3391">3300</cx:pt>
          <cx:pt idx="3392">3300</cx:pt>
          <cx:pt idx="3393">3300</cx:pt>
          <cx:pt idx="3394">3300</cx:pt>
          <cx:pt idx="3395">3300</cx:pt>
          <cx:pt idx="3396">3300</cx:pt>
          <cx:pt idx="3397">3300</cx:pt>
          <cx:pt idx="3398">3400</cx:pt>
          <cx:pt idx="3399">3400</cx:pt>
          <cx:pt idx="3400">3400</cx:pt>
          <cx:pt idx="3401">3400</cx:pt>
          <cx:pt idx="3402">3400</cx:pt>
          <cx:pt idx="3403">3400</cx:pt>
          <cx:pt idx="3404">3400</cx:pt>
          <cx:pt idx="3405">3400</cx:pt>
          <cx:pt idx="3406">3400</cx:pt>
          <cx:pt idx="3407">3500</cx:pt>
          <cx:pt idx="3408">3500</cx:pt>
          <cx:pt idx="3409">3500</cx:pt>
          <cx:pt idx="3410">3500</cx:pt>
          <cx:pt idx="3411">3500</cx:pt>
          <cx:pt idx="3412">3500</cx:pt>
          <cx:pt idx="3413">3500</cx:pt>
          <cx:pt idx="3414">3500</cx:pt>
          <cx:pt idx="3415">3500</cx:pt>
          <cx:pt idx="3416">3500</cx:pt>
          <cx:pt idx="3417">3500</cx:pt>
          <cx:pt idx="3418">3500</cx:pt>
          <cx:pt idx="3419">3500</cx:pt>
          <cx:pt idx="3420">3590</cx:pt>
          <cx:pt idx="3421">3600</cx:pt>
          <cx:pt idx="3422">3600</cx:pt>
          <cx:pt idx="3423">3600</cx:pt>
          <cx:pt idx="3424">3600</cx:pt>
          <cx:pt idx="3425">3600</cx:pt>
          <cx:pt idx="3426">3600</cx:pt>
          <cx:pt idx="3427">3600</cx:pt>
          <cx:pt idx="3428">3600</cx:pt>
          <cx:pt idx="3429">3600</cx:pt>
          <cx:pt idx="3430">3600</cx:pt>
          <cx:pt idx="3431">3600</cx:pt>
          <cx:pt idx="3432">3600</cx:pt>
          <cx:pt idx="3433">3600</cx:pt>
          <cx:pt idx="3434">3600</cx:pt>
          <cx:pt idx="3435">3600</cx:pt>
          <cx:pt idx="3436">3600</cx:pt>
          <cx:pt idx="3437">3600</cx:pt>
          <cx:pt idx="3438">3600</cx:pt>
          <cx:pt idx="3439">3600</cx:pt>
          <cx:pt idx="3440">3600</cx:pt>
          <cx:pt idx="3441">3600</cx:pt>
          <cx:pt idx="3442">3600</cx:pt>
          <cx:pt idx="3443">3600</cx:pt>
          <cx:pt idx="3444">3600</cx:pt>
          <cx:pt idx="3445">3600</cx:pt>
          <cx:pt idx="3446">3600</cx:pt>
          <cx:pt idx="3447">3600</cx:pt>
          <cx:pt idx="3448">3600</cx:pt>
          <cx:pt idx="3449">3600</cx:pt>
          <cx:pt idx="3450">3600</cx:pt>
          <cx:pt idx="3451">3600</cx:pt>
          <cx:pt idx="3452">3600</cx:pt>
          <cx:pt idx="3453">3600</cx:pt>
          <cx:pt idx="3454">3600</cx:pt>
          <cx:pt idx="3455">3600</cx:pt>
          <cx:pt idx="3456">3600</cx:pt>
          <cx:pt idx="3457">3640</cx:pt>
          <cx:pt idx="3458">3700</cx:pt>
          <cx:pt idx="3459">3700</cx:pt>
          <cx:pt idx="3460">3700</cx:pt>
          <cx:pt idx="3461">3700</cx:pt>
          <cx:pt idx="3462">3700</cx:pt>
          <cx:pt idx="3463">3800</cx:pt>
          <cx:pt idx="3464">3800</cx:pt>
          <cx:pt idx="3465">3800</cx:pt>
          <cx:pt idx="3466">3800</cx:pt>
          <cx:pt idx="3467">3800</cx:pt>
          <cx:pt idx="3468">3800</cx:pt>
          <cx:pt idx="3469">3800</cx:pt>
          <cx:pt idx="3470">3800</cx:pt>
          <cx:pt idx="3471">3800</cx:pt>
          <cx:pt idx="3472">3800</cx:pt>
          <cx:pt idx="3473">3800</cx:pt>
          <cx:pt idx="3474">3800</cx:pt>
          <cx:pt idx="3475">3800</cx:pt>
          <cx:pt idx="3476">3900</cx:pt>
          <cx:pt idx="3477">3900</cx:pt>
          <cx:pt idx="3478">3900</cx:pt>
          <cx:pt idx="3479">3900</cx:pt>
          <cx:pt idx="3480">3900</cx:pt>
          <cx:pt idx="3481">3900</cx:pt>
          <cx:pt idx="3482">3900</cx:pt>
          <cx:pt idx="3483">3900</cx:pt>
          <cx:pt idx="3484">3900</cx:pt>
          <cx:pt idx="3485">4000</cx:pt>
          <cx:pt idx="3486">4000</cx:pt>
          <cx:pt idx="3487">4000</cx:pt>
          <cx:pt idx="3488">4000</cx:pt>
          <cx:pt idx="3489">4000</cx:pt>
          <cx:pt idx="3490">4000</cx:pt>
          <cx:pt idx="3491">4000</cx:pt>
          <cx:pt idx="3492">4000</cx:pt>
          <cx:pt idx="3493">4000</cx:pt>
          <cx:pt idx="3494">4000</cx:pt>
          <cx:pt idx="3495">4000</cx:pt>
          <cx:pt idx="3496">4000</cx:pt>
          <cx:pt idx="3497">4000</cx:pt>
          <cx:pt idx="3498">4000</cx:pt>
          <cx:pt idx="3499">4000</cx:pt>
          <cx:pt idx="3500">4000</cx:pt>
          <cx:pt idx="3501">4000</cx:pt>
          <cx:pt idx="3502">4000</cx:pt>
          <cx:pt idx="3503">4000</cx:pt>
          <cx:pt idx="3504">4000</cx:pt>
          <cx:pt idx="3505">4000</cx:pt>
          <cx:pt idx="3506">4000</cx:pt>
          <cx:pt idx="3507">4000</cx:pt>
          <cx:pt idx="3508">4000</cx:pt>
          <cx:pt idx="3509">4000</cx:pt>
          <cx:pt idx="3510">4000</cx:pt>
          <cx:pt idx="3511">4000</cx:pt>
          <cx:pt idx="3512">4000</cx:pt>
          <cx:pt idx="3513">4000</cx:pt>
          <cx:pt idx="3514">4000</cx:pt>
          <cx:pt idx="3515">4000</cx:pt>
          <cx:pt idx="3516">4000</cx:pt>
          <cx:pt idx="3517">4000</cx:pt>
          <cx:pt idx="3518">4000</cx:pt>
          <cx:pt idx="3519">4000</cx:pt>
          <cx:pt idx="3520">4000</cx:pt>
          <cx:pt idx="3521">4000</cx:pt>
          <cx:pt idx="3522">4000</cx:pt>
          <cx:pt idx="3523">4000</cx:pt>
          <cx:pt idx="3524">4000</cx:pt>
          <cx:pt idx="3525">4000</cx:pt>
          <cx:pt idx="3526">4000</cx:pt>
          <cx:pt idx="3527">4000</cx:pt>
          <cx:pt idx="3528">4000</cx:pt>
          <cx:pt idx="3529">4000</cx:pt>
          <cx:pt idx="3530">4000</cx:pt>
          <cx:pt idx="3531">4000</cx:pt>
          <cx:pt idx="3532">4000</cx:pt>
          <cx:pt idx="3533">4000</cx:pt>
          <cx:pt idx="3534">4000</cx:pt>
          <cx:pt idx="3535">4000</cx:pt>
          <cx:pt idx="3536">4000</cx:pt>
          <cx:pt idx="3537">4000</cx:pt>
          <cx:pt idx="3538">4000</cx:pt>
          <cx:pt idx="3539">4000</cx:pt>
          <cx:pt idx="3540">4000</cx:pt>
          <cx:pt idx="3541">4000</cx:pt>
          <cx:pt idx="3542">4000</cx:pt>
          <cx:pt idx="3543">4000</cx:pt>
          <cx:pt idx="3544">4000</cx:pt>
          <cx:pt idx="3545">4000</cx:pt>
          <cx:pt idx="3546">4000</cx:pt>
          <cx:pt idx="3547">4000</cx:pt>
          <cx:pt idx="3548">4000</cx:pt>
          <cx:pt idx="3549">4000</cx:pt>
          <cx:pt idx="3550">4000</cx:pt>
          <cx:pt idx="3551">4000</cx:pt>
          <cx:pt idx="3552">4000</cx:pt>
          <cx:pt idx="3553">4000</cx:pt>
          <cx:pt idx="3554">4000</cx:pt>
          <cx:pt idx="3555">4000</cx:pt>
          <cx:pt idx="3556">4000</cx:pt>
          <cx:pt idx="3557">4000</cx:pt>
          <cx:pt idx="3558">4000</cx:pt>
          <cx:pt idx="3559">4000</cx:pt>
          <cx:pt idx="3560">4000</cx:pt>
          <cx:pt idx="3561">4000</cx:pt>
          <cx:pt idx="3562">4000</cx:pt>
          <cx:pt idx="3563">4000</cx:pt>
          <cx:pt idx="3564">4000</cx:pt>
          <cx:pt idx="3565">4000</cx:pt>
          <cx:pt idx="3566">4100</cx:pt>
          <cx:pt idx="3567">4100</cx:pt>
          <cx:pt idx="3568">4100</cx:pt>
          <cx:pt idx="3569">4100</cx:pt>
          <cx:pt idx="3570">4100</cx:pt>
          <cx:pt idx="3571">4100</cx:pt>
          <cx:pt idx="3572">4100</cx:pt>
          <cx:pt idx="3573">4100</cx:pt>
          <cx:pt idx="3574">4100</cx:pt>
          <cx:pt idx="3575">4100</cx:pt>
          <cx:pt idx="3576">4100</cx:pt>
          <cx:pt idx="3577">4100</cx:pt>
          <cx:pt idx="3578">4100</cx:pt>
          <cx:pt idx="3579">4200</cx:pt>
          <cx:pt idx="3580">4200</cx:pt>
          <cx:pt idx="3581">4200</cx:pt>
          <cx:pt idx="3582">4200</cx:pt>
          <cx:pt idx="3583">4200</cx:pt>
          <cx:pt idx="3584">4200</cx:pt>
          <cx:pt idx="3585">4200</cx:pt>
          <cx:pt idx="3586">4200</cx:pt>
          <cx:pt idx="3587">4200</cx:pt>
          <cx:pt idx="3588">4200</cx:pt>
          <cx:pt idx="3589">4200</cx:pt>
          <cx:pt idx="3590">4200</cx:pt>
          <cx:pt idx="3591">4200</cx:pt>
          <cx:pt idx="3592">4200</cx:pt>
          <cx:pt idx="3593">4200</cx:pt>
          <cx:pt idx="3594">4200</cx:pt>
          <cx:pt idx="3595">4200</cx:pt>
          <cx:pt idx="3596">4200</cx:pt>
          <cx:pt idx="3597">4200</cx:pt>
          <cx:pt idx="3598">4200</cx:pt>
          <cx:pt idx="3599">4200</cx:pt>
          <cx:pt idx="3600">4200</cx:pt>
          <cx:pt idx="3601">4200</cx:pt>
          <cx:pt idx="3602">4200</cx:pt>
          <cx:pt idx="3603">4300</cx:pt>
          <cx:pt idx="3604">4300</cx:pt>
          <cx:pt idx="3605">4300</cx:pt>
          <cx:pt idx="3606">4300</cx:pt>
          <cx:pt idx="3607">4300</cx:pt>
          <cx:pt idx="3608">4300</cx:pt>
          <cx:pt idx="3609">4300</cx:pt>
          <cx:pt idx="3610">4300</cx:pt>
          <cx:pt idx="3611">4300</cx:pt>
          <cx:pt idx="3612">4400</cx:pt>
          <cx:pt idx="3613">4400</cx:pt>
          <cx:pt idx="3614">4400</cx:pt>
          <cx:pt idx="3615">4400</cx:pt>
          <cx:pt idx="3616">4400</cx:pt>
          <cx:pt idx="3617">4460</cx:pt>
          <cx:pt idx="3618">4500</cx:pt>
          <cx:pt idx="3619">4500</cx:pt>
          <cx:pt idx="3620">4500</cx:pt>
          <cx:pt idx="3621">4500</cx:pt>
          <cx:pt idx="3622">4500</cx:pt>
          <cx:pt idx="3623">4500</cx:pt>
          <cx:pt idx="3624">4500</cx:pt>
          <cx:pt idx="3625">4500</cx:pt>
          <cx:pt idx="3626">4500</cx:pt>
          <cx:pt idx="3627">4500</cx:pt>
          <cx:pt idx="3628">4500</cx:pt>
          <cx:pt idx="3629">4500</cx:pt>
          <cx:pt idx="3630">4500</cx:pt>
          <cx:pt idx="3631">4500</cx:pt>
          <cx:pt idx="3632">4500</cx:pt>
          <cx:pt idx="3633">4500</cx:pt>
          <cx:pt idx="3634">4500</cx:pt>
          <cx:pt idx="3635">4500</cx:pt>
          <cx:pt idx="3636">4500</cx:pt>
          <cx:pt idx="3637">4500</cx:pt>
          <cx:pt idx="3638">4600</cx:pt>
          <cx:pt idx="3639">4600</cx:pt>
          <cx:pt idx="3640">4600</cx:pt>
          <cx:pt idx="3641">4600</cx:pt>
          <cx:pt idx="3642">4600</cx:pt>
          <cx:pt idx="3643">4600</cx:pt>
          <cx:pt idx="3644">4600</cx:pt>
          <cx:pt idx="3645">4600</cx:pt>
          <cx:pt idx="3646">4600</cx:pt>
          <cx:pt idx="3647">4600</cx:pt>
          <cx:pt idx="3648">4600</cx:pt>
          <cx:pt idx="3649">4600</cx:pt>
          <cx:pt idx="3650">4600</cx:pt>
          <cx:pt idx="3651">4684</cx:pt>
          <cx:pt idx="3652">4700</cx:pt>
          <cx:pt idx="3653">4700</cx:pt>
          <cx:pt idx="3654">4700</cx:pt>
          <cx:pt idx="3655">4700</cx:pt>
          <cx:pt idx="3656">4700</cx:pt>
          <cx:pt idx="3657">4700</cx:pt>
          <cx:pt idx="3658">4700</cx:pt>
          <cx:pt idx="3659">4700</cx:pt>
          <cx:pt idx="3660">4700</cx:pt>
          <cx:pt idx="3661">4800</cx:pt>
          <cx:pt idx="3662">4800</cx:pt>
          <cx:pt idx="3663">4800</cx:pt>
          <cx:pt idx="3664">4800</cx:pt>
          <cx:pt idx="3665">4800</cx:pt>
          <cx:pt idx="3666">4800</cx:pt>
          <cx:pt idx="3667">4800</cx:pt>
          <cx:pt idx="3668">4800</cx:pt>
          <cx:pt idx="3669">4800</cx:pt>
          <cx:pt idx="3670">4800</cx:pt>
          <cx:pt idx="3671">4800</cx:pt>
          <cx:pt idx="3672">4800</cx:pt>
          <cx:pt idx="3673">4800</cx:pt>
          <cx:pt idx="3674">4800</cx:pt>
          <cx:pt idx="3675">4800</cx:pt>
          <cx:pt idx="3676">4800</cx:pt>
          <cx:pt idx="3677">4800</cx:pt>
          <cx:pt idx="3678">4800</cx:pt>
          <cx:pt idx="3679">4800</cx:pt>
          <cx:pt idx="3680">4800</cx:pt>
          <cx:pt idx="3681">4800</cx:pt>
          <cx:pt idx="3682">4800</cx:pt>
          <cx:pt idx="3683">4800</cx:pt>
          <cx:pt idx="3684">4800</cx:pt>
          <cx:pt idx="3685">4800</cx:pt>
          <cx:pt idx="3686">4800</cx:pt>
          <cx:pt idx="3687">4800</cx:pt>
          <cx:pt idx="3688">4800</cx:pt>
          <cx:pt idx="3689">4800</cx:pt>
          <cx:pt idx="3690">4800</cx:pt>
          <cx:pt idx="3691">4800</cx:pt>
          <cx:pt idx="3692">4800</cx:pt>
          <cx:pt idx="3693">4800</cx:pt>
          <cx:pt idx="3694">4800</cx:pt>
          <cx:pt idx="3695">4800</cx:pt>
          <cx:pt idx="3696">4900</cx:pt>
          <cx:pt idx="3697">4900</cx:pt>
          <cx:pt idx="3698">4900</cx:pt>
          <cx:pt idx="3699">4900</cx:pt>
          <cx:pt idx="3700">4900</cx:pt>
          <cx:pt idx="3701">4900</cx:pt>
          <cx:pt idx="3702">4900</cx:pt>
          <cx:pt idx="3703">4900</cx:pt>
          <cx:pt idx="3704">4900</cx:pt>
          <cx:pt idx="3705">4900</cx:pt>
          <cx:pt idx="3706">4910</cx:pt>
          <cx:pt idx="3707">4960</cx:pt>
          <cx:pt idx="3708">5000</cx:pt>
          <cx:pt idx="3709">5000</cx:pt>
          <cx:pt idx="3710">5000</cx:pt>
          <cx:pt idx="3711">5000</cx:pt>
          <cx:pt idx="3712">5000</cx:pt>
          <cx:pt idx="3713">5000</cx:pt>
          <cx:pt idx="3714">5000</cx:pt>
          <cx:pt idx="3715">5000</cx:pt>
          <cx:pt idx="3716">5000</cx:pt>
          <cx:pt idx="3717">5000</cx:pt>
          <cx:pt idx="3718">5000</cx:pt>
          <cx:pt idx="3719">5000</cx:pt>
          <cx:pt idx="3720">5000</cx:pt>
          <cx:pt idx="3721">5000</cx:pt>
          <cx:pt idx="3722">5000</cx:pt>
          <cx:pt idx="3723">5000</cx:pt>
          <cx:pt idx="3724">5000</cx:pt>
          <cx:pt idx="3725">5000</cx:pt>
          <cx:pt idx="3726">5000</cx:pt>
          <cx:pt idx="3727">5000</cx:pt>
          <cx:pt idx="3728">5000</cx:pt>
          <cx:pt idx="3729">5000</cx:pt>
          <cx:pt idx="3730">5000</cx:pt>
          <cx:pt idx="3731">5000</cx:pt>
          <cx:pt idx="3732">5000</cx:pt>
          <cx:pt idx="3733">5000</cx:pt>
          <cx:pt idx="3734">5000</cx:pt>
          <cx:pt idx="3735">5000</cx:pt>
          <cx:pt idx="3736">5000</cx:pt>
          <cx:pt idx="3737">5000</cx:pt>
          <cx:pt idx="3738">5000</cx:pt>
          <cx:pt idx="3739">5000</cx:pt>
          <cx:pt idx="3740">5000</cx:pt>
          <cx:pt idx="3741">5000</cx:pt>
          <cx:pt idx="3742">5000</cx:pt>
          <cx:pt idx="3743">5000</cx:pt>
          <cx:pt idx="3744">5000</cx:pt>
          <cx:pt idx="3745">5000</cx:pt>
          <cx:pt idx="3746">5000</cx:pt>
          <cx:pt idx="3747">5000</cx:pt>
          <cx:pt idx="3748">5000</cx:pt>
          <cx:pt idx="3749">5000</cx:pt>
          <cx:pt idx="3750">5000</cx:pt>
          <cx:pt idx="3751">5000</cx:pt>
          <cx:pt idx="3752">5000</cx:pt>
          <cx:pt idx="3753">5000</cx:pt>
          <cx:pt idx="3754">5000</cx:pt>
          <cx:pt idx="3755">5000</cx:pt>
          <cx:pt idx="3756">5000</cx:pt>
          <cx:pt idx="3757">5000</cx:pt>
          <cx:pt idx="3758">5000</cx:pt>
          <cx:pt idx="3759">5000</cx:pt>
          <cx:pt idx="3760">5000</cx:pt>
          <cx:pt idx="3761">5000</cx:pt>
          <cx:pt idx="3762">5000</cx:pt>
          <cx:pt idx="3763">5000</cx:pt>
          <cx:pt idx="3764">5000</cx:pt>
          <cx:pt idx="3765">5000</cx:pt>
          <cx:pt idx="3766">5000</cx:pt>
          <cx:pt idx="3767">5000</cx:pt>
          <cx:pt idx="3768">5000</cx:pt>
          <cx:pt idx="3769">5000</cx:pt>
          <cx:pt idx="3770">5000</cx:pt>
          <cx:pt idx="3771">5000</cx:pt>
          <cx:pt idx="3772">5000</cx:pt>
          <cx:pt idx="3773">5000</cx:pt>
          <cx:pt idx="3774">5000</cx:pt>
          <cx:pt idx="3775">5000</cx:pt>
          <cx:pt idx="3776">5000</cx:pt>
          <cx:pt idx="3777">5000</cx:pt>
          <cx:pt idx="3778">5000</cx:pt>
          <cx:pt idx="3779">5000</cx:pt>
          <cx:pt idx="3780">5000</cx:pt>
          <cx:pt idx="3781">5000</cx:pt>
          <cx:pt idx="3782">5000</cx:pt>
          <cx:pt idx="3783">5000</cx:pt>
          <cx:pt idx="3784">5000</cx:pt>
          <cx:pt idx="3785">5000</cx:pt>
          <cx:pt idx="3786">5000</cx:pt>
          <cx:pt idx="3787">5000</cx:pt>
          <cx:pt idx="3788">5000</cx:pt>
          <cx:pt idx="3789">5000</cx:pt>
          <cx:pt idx="3790">5000</cx:pt>
          <cx:pt idx="3791">5000</cx:pt>
          <cx:pt idx="3792">5000</cx:pt>
          <cx:pt idx="3793">5000</cx:pt>
          <cx:pt idx="3794">5000</cx:pt>
          <cx:pt idx="3795">5000</cx:pt>
          <cx:pt idx="3796">5000</cx:pt>
          <cx:pt idx="3797">5000</cx:pt>
          <cx:pt idx="3798">5000</cx:pt>
          <cx:pt idx="3799">5000</cx:pt>
          <cx:pt idx="3800">5000</cx:pt>
          <cx:pt idx="3801">5000</cx:pt>
          <cx:pt idx="3802">5000</cx:pt>
          <cx:pt idx="3803">5000</cx:pt>
          <cx:pt idx="3804">5000</cx:pt>
          <cx:pt idx="3805">5000</cx:pt>
          <cx:pt idx="3806">5000</cx:pt>
          <cx:pt idx="3807">5000</cx:pt>
          <cx:pt idx="3808">5000</cx:pt>
          <cx:pt idx="3809">5000</cx:pt>
          <cx:pt idx="3810">5000</cx:pt>
          <cx:pt idx="3811">5000</cx:pt>
          <cx:pt idx="3812">5000</cx:pt>
          <cx:pt idx="3813">5000</cx:pt>
          <cx:pt idx="3814">5000</cx:pt>
          <cx:pt idx="3815">5000</cx:pt>
          <cx:pt idx="3816">5000</cx:pt>
          <cx:pt idx="3817">5000</cx:pt>
          <cx:pt idx="3818">5000</cx:pt>
          <cx:pt idx="3819">5000</cx:pt>
          <cx:pt idx="3820">5000</cx:pt>
          <cx:pt idx="3821">5000</cx:pt>
          <cx:pt idx="3822">5000</cx:pt>
          <cx:pt idx="3823">5000</cx:pt>
          <cx:pt idx="3824">5000</cx:pt>
          <cx:pt idx="3825">5000</cx:pt>
          <cx:pt idx="3826">5000</cx:pt>
          <cx:pt idx="3827">5000</cx:pt>
          <cx:pt idx="3828">5000</cx:pt>
          <cx:pt idx="3829">5000</cx:pt>
          <cx:pt idx="3830">5000</cx:pt>
          <cx:pt idx="3831">5000</cx:pt>
          <cx:pt idx="3832">5000</cx:pt>
          <cx:pt idx="3833">5074</cx:pt>
          <cx:pt idx="3834">5100</cx:pt>
          <cx:pt idx="3835">5100</cx:pt>
          <cx:pt idx="3836">5100</cx:pt>
          <cx:pt idx="3837">5100</cx:pt>
          <cx:pt idx="3838">5100</cx:pt>
          <cx:pt idx="3839">5100</cx:pt>
          <cx:pt idx="3840">5100</cx:pt>
          <cx:pt idx="3841">5100</cx:pt>
          <cx:pt idx="3842">5100</cx:pt>
          <cx:pt idx="3843">5100</cx:pt>
          <cx:pt idx="3844">5100</cx:pt>
          <cx:pt idx="3845">5100</cx:pt>
          <cx:pt idx="3846">5200</cx:pt>
          <cx:pt idx="3847">5200</cx:pt>
          <cx:pt idx="3848">5200</cx:pt>
          <cx:pt idx="3849">5200</cx:pt>
          <cx:pt idx="3850">5200</cx:pt>
          <cx:pt idx="3851">5200</cx:pt>
          <cx:pt idx="3852">5200</cx:pt>
          <cx:pt idx="3853">5200</cx:pt>
          <cx:pt idx="3854">5200</cx:pt>
          <cx:pt idx="3855">5200</cx:pt>
          <cx:pt idx="3856">5200</cx:pt>
          <cx:pt idx="3857">5200</cx:pt>
          <cx:pt idx="3858">5200</cx:pt>
          <cx:pt idx="3859">5200</cx:pt>
          <cx:pt idx="3860">5200</cx:pt>
          <cx:pt idx="3861">5200</cx:pt>
          <cx:pt idx="3862">5200</cx:pt>
          <cx:pt idx="3863">5200</cx:pt>
          <cx:pt idx="3864">5200</cx:pt>
          <cx:pt idx="3865">5250</cx:pt>
          <cx:pt idx="3866">5250</cx:pt>
          <cx:pt idx="3867">5290</cx:pt>
          <cx:pt idx="3868">5300</cx:pt>
          <cx:pt idx="3869">5300</cx:pt>
          <cx:pt idx="3870">5300</cx:pt>
          <cx:pt idx="3871">5300</cx:pt>
          <cx:pt idx="3872">5300</cx:pt>
          <cx:pt idx="3873">5300</cx:pt>
          <cx:pt idx="3874">5300</cx:pt>
          <cx:pt idx="3875">5300</cx:pt>
          <cx:pt idx="3876">5300</cx:pt>
          <cx:pt idx="3877">5300</cx:pt>
          <cx:pt idx="3878">5300</cx:pt>
          <cx:pt idx="3879">5350</cx:pt>
          <cx:pt idx="3880">5390</cx:pt>
          <cx:pt idx="3881">5400</cx:pt>
          <cx:pt idx="3882">5400</cx:pt>
          <cx:pt idx="3883">5400</cx:pt>
          <cx:pt idx="3884">5400</cx:pt>
          <cx:pt idx="3885">5400</cx:pt>
          <cx:pt idx="3886">5400</cx:pt>
          <cx:pt idx="3887">5400</cx:pt>
          <cx:pt idx="3888">5400</cx:pt>
          <cx:pt idx="3889">5400</cx:pt>
          <cx:pt idx="3890">5400</cx:pt>
          <cx:pt idx="3891">5400</cx:pt>
          <cx:pt idx="3892">5400</cx:pt>
          <cx:pt idx="3893">5400</cx:pt>
          <cx:pt idx="3894">5400</cx:pt>
          <cx:pt idx="3895">5480</cx:pt>
          <cx:pt idx="3896">5500</cx:pt>
          <cx:pt idx="3897">5500</cx:pt>
          <cx:pt idx="3898">5500</cx:pt>
          <cx:pt idx="3899">5500</cx:pt>
          <cx:pt idx="3900">5500</cx:pt>
          <cx:pt idx="3901">5500</cx:pt>
          <cx:pt idx="3902">5500</cx:pt>
          <cx:pt idx="3903">5500</cx:pt>
          <cx:pt idx="3904">5500</cx:pt>
          <cx:pt idx="3905">5500</cx:pt>
          <cx:pt idx="3906">5500</cx:pt>
          <cx:pt idx="3907">5500</cx:pt>
          <cx:pt idx="3908">5500</cx:pt>
          <cx:pt idx="3909">5500</cx:pt>
          <cx:pt idx="3910">5500</cx:pt>
          <cx:pt idx="3911">5500</cx:pt>
          <cx:pt idx="3912">5500</cx:pt>
          <cx:pt idx="3913">5500</cx:pt>
          <cx:pt idx="3914">5500</cx:pt>
          <cx:pt idx="3915">5500</cx:pt>
          <cx:pt idx="3916">5500</cx:pt>
          <cx:pt idx="3917">5500</cx:pt>
          <cx:pt idx="3918">5500</cx:pt>
          <cx:pt idx="3919">5520</cx:pt>
          <cx:pt idx="3920">5600</cx:pt>
          <cx:pt idx="3921">5600</cx:pt>
          <cx:pt idx="3922">5600</cx:pt>
          <cx:pt idx="3923">5600</cx:pt>
          <cx:pt idx="3924">5600</cx:pt>
          <cx:pt idx="3925">5600</cx:pt>
          <cx:pt idx="3926">5600</cx:pt>
          <cx:pt idx="3927">5600</cx:pt>
          <cx:pt idx="3928">5600</cx:pt>
          <cx:pt idx="3929">5600</cx:pt>
          <cx:pt idx="3930">5600</cx:pt>
          <cx:pt idx="3931">5600</cx:pt>
          <cx:pt idx="3932">5600</cx:pt>
          <cx:pt idx="3933">5600</cx:pt>
          <cx:pt idx="3934">5600</cx:pt>
          <cx:pt idx="3935">5700</cx:pt>
          <cx:pt idx="3936">5700</cx:pt>
          <cx:pt idx="3937">5700</cx:pt>
          <cx:pt idx="3938">5700</cx:pt>
          <cx:pt idx="3939">5700</cx:pt>
          <cx:pt idx="3940">5700</cx:pt>
          <cx:pt idx="3941">5700</cx:pt>
          <cx:pt idx="3942">5800</cx:pt>
          <cx:pt idx="3943">5800</cx:pt>
          <cx:pt idx="3944">5800</cx:pt>
          <cx:pt idx="3945">5800</cx:pt>
          <cx:pt idx="3946">5800</cx:pt>
          <cx:pt idx="3947">5800</cx:pt>
          <cx:pt idx="3948">5800</cx:pt>
          <cx:pt idx="3949">5800</cx:pt>
          <cx:pt idx="3950">5800</cx:pt>
          <cx:pt idx="3951">5800</cx:pt>
          <cx:pt idx="3952">5800</cx:pt>
          <cx:pt idx="3953">5800</cx:pt>
          <cx:pt idx="3954">5800</cx:pt>
          <cx:pt idx="3955">5800</cx:pt>
          <cx:pt idx="3956">5900</cx:pt>
          <cx:pt idx="3957">5900</cx:pt>
          <cx:pt idx="3958">5900</cx:pt>
          <cx:pt idx="3959">5900</cx:pt>
          <cx:pt idx="3960">5900</cx:pt>
          <cx:pt idx="3961">5900</cx:pt>
          <cx:pt idx="3962">5900</cx:pt>
          <cx:pt idx="3963">5900</cx:pt>
          <cx:pt idx="3964">5900</cx:pt>
          <cx:pt idx="3965">5900</cx:pt>
          <cx:pt idx="3966">5900</cx:pt>
          <cx:pt idx="3967">5910</cx:pt>
          <cx:pt idx="3968">6000</cx:pt>
          <cx:pt idx="3969">6000</cx:pt>
          <cx:pt idx="3970">6000</cx:pt>
          <cx:pt idx="3971">6000</cx:pt>
          <cx:pt idx="3972">6000</cx:pt>
          <cx:pt idx="3973">6000</cx:pt>
          <cx:pt idx="3974">6000</cx:pt>
          <cx:pt idx="3975">6000</cx:pt>
          <cx:pt idx="3976">6000</cx:pt>
          <cx:pt idx="3977">6000</cx:pt>
          <cx:pt idx="3978">6000</cx:pt>
          <cx:pt idx="3979">6000</cx:pt>
          <cx:pt idx="3980">6000</cx:pt>
          <cx:pt idx="3981">6000</cx:pt>
          <cx:pt idx="3982">6000</cx:pt>
          <cx:pt idx="3983">6000</cx:pt>
          <cx:pt idx="3984">6000</cx:pt>
          <cx:pt idx="3985">6000</cx:pt>
          <cx:pt idx="3986">6000</cx:pt>
          <cx:pt idx="3987">6000</cx:pt>
          <cx:pt idx="3988">6000</cx:pt>
          <cx:pt idx="3989">6000</cx:pt>
          <cx:pt idx="3990">6000</cx:pt>
          <cx:pt idx="3991">6000</cx:pt>
          <cx:pt idx="3992">6000</cx:pt>
          <cx:pt idx="3993">6000</cx:pt>
          <cx:pt idx="3994">6000</cx:pt>
          <cx:pt idx="3995">6000</cx:pt>
          <cx:pt idx="3996">6000</cx:pt>
          <cx:pt idx="3997">6000</cx:pt>
          <cx:pt idx="3998">6000</cx:pt>
          <cx:pt idx="3999">6000</cx:pt>
          <cx:pt idx="4000">6000</cx:pt>
          <cx:pt idx="4001">6000</cx:pt>
          <cx:pt idx="4002">6000</cx:pt>
          <cx:pt idx="4003">6000</cx:pt>
          <cx:pt idx="4004">6000</cx:pt>
          <cx:pt idx="4005">6000</cx:pt>
          <cx:pt idx="4006">6000</cx:pt>
          <cx:pt idx="4007">6000</cx:pt>
          <cx:pt idx="4008">6000</cx:pt>
          <cx:pt idx="4009">6000</cx:pt>
          <cx:pt idx="4010">6000</cx:pt>
          <cx:pt idx="4011">6000</cx:pt>
          <cx:pt idx="4012">6000</cx:pt>
          <cx:pt idx="4013">6000</cx:pt>
          <cx:pt idx="4014">6000</cx:pt>
          <cx:pt idx="4015">6000</cx:pt>
          <cx:pt idx="4016">6000</cx:pt>
          <cx:pt idx="4017">6000</cx:pt>
          <cx:pt idx="4018">6000</cx:pt>
          <cx:pt idx="4019">6000</cx:pt>
          <cx:pt idx="4020">6000</cx:pt>
          <cx:pt idx="4021">6000</cx:pt>
          <cx:pt idx="4022">6000</cx:pt>
          <cx:pt idx="4023">6000</cx:pt>
          <cx:pt idx="4024">6000</cx:pt>
          <cx:pt idx="4025">6000</cx:pt>
          <cx:pt idx="4026">6000</cx:pt>
          <cx:pt idx="4027">6000</cx:pt>
          <cx:pt idx="4028">6000</cx:pt>
          <cx:pt idx="4029">6000</cx:pt>
          <cx:pt idx="4030">6000</cx:pt>
          <cx:pt idx="4031">6000</cx:pt>
          <cx:pt idx="4032">6000</cx:pt>
          <cx:pt idx="4033">6000</cx:pt>
          <cx:pt idx="4034">6000</cx:pt>
          <cx:pt idx="4035">6000</cx:pt>
          <cx:pt idx="4036">6000</cx:pt>
          <cx:pt idx="4037">6000</cx:pt>
          <cx:pt idx="4038">6000</cx:pt>
          <cx:pt idx="4039">6000</cx:pt>
          <cx:pt idx="4040">6000</cx:pt>
          <cx:pt idx="4041">6000</cx:pt>
          <cx:pt idx="4042">6000</cx:pt>
          <cx:pt idx="4043">6000</cx:pt>
          <cx:pt idx="4044">6000</cx:pt>
          <cx:pt idx="4045">6000</cx:pt>
          <cx:pt idx="4046">6000</cx:pt>
          <cx:pt idx="4047">6000</cx:pt>
          <cx:pt idx="4048">6000</cx:pt>
          <cx:pt idx="4049">6000</cx:pt>
          <cx:pt idx="4050">6000</cx:pt>
          <cx:pt idx="4051">6000</cx:pt>
          <cx:pt idx="4052">6000</cx:pt>
          <cx:pt idx="4053">6000</cx:pt>
          <cx:pt idx="4054">6000</cx:pt>
          <cx:pt idx="4055">6000</cx:pt>
          <cx:pt idx="4056">6000</cx:pt>
          <cx:pt idx="4057">6000</cx:pt>
          <cx:pt idx="4058">6000</cx:pt>
          <cx:pt idx="4059">6000</cx:pt>
          <cx:pt idx="4060">6000</cx:pt>
          <cx:pt idx="4061">6000</cx:pt>
          <cx:pt idx="4062">6000</cx:pt>
          <cx:pt idx="4063">6000</cx:pt>
          <cx:pt idx="4064">6000</cx:pt>
          <cx:pt idx="4065">6000</cx:pt>
          <cx:pt idx="4066">6000</cx:pt>
          <cx:pt idx="4067">6000</cx:pt>
          <cx:pt idx="4068">6000</cx:pt>
          <cx:pt idx="4069">6000</cx:pt>
          <cx:pt idx="4070">6000</cx:pt>
          <cx:pt idx="4071">6000</cx:pt>
          <cx:pt idx="4072">6000</cx:pt>
          <cx:pt idx="4073">6000</cx:pt>
          <cx:pt idx="4074">6000</cx:pt>
          <cx:pt idx="4075">6000</cx:pt>
          <cx:pt idx="4076">6000</cx:pt>
          <cx:pt idx="4077">6000</cx:pt>
          <cx:pt idx="4078">6000</cx:pt>
          <cx:pt idx="4079">6000</cx:pt>
          <cx:pt idx="4080">6000</cx:pt>
          <cx:pt idx="4081">6000</cx:pt>
          <cx:pt idx="4082">6000</cx:pt>
          <cx:pt idx="4083">6000</cx:pt>
          <cx:pt idx="4084">6000</cx:pt>
          <cx:pt idx="4085">6000</cx:pt>
          <cx:pt idx="4086">6000</cx:pt>
          <cx:pt idx="4087">6000</cx:pt>
          <cx:pt idx="4088">6000</cx:pt>
          <cx:pt idx="4089">6000</cx:pt>
          <cx:pt idx="4090">6000</cx:pt>
          <cx:pt idx="4091">6000</cx:pt>
          <cx:pt idx="4092">6000</cx:pt>
          <cx:pt idx="4093">6000</cx:pt>
          <cx:pt idx="4094">6000</cx:pt>
          <cx:pt idx="4095">6000</cx:pt>
          <cx:pt idx="4096">6000</cx:pt>
          <cx:pt idx="4097">6000</cx:pt>
          <cx:pt idx="4098">6000</cx:pt>
          <cx:pt idx="4099">6000</cx:pt>
          <cx:pt idx="4100">6000</cx:pt>
          <cx:pt idx="4101">6000</cx:pt>
          <cx:pt idx="4102">6000</cx:pt>
          <cx:pt idx="4103">6000</cx:pt>
          <cx:pt idx="4104">6000</cx:pt>
          <cx:pt idx="4105">6000</cx:pt>
          <cx:pt idx="4106">6000</cx:pt>
          <cx:pt idx="4107">6000</cx:pt>
          <cx:pt idx="4108">6020</cx:pt>
          <cx:pt idx="4109">6100</cx:pt>
          <cx:pt idx="4110">6100</cx:pt>
          <cx:pt idx="4111">6100</cx:pt>
          <cx:pt idx="4112">6100</cx:pt>
          <cx:pt idx="4113">6100</cx:pt>
          <cx:pt idx="4114">6100</cx:pt>
          <cx:pt idx="4115">6100</cx:pt>
          <cx:pt idx="4116">6100</cx:pt>
          <cx:pt idx="4117">6100</cx:pt>
          <cx:pt idx="4118">6100</cx:pt>
          <cx:pt idx="4119">6100</cx:pt>
          <cx:pt idx="4120">6100</cx:pt>
          <cx:pt idx="4121">6100</cx:pt>
          <cx:pt idx="4122">6100</cx:pt>
          <cx:pt idx="4123">6200</cx:pt>
          <cx:pt idx="4124">6200</cx:pt>
          <cx:pt idx="4125">6200</cx:pt>
          <cx:pt idx="4126">6200</cx:pt>
          <cx:pt idx="4127">6200</cx:pt>
          <cx:pt idx="4128">6200</cx:pt>
          <cx:pt idx="4129">6200</cx:pt>
          <cx:pt idx="4130">6200</cx:pt>
          <cx:pt idx="4131">6200</cx:pt>
          <cx:pt idx="4132">6200</cx:pt>
          <cx:pt idx="4133">6200</cx:pt>
          <cx:pt idx="4134">6200</cx:pt>
          <cx:pt idx="4135">6200</cx:pt>
          <cx:pt idx="4136">6200</cx:pt>
          <cx:pt idx="4137">6200</cx:pt>
          <cx:pt idx="4138">6200</cx:pt>
          <cx:pt idx="4139">6200</cx:pt>
          <cx:pt idx="4140">6200</cx:pt>
          <cx:pt idx="4141">6200</cx:pt>
          <cx:pt idx="4142">6200</cx:pt>
          <cx:pt idx="4143">6200</cx:pt>
          <cx:pt idx="4144">6200</cx:pt>
          <cx:pt idx="4145">6200</cx:pt>
          <cx:pt idx="4146">6200</cx:pt>
          <cx:pt idx="4147">6240</cx:pt>
          <cx:pt idx="4148">6270</cx:pt>
          <cx:pt idx="4149">6300</cx:pt>
          <cx:pt idx="4150">6300</cx:pt>
          <cx:pt idx="4151">6300</cx:pt>
          <cx:pt idx="4152">6300</cx:pt>
          <cx:pt idx="4153">6300</cx:pt>
          <cx:pt idx="4154">6300</cx:pt>
          <cx:pt idx="4155">6300</cx:pt>
          <cx:pt idx="4156">6300</cx:pt>
          <cx:pt idx="4157">6310</cx:pt>
          <cx:pt idx="4158">6320</cx:pt>
          <cx:pt idx="4159">6360</cx:pt>
          <cx:pt idx="4160">6400</cx:pt>
          <cx:pt idx="4161">6400</cx:pt>
          <cx:pt idx="4162">6400</cx:pt>
          <cx:pt idx="4163">6400</cx:pt>
          <cx:pt idx="4164">6400</cx:pt>
          <cx:pt idx="4165">6400</cx:pt>
          <cx:pt idx="4166">6490</cx:pt>
          <cx:pt idx="4167">6500</cx:pt>
          <cx:pt idx="4168">6500</cx:pt>
          <cx:pt idx="4169">6500</cx:pt>
          <cx:pt idx="4170">6500</cx:pt>
          <cx:pt idx="4171">6500</cx:pt>
          <cx:pt idx="4172">6500</cx:pt>
          <cx:pt idx="4173">6500</cx:pt>
          <cx:pt idx="4174">6500</cx:pt>
          <cx:pt idx="4175">6500</cx:pt>
          <cx:pt idx="4176">6500</cx:pt>
          <cx:pt idx="4177">6500</cx:pt>
          <cx:pt idx="4178">6500</cx:pt>
          <cx:pt idx="4179">6500</cx:pt>
          <cx:pt idx="4180">6500</cx:pt>
          <cx:pt idx="4181">6500</cx:pt>
          <cx:pt idx="4182">6500</cx:pt>
          <cx:pt idx="4183">6500</cx:pt>
          <cx:pt idx="4184">6500</cx:pt>
          <cx:pt idx="4185">6500</cx:pt>
          <cx:pt idx="4186">6500</cx:pt>
          <cx:pt idx="4187">6500</cx:pt>
          <cx:pt idx="4188">6500</cx:pt>
          <cx:pt idx="4189">6500</cx:pt>
          <cx:pt idx="4190">6500</cx:pt>
          <cx:pt idx="4191">6500</cx:pt>
          <cx:pt idx="4192">6600</cx:pt>
          <cx:pt idx="4193">6600</cx:pt>
          <cx:pt idx="4194">6600</cx:pt>
          <cx:pt idx="4195">6600</cx:pt>
          <cx:pt idx="4196">6600</cx:pt>
          <cx:pt idx="4197">6600</cx:pt>
          <cx:pt idx="4198">6600</cx:pt>
          <cx:pt idx="4199">6600</cx:pt>
          <cx:pt idx="4200">6600</cx:pt>
          <cx:pt idx="4201">6700</cx:pt>
          <cx:pt idx="4202">6700</cx:pt>
          <cx:pt idx="4203">6700</cx:pt>
          <cx:pt idx="4204">6700</cx:pt>
          <cx:pt idx="4205">6700</cx:pt>
          <cx:pt idx="4206">6700</cx:pt>
          <cx:pt idx="4207">6700</cx:pt>
          <cx:pt idx="4208">6700</cx:pt>
          <cx:pt idx="4209">6700</cx:pt>
          <cx:pt idx="4210">6700</cx:pt>
          <cx:pt idx="4211">6700</cx:pt>
          <cx:pt idx="4212">6700</cx:pt>
          <cx:pt idx="4213">6700</cx:pt>
          <cx:pt idx="4214">6700</cx:pt>
          <cx:pt idx="4215">6700</cx:pt>
          <cx:pt idx="4216">6700</cx:pt>
          <cx:pt idx="4217">6700</cx:pt>
          <cx:pt idx="4218">6700</cx:pt>
          <cx:pt idx="4219">6700</cx:pt>
          <cx:pt idx="4220">6700</cx:pt>
          <cx:pt idx="4221">6700</cx:pt>
          <cx:pt idx="4222">6700</cx:pt>
          <cx:pt idx="4223">6800</cx:pt>
          <cx:pt idx="4224">6800</cx:pt>
          <cx:pt idx="4225">6800</cx:pt>
          <cx:pt idx="4226">6800</cx:pt>
          <cx:pt idx="4227">6800</cx:pt>
          <cx:pt idx="4228">6800</cx:pt>
          <cx:pt idx="4229">6800</cx:pt>
          <cx:pt idx="4230">6800</cx:pt>
          <cx:pt idx="4231">6800</cx:pt>
          <cx:pt idx="4232">6800</cx:pt>
          <cx:pt idx="4233">6800</cx:pt>
          <cx:pt idx="4234">6800</cx:pt>
          <cx:pt idx="4235">6800</cx:pt>
          <cx:pt idx="4236">6800</cx:pt>
          <cx:pt idx="4237">6800</cx:pt>
          <cx:pt idx="4238">6800</cx:pt>
          <cx:pt idx="4239">6800</cx:pt>
          <cx:pt idx="4240">6900</cx:pt>
          <cx:pt idx="4241">6900</cx:pt>
          <cx:pt idx="4242">6900</cx:pt>
          <cx:pt idx="4243">6900</cx:pt>
          <cx:pt idx="4244">6900</cx:pt>
          <cx:pt idx="4245">6900</cx:pt>
          <cx:pt idx="4246">6900</cx:pt>
          <cx:pt idx="4247">6900</cx:pt>
          <cx:pt idx="4248">6900</cx:pt>
          <cx:pt idx="4249">6900</cx:pt>
          <cx:pt idx="4250">6900</cx:pt>
          <cx:pt idx="4251">6900</cx:pt>
          <cx:pt idx="4252">6900</cx:pt>
          <cx:pt idx="4253">6900</cx:pt>
          <cx:pt idx="4254">6900</cx:pt>
          <cx:pt idx="4255">6970</cx:pt>
          <cx:pt idx="4256">6990</cx:pt>
          <cx:pt idx="4257">7000</cx:pt>
          <cx:pt idx="4258">7000</cx:pt>
          <cx:pt idx="4259">7000</cx:pt>
          <cx:pt idx="4260">7000</cx:pt>
          <cx:pt idx="4261">7000</cx:pt>
          <cx:pt idx="4262">7000</cx:pt>
          <cx:pt idx="4263">7000</cx:pt>
          <cx:pt idx="4264">7000</cx:pt>
          <cx:pt idx="4265">7000</cx:pt>
          <cx:pt idx="4266">7000</cx:pt>
          <cx:pt idx="4267">7000</cx:pt>
          <cx:pt idx="4268">7000</cx:pt>
          <cx:pt idx="4269">7000</cx:pt>
          <cx:pt idx="4270">7000</cx:pt>
          <cx:pt idx="4271">7000</cx:pt>
          <cx:pt idx="4272">7000</cx:pt>
          <cx:pt idx="4273">7000</cx:pt>
          <cx:pt idx="4274">7000</cx:pt>
          <cx:pt idx="4275">7000</cx:pt>
          <cx:pt idx="4276">7000</cx:pt>
          <cx:pt idx="4277">7000</cx:pt>
          <cx:pt idx="4278">7000</cx:pt>
          <cx:pt idx="4279">7000</cx:pt>
          <cx:pt idx="4280">7000</cx:pt>
          <cx:pt idx="4281">7000</cx:pt>
          <cx:pt idx="4282">7000</cx:pt>
          <cx:pt idx="4283">7000</cx:pt>
          <cx:pt idx="4284">7000</cx:pt>
          <cx:pt idx="4285">7000</cx:pt>
          <cx:pt idx="4286">7000</cx:pt>
          <cx:pt idx="4287">7000</cx:pt>
          <cx:pt idx="4288">7000</cx:pt>
          <cx:pt idx="4289">7000</cx:pt>
          <cx:pt idx="4290">7000</cx:pt>
          <cx:pt idx="4291">7000</cx:pt>
          <cx:pt idx="4292">7000</cx:pt>
          <cx:pt idx="4293">7000</cx:pt>
          <cx:pt idx="4294">7000</cx:pt>
          <cx:pt idx="4295">7000</cx:pt>
          <cx:pt idx="4296">7000</cx:pt>
          <cx:pt idx="4297">7000</cx:pt>
          <cx:pt idx="4298">7000</cx:pt>
          <cx:pt idx="4299">7000</cx:pt>
          <cx:pt idx="4300">7000</cx:pt>
          <cx:pt idx="4301">7000</cx:pt>
          <cx:pt idx="4302">7000</cx:pt>
          <cx:pt idx="4303">7000</cx:pt>
          <cx:pt idx="4304">7000</cx:pt>
          <cx:pt idx="4305">7000</cx:pt>
          <cx:pt idx="4306">7000</cx:pt>
          <cx:pt idx="4307">7000</cx:pt>
          <cx:pt idx="4308">7000</cx:pt>
          <cx:pt idx="4309">7000</cx:pt>
          <cx:pt idx="4310">7000</cx:pt>
          <cx:pt idx="4311">7000</cx:pt>
          <cx:pt idx="4312">7000</cx:pt>
          <cx:pt idx="4313">7000</cx:pt>
          <cx:pt idx="4314">7000</cx:pt>
          <cx:pt idx="4315">7000</cx:pt>
          <cx:pt idx="4316">7000</cx:pt>
          <cx:pt idx="4317">7000</cx:pt>
          <cx:pt idx="4318">7000</cx:pt>
          <cx:pt idx="4319">7000</cx:pt>
          <cx:pt idx="4320">7000</cx:pt>
          <cx:pt idx="4321">7000</cx:pt>
          <cx:pt idx="4322">7000</cx:pt>
          <cx:pt idx="4323">7000</cx:pt>
          <cx:pt idx="4324">7000</cx:pt>
          <cx:pt idx="4325">7000</cx:pt>
          <cx:pt idx="4326">7000</cx:pt>
          <cx:pt idx="4327">7000</cx:pt>
          <cx:pt idx="4328">7000</cx:pt>
          <cx:pt idx="4329">7000</cx:pt>
          <cx:pt idx="4330">7000</cx:pt>
          <cx:pt idx="4331">7020</cx:pt>
          <cx:pt idx="4332">7020</cx:pt>
          <cx:pt idx="4333">7100</cx:pt>
          <cx:pt idx="4334">7100</cx:pt>
          <cx:pt idx="4335">7100</cx:pt>
          <cx:pt idx="4336">7100</cx:pt>
          <cx:pt idx="4337">7100</cx:pt>
          <cx:pt idx="4338">7100</cx:pt>
          <cx:pt idx="4339">7100</cx:pt>
          <cx:pt idx="4340">7100</cx:pt>
          <cx:pt idx="4341">7100</cx:pt>
          <cx:pt idx="4342">7100</cx:pt>
          <cx:pt idx="4343">7120</cx:pt>
          <cx:pt idx="4344">7200</cx:pt>
          <cx:pt idx="4345">7200</cx:pt>
          <cx:pt idx="4346">7200</cx:pt>
          <cx:pt idx="4347">7200</cx:pt>
          <cx:pt idx="4348">7200</cx:pt>
          <cx:pt idx="4349">7200</cx:pt>
          <cx:pt idx="4350">7200</cx:pt>
          <cx:pt idx="4351">7200</cx:pt>
          <cx:pt idx="4352">7200</cx:pt>
          <cx:pt idx="4353">7200</cx:pt>
          <cx:pt idx="4354">7200</cx:pt>
          <cx:pt idx="4355">7200</cx:pt>
          <cx:pt idx="4356">7200</cx:pt>
          <cx:pt idx="4357">7200</cx:pt>
          <cx:pt idx="4358">7200</cx:pt>
          <cx:pt idx="4359">7200</cx:pt>
          <cx:pt idx="4360">7200</cx:pt>
          <cx:pt idx="4361">7200</cx:pt>
          <cx:pt idx="4362">7200</cx:pt>
          <cx:pt idx="4363">7200</cx:pt>
          <cx:pt idx="4364">7200</cx:pt>
          <cx:pt idx="4365">7200</cx:pt>
          <cx:pt idx="4366">7200</cx:pt>
          <cx:pt idx="4367">7200</cx:pt>
          <cx:pt idx="4368">7200</cx:pt>
          <cx:pt idx="4369">7200</cx:pt>
          <cx:pt idx="4370">7200</cx:pt>
          <cx:pt idx="4371">7200</cx:pt>
          <cx:pt idx="4372">7200</cx:pt>
          <cx:pt idx="4373">7200</cx:pt>
          <cx:pt idx="4374">7200</cx:pt>
          <cx:pt idx="4375">7200</cx:pt>
          <cx:pt idx="4376">7200</cx:pt>
          <cx:pt idx="4377">7200</cx:pt>
          <cx:pt idx="4378">7200</cx:pt>
          <cx:pt idx="4379">7200</cx:pt>
          <cx:pt idx="4380">7200</cx:pt>
          <cx:pt idx="4381">7200</cx:pt>
          <cx:pt idx="4382">7200</cx:pt>
          <cx:pt idx="4383">7200</cx:pt>
          <cx:pt idx="4384">7200</cx:pt>
          <cx:pt idx="4385">7200</cx:pt>
          <cx:pt idx="4386">7200</cx:pt>
          <cx:pt idx="4387">7200</cx:pt>
          <cx:pt idx="4388">7200</cx:pt>
          <cx:pt idx="4389">7200</cx:pt>
          <cx:pt idx="4390">7200</cx:pt>
          <cx:pt idx="4391">7200</cx:pt>
          <cx:pt idx="4392">7200</cx:pt>
          <cx:pt idx="4393">7200</cx:pt>
          <cx:pt idx="4394">7200</cx:pt>
          <cx:pt idx="4395">7200</cx:pt>
          <cx:pt idx="4396">7200</cx:pt>
          <cx:pt idx="4397">7200</cx:pt>
          <cx:pt idx="4398">7200</cx:pt>
          <cx:pt idx="4399">7200</cx:pt>
          <cx:pt idx="4400">7200</cx:pt>
          <cx:pt idx="4401">7200</cx:pt>
          <cx:pt idx="4402">7200</cx:pt>
          <cx:pt idx="4403">7200</cx:pt>
          <cx:pt idx="4404">7200</cx:pt>
          <cx:pt idx="4405">7200</cx:pt>
          <cx:pt idx="4406">7204</cx:pt>
          <cx:pt idx="4407">7210</cx:pt>
          <cx:pt idx="4408">7250</cx:pt>
          <cx:pt idx="4409">7280</cx:pt>
          <cx:pt idx="4410">7300</cx:pt>
          <cx:pt idx="4411">7300</cx:pt>
          <cx:pt idx="4412">7300</cx:pt>
          <cx:pt idx="4413">7300</cx:pt>
          <cx:pt idx="4414">7300</cx:pt>
          <cx:pt idx="4415">7300</cx:pt>
          <cx:pt idx="4416">7300</cx:pt>
          <cx:pt idx="4417">7300</cx:pt>
          <cx:pt idx="4418">7300</cx:pt>
          <cx:pt idx="4419">7300</cx:pt>
          <cx:pt idx="4420">7300</cx:pt>
          <cx:pt idx="4421">7300</cx:pt>
          <cx:pt idx="4422">7300</cx:pt>
          <cx:pt idx="4423">7300</cx:pt>
          <cx:pt idx="4424">7300</cx:pt>
          <cx:pt idx="4425">7300</cx:pt>
          <cx:pt idx="4426">7300</cx:pt>
          <cx:pt idx="4427">7300</cx:pt>
          <cx:pt idx="4428">7300</cx:pt>
          <cx:pt idx="4429">7350</cx:pt>
          <cx:pt idx="4430">7400</cx:pt>
          <cx:pt idx="4431">7400</cx:pt>
          <cx:pt idx="4432">7400</cx:pt>
          <cx:pt idx="4433">7400</cx:pt>
          <cx:pt idx="4434">7400</cx:pt>
          <cx:pt idx="4435">7400</cx:pt>
          <cx:pt idx="4436">7500</cx:pt>
          <cx:pt idx="4437">7500</cx:pt>
          <cx:pt idx="4438">7500</cx:pt>
          <cx:pt idx="4439">7500</cx:pt>
          <cx:pt idx="4440">7500</cx:pt>
          <cx:pt idx="4441">7500</cx:pt>
          <cx:pt idx="4442">7500</cx:pt>
          <cx:pt idx="4443">7500</cx:pt>
          <cx:pt idx="4444">7500</cx:pt>
          <cx:pt idx="4445">7500</cx:pt>
          <cx:pt idx="4446">7500</cx:pt>
          <cx:pt idx="4447">7500</cx:pt>
          <cx:pt idx="4448">7500</cx:pt>
          <cx:pt idx="4449">7500</cx:pt>
          <cx:pt idx="4450">7500</cx:pt>
          <cx:pt idx="4451">7500</cx:pt>
          <cx:pt idx="4452">7500</cx:pt>
          <cx:pt idx="4453">7500</cx:pt>
          <cx:pt idx="4454">7500</cx:pt>
          <cx:pt idx="4455">7500</cx:pt>
          <cx:pt idx="4456">7560</cx:pt>
          <cx:pt idx="4457">7580</cx:pt>
          <cx:pt idx="4458">7600</cx:pt>
          <cx:pt idx="4459">7600</cx:pt>
          <cx:pt idx="4460">7600</cx:pt>
          <cx:pt idx="4461">7600</cx:pt>
          <cx:pt idx="4462">7600</cx:pt>
          <cx:pt idx="4463">7600</cx:pt>
          <cx:pt idx="4464">7600</cx:pt>
          <cx:pt idx="4465">7600</cx:pt>
          <cx:pt idx="4466">7600</cx:pt>
          <cx:pt idx="4467">7600</cx:pt>
          <cx:pt idx="4468">7600</cx:pt>
          <cx:pt idx="4469">7600</cx:pt>
          <cx:pt idx="4470">7600</cx:pt>
          <cx:pt idx="4471">7700</cx:pt>
          <cx:pt idx="4472">7700</cx:pt>
          <cx:pt idx="4473">7700</cx:pt>
          <cx:pt idx="4474">7700</cx:pt>
          <cx:pt idx="4475">7700</cx:pt>
          <cx:pt idx="4476">7700</cx:pt>
          <cx:pt idx="4477">7700</cx:pt>
          <cx:pt idx="4478">7700</cx:pt>
          <cx:pt idx="4479">7700</cx:pt>
          <cx:pt idx="4480">7700</cx:pt>
          <cx:pt idx="4481">7700</cx:pt>
          <cx:pt idx="4482">7700</cx:pt>
          <cx:pt idx="4483">7800</cx:pt>
          <cx:pt idx="4484">7800</cx:pt>
          <cx:pt idx="4485">7800</cx:pt>
          <cx:pt idx="4486">7800</cx:pt>
          <cx:pt idx="4487">7800</cx:pt>
          <cx:pt idx="4488">7800</cx:pt>
          <cx:pt idx="4489">7800</cx:pt>
          <cx:pt idx="4490">7800</cx:pt>
          <cx:pt idx="4491">7800</cx:pt>
          <cx:pt idx="4492">7800</cx:pt>
          <cx:pt idx="4493">7800</cx:pt>
          <cx:pt idx="4494">7800</cx:pt>
          <cx:pt idx="4495">7800</cx:pt>
          <cx:pt idx="4496">7800</cx:pt>
          <cx:pt idx="4497">7800</cx:pt>
          <cx:pt idx="4498">7800</cx:pt>
          <cx:pt idx="4499">7800</cx:pt>
          <cx:pt idx="4500">7830</cx:pt>
          <cx:pt idx="4501">7850</cx:pt>
          <cx:pt idx="4502">7850</cx:pt>
          <cx:pt idx="4503">7900</cx:pt>
          <cx:pt idx="4504">7900</cx:pt>
          <cx:pt idx="4505">7900</cx:pt>
          <cx:pt idx="4506">7900</cx:pt>
          <cx:pt idx="4507">7900</cx:pt>
          <cx:pt idx="4508">7900</cx:pt>
          <cx:pt idx="4509">7900</cx:pt>
          <cx:pt idx="4510">7900</cx:pt>
          <cx:pt idx="4511">7900</cx:pt>
          <cx:pt idx="4512">7900</cx:pt>
          <cx:pt idx="4513">7900</cx:pt>
          <cx:pt idx="4514">7900</cx:pt>
          <cx:pt idx="4515">7900</cx:pt>
          <cx:pt idx="4516">7900</cx:pt>
          <cx:pt idx="4517">7900</cx:pt>
          <cx:pt idx="4518">7900</cx:pt>
          <cx:pt idx="4519">7900</cx:pt>
          <cx:pt idx="4520">8000</cx:pt>
          <cx:pt idx="4521">8000</cx:pt>
          <cx:pt idx="4522">8000</cx:pt>
          <cx:pt idx="4523">8000</cx:pt>
          <cx:pt idx="4524">8000</cx:pt>
          <cx:pt idx="4525">8000</cx:pt>
          <cx:pt idx="4526">8000</cx:pt>
          <cx:pt idx="4527">8000</cx:pt>
          <cx:pt idx="4528">8000</cx:pt>
          <cx:pt idx="4529">8000</cx:pt>
          <cx:pt idx="4530">8000</cx:pt>
          <cx:pt idx="4531">8000</cx:pt>
          <cx:pt idx="4532">8000</cx:pt>
          <cx:pt idx="4533">8000</cx:pt>
          <cx:pt idx="4534">8000</cx:pt>
          <cx:pt idx="4535">8000</cx:pt>
          <cx:pt idx="4536">8000</cx:pt>
          <cx:pt idx="4537">8000</cx:pt>
          <cx:pt idx="4538">8000</cx:pt>
          <cx:pt idx="4539">8000</cx:pt>
          <cx:pt idx="4540">8000</cx:pt>
          <cx:pt idx="4541">8000</cx:pt>
          <cx:pt idx="4542">8000</cx:pt>
          <cx:pt idx="4543">8000</cx:pt>
          <cx:pt idx="4544">8000</cx:pt>
          <cx:pt idx="4545">8000</cx:pt>
          <cx:pt idx="4546">8000</cx:pt>
          <cx:pt idx="4547">8000</cx:pt>
          <cx:pt idx="4548">8000</cx:pt>
          <cx:pt idx="4549">8000</cx:pt>
          <cx:pt idx="4550">8000</cx:pt>
          <cx:pt idx="4551">8000</cx:pt>
          <cx:pt idx="4552">8000</cx:pt>
          <cx:pt idx="4553">8000</cx:pt>
          <cx:pt idx="4554">8000</cx:pt>
          <cx:pt idx="4555">8000</cx:pt>
          <cx:pt idx="4556">8000</cx:pt>
          <cx:pt idx="4557">8000</cx:pt>
          <cx:pt idx="4558">8000</cx:pt>
          <cx:pt idx="4559">8000</cx:pt>
          <cx:pt idx="4560">8000</cx:pt>
          <cx:pt idx="4561">8000</cx:pt>
          <cx:pt idx="4562">8000</cx:pt>
          <cx:pt idx="4563">8000</cx:pt>
          <cx:pt idx="4564">8000</cx:pt>
          <cx:pt idx="4565">8000</cx:pt>
          <cx:pt idx="4566">8000</cx:pt>
          <cx:pt idx="4567">8000</cx:pt>
          <cx:pt idx="4568">8000</cx:pt>
          <cx:pt idx="4569">8000</cx:pt>
          <cx:pt idx="4570">8000</cx:pt>
          <cx:pt idx="4571">8000</cx:pt>
          <cx:pt idx="4572">8000</cx:pt>
          <cx:pt idx="4573">8000</cx:pt>
          <cx:pt idx="4574">8000</cx:pt>
          <cx:pt idx="4575">8000</cx:pt>
          <cx:pt idx="4576">8000</cx:pt>
          <cx:pt idx="4577">8000</cx:pt>
          <cx:pt idx="4578">8000</cx:pt>
          <cx:pt idx="4579">8000</cx:pt>
          <cx:pt idx="4580">8000</cx:pt>
          <cx:pt idx="4581">8000</cx:pt>
          <cx:pt idx="4582">8000</cx:pt>
          <cx:pt idx="4583">8000</cx:pt>
          <cx:pt idx="4584">8000</cx:pt>
          <cx:pt idx="4585">8000</cx:pt>
          <cx:pt idx="4586">8000</cx:pt>
          <cx:pt idx="4587">8000</cx:pt>
          <cx:pt idx="4588">8000</cx:pt>
          <cx:pt idx="4589">8000</cx:pt>
          <cx:pt idx="4590">8000</cx:pt>
          <cx:pt idx="4591">8000</cx:pt>
          <cx:pt idx="4592">8000</cx:pt>
          <cx:pt idx="4593">8000</cx:pt>
          <cx:pt idx="4594">8000</cx:pt>
          <cx:pt idx="4595">8000</cx:pt>
          <cx:pt idx="4596">8000</cx:pt>
          <cx:pt idx="4597">8000</cx:pt>
          <cx:pt idx="4598">8000</cx:pt>
          <cx:pt idx="4599">8000</cx:pt>
          <cx:pt idx="4600">8000</cx:pt>
          <cx:pt idx="4601">8000</cx:pt>
          <cx:pt idx="4602">8000</cx:pt>
          <cx:pt idx="4603">8000</cx:pt>
          <cx:pt idx="4604">8000</cx:pt>
          <cx:pt idx="4605">8000</cx:pt>
          <cx:pt idx="4606">8000</cx:pt>
          <cx:pt idx="4607">8000</cx:pt>
          <cx:pt idx="4608">8000</cx:pt>
          <cx:pt idx="4609">8000</cx:pt>
          <cx:pt idx="4610">8000</cx:pt>
          <cx:pt idx="4611">8000</cx:pt>
          <cx:pt idx="4612">8000</cx:pt>
          <cx:pt idx="4613">8000</cx:pt>
          <cx:pt idx="4614">8000</cx:pt>
          <cx:pt idx="4615">8000</cx:pt>
          <cx:pt idx="4616">8000</cx:pt>
          <cx:pt idx="4617">8000</cx:pt>
          <cx:pt idx="4618">8000</cx:pt>
          <cx:pt idx="4619">8000</cx:pt>
          <cx:pt idx="4620">8000</cx:pt>
          <cx:pt idx="4621">8000</cx:pt>
          <cx:pt idx="4622">8000</cx:pt>
          <cx:pt idx="4623">8000</cx:pt>
          <cx:pt idx="4624">8000</cx:pt>
          <cx:pt idx="4625">8000</cx:pt>
          <cx:pt idx="4626">8000</cx:pt>
          <cx:pt idx="4627">8000</cx:pt>
          <cx:pt idx="4628">8000</cx:pt>
          <cx:pt idx="4629">8000</cx:pt>
          <cx:pt idx="4630">8000</cx:pt>
          <cx:pt idx="4631">8000</cx:pt>
          <cx:pt idx="4632">8000</cx:pt>
          <cx:pt idx="4633">8000</cx:pt>
          <cx:pt idx="4634">8000</cx:pt>
          <cx:pt idx="4635">8000</cx:pt>
          <cx:pt idx="4636">8000</cx:pt>
          <cx:pt idx="4637">8000</cx:pt>
          <cx:pt idx="4638">8000</cx:pt>
          <cx:pt idx="4639">8000</cx:pt>
          <cx:pt idx="4640">8000</cx:pt>
          <cx:pt idx="4641">8000</cx:pt>
          <cx:pt idx="4642">8000</cx:pt>
          <cx:pt idx="4643">8000</cx:pt>
          <cx:pt idx="4644">8000</cx:pt>
          <cx:pt idx="4645">8000</cx:pt>
          <cx:pt idx="4646">8000</cx:pt>
          <cx:pt idx="4647">8000</cx:pt>
          <cx:pt idx="4648">8000</cx:pt>
          <cx:pt idx="4649">8000</cx:pt>
          <cx:pt idx="4650">8000</cx:pt>
          <cx:pt idx="4651">8000</cx:pt>
          <cx:pt idx="4652">8000</cx:pt>
          <cx:pt idx="4653">8000</cx:pt>
          <cx:pt idx="4654">8000</cx:pt>
          <cx:pt idx="4655">8100</cx:pt>
          <cx:pt idx="4656">8100</cx:pt>
          <cx:pt idx="4657">8100</cx:pt>
          <cx:pt idx="4658">8100</cx:pt>
          <cx:pt idx="4659">8100</cx:pt>
          <cx:pt idx="4660">8100</cx:pt>
          <cx:pt idx="4661">8100</cx:pt>
          <cx:pt idx="4662">8100</cx:pt>
          <cx:pt idx="4663">8100</cx:pt>
          <cx:pt idx="4664">8100</cx:pt>
          <cx:pt idx="4665">8200</cx:pt>
          <cx:pt idx="4666">8200</cx:pt>
          <cx:pt idx="4667">8200</cx:pt>
          <cx:pt idx="4668">8200</cx:pt>
          <cx:pt idx="4669">8200</cx:pt>
          <cx:pt idx="4670">8200</cx:pt>
          <cx:pt idx="4671">8200</cx:pt>
          <cx:pt idx="4672">8250</cx:pt>
          <cx:pt idx="4673">8300</cx:pt>
          <cx:pt idx="4674">8300</cx:pt>
          <cx:pt idx="4675">8300</cx:pt>
          <cx:pt idx="4676">8300</cx:pt>
          <cx:pt idx="4677">8300</cx:pt>
          <cx:pt idx="4678">8300</cx:pt>
          <cx:pt idx="4679">8300</cx:pt>
          <cx:pt idx="4680">8300</cx:pt>
          <cx:pt idx="4681">8300</cx:pt>
          <cx:pt idx="4682">8300</cx:pt>
          <cx:pt idx="4683">8300</cx:pt>
          <cx:pt idx="4684">8300</cx:pt>
          <cx:pt idx="4685">8300</cx:pt>
          <cx:pt idx="4686">8300</cx:pt>
          <cx:pt idx="4687">8300</cx:pt>
          <cx:pt idx="4688">8300</cx:pt>
          <cx:pt idx="4689">8300</cx:pt>
          <cx:pt idx="4690">8300</cx:pt>
          <cx:pt idx="4691">8300</cx:pt>
          <cx:pt idx="4692">8336</cx:pt>
          <cx:pt idx="4693">8390</cx:pt>
          <cx:pt idx="4694">8400</cx:pt>
          <cx:pt idx="4695">8400</cx:pt>
          <cx:pt idx="4696">8400</cx:pt>
          <cx:pt idx="4697">8400</cx:pt>
          <cx:pt idx="4698">8400</cx:pt>
          <cx:pt idx="4699">8400</cx:pt>
          <cx:pt idx="4700">8400</cx:pt>
          <cx:pt idx="4701">8400</cx:pt>
          <cx:pt idx="4702">8400</cx:pt>
          <cx:pt idx="4703">8400</cx:pt>
          <cx:pt idx="4704">8400</cx:pt>
          <cx:pt idx="4705">8400</cx:pt>
          <cx:pt idx="4706">8400</cx:pt>
          <cx:pt idx="4707">8400</cx:pt>
          <cx:pt idx="4708">8400</cx:pt>
          <cx:pt idx="4709">8400</cx:pt>
          <cx:pt idx="4710">8400</cx:pt>
          <cx:pt idx="4711">8400</cx:pt>
          <cx:pt idx="4712">8400</cx:pt>
          <cx:pt idx="4713">8400</cx:pt>
          <cx:pt idx="4714">8400</cx:pt>
          <cx:pt idx="4715">8400</cx:pt>
          <cx:pt idx="4716">8400</cx:pt>
          <cx:pt idx="4717">8400</cx:pt>
          <cx:pt idx="4718">8400</cx:pt>
          <cx:pt idx="4719">8400</cx:pt>
          <cx:pt idx="4720">8400</cx:pt>
          <cx:pt idx="4721">8400</cx:pt>
          <cx:pt idx="4722">8400</cx:pt>
          <cx:pt idx="4723">8400</cx:pt>
          <cx:pt idx="4724">8400</cx:pt>
          <cx:pt idx="4725">8400</cx:pt>
          <cx:pt idx="4726">8400</cx:pt>
          <cx:pt idx="4727">8400</cx:pt>
          <cx:pt idx="4728">8400</cx:pt>
          <cx:pt idx="4729">8400</cx:pt>
          <cx:pt idx="4730">8400</cx:pt>
          <cx:pt idx="4731">8400</cx:pt>
          <cx:pt idx="4732">8400</cx:pt>
          <cx:pt idx="4733">8400</cx:pt>
          <cx:pt idx="4734">8400</cx:pt>
          <cx:pt idx="4735">8400</cx:pt>
          <cx:pt idx="4736">8400</cx:pt>
          <cx:pt idx="4737">8400</cx:pt>
          <cx:pt idx="4738">8400</cx:pt>
          <cx:pt idx="4739">8400</cx:pt>
          <cx:pt idx="4740">8440</cx:pt>
          <cx:pt idx="4741">8450</cx:pt>
          <cx:pt idx="4742">8450</cx:pt>
          <cx:pt idx="4743">8500</cx:pt>
          <cx:pt idx="4744">8500</cx:pt>
          <cx:pt idx="4745">8500</cx:pt>
          <cx:pt idx="4746">8500</cx:pt>
          <cx:pt idx="4747">8500</cx:pt>
          <cx:pt idx="4748">8500</cx:pt>
          <cx:pt idx="4749">8500</cx:pt>
          <cx:pt idx="4750">8500</cx:pt>
          <cx:pt idx="4751">8500</cx:pt>
          <cx:pt idx="4752">8500</cx:pt>
          <cx:pt idx="4753">8500</cx:pt>
          <cx:pt idx="4754">8500</cx:pt>
          <cx:pt idx="4755">8500</cx:pt>
          <cx:pt idx="4756">8500</cx:pt>
          <cx:pt idx="4757">8500</cx:pt>
          <cx:pt idx="4758">8500</cx:pt>
          <cx:pt idx="4759">8500</cx:pt>
          <cx:pt idx="4760">8530</cx:pt>
          <cx:pt idx="4761">8600</cx:pt>
          <cx:pt idx="4762">8600</cx:pt>
          <cx:pt idx="4763">8600</cx:pt>
          <cx:pt idx="4764">8600</cx:pt>
          <cx:pt idx="4765">8600</cx:pt>
          <cx:pt idx="4766">8600</cx:pt>
          <cx:pt idx="4767">8600</cx:pt>
          <cx:pt idx="4768">8600</cx:pt>
          <cx:pt idx="4769">8600</cx:pt>
          <cx:pt idx="4770">8600</cx:pt>
          <cx:pt idx="4771">8600</cx:pt>
          <cx:pt idx="4772">8600</cx:pt>
          <cx:pt idx="4773">8600</cx:pt>
          <cx:pt idx="4774">8600</cx:pt>
          <cx:pt idx="4775">8600</cx:pt>
          <cx:pt idx="4776">8604</cx:pt>
          <cx:pt idx="4777">8610</cx:pt>
          <cx:pt idx="4778">8700</cx:pt>
          <cx:pt idx="4779">8700</cx:pt>
          <cx:pt idx="4780">8700</cx:pt>
          <cx:pt idx="4781">8700</cx:pt>
          <cx:pt idx="4782">8700</cx:pt>
          <cx:pt idx="4783">8700</cx:pt>
          <cx:pt idx="4784">8700</cx:pt>
          <cx:pt idx="4785">8700</cx:pt>
          <cx:pt idx="4786">8700</cx:pt>
          <cx:pt idx="4787">8700</cx:pt>
          <cx:pt idx="4788">8700</cx:pt>
          <cx:pt idx="4789">8700</cx:pt>
          <cx:pt idx="4790">8710</cx:pt>
          <cx:pt idx="4791">8770</cx:pt>
          <cx:pt idx="4792">8800</cx:pt>
          <cx:pt idx="4793">8800</cx:pt>
          <cx:pt idx="4794">8800</cx:pt>
          <cx:pt idx="4795">8800</cx:pt>
          <cx:pt idx="4796">8800</cx:pt>
          <cx:pt idx="4797">8800</cx:pt>
          <cx:pt idx="4798">8800</cx:pt>
          <cx:pt idx="4799">8800</cx:pt>
          <cx:pt idx="4800">8800</cx:pt>
          <cx:pt idx="4801">8800</cx:pt>
          <cx:pt idx="4802">8800</cx:pt>
          <cx:pt idx="4803">8800</cx:pt>
          <cx:pt idx="4804">8870</cx:pt>
          <cx:pt idx="4805">8900</cx:pt>
          <cx:pt idx="4806">8900</cx:pt>
          <cx:pt idx="4807">8900</cx:pt>
          <cx:pt idx="4808">8900</cx:pt>
          <cx:pt idx="4809">8900</cx:pt>
          <cx:pt idx="4810">8900</cx:pt>
          <cx:pt idx="4811">8900</cx:pt>
          <cx:pt idx="4812">8900</cx:pt>
          <cx:pt idx="4813">8900</cx:pt>
          <cx:pt idx="4814">8900</cx:pt>
          <cx:pt idx="4815">8900</cx:pt>
          <cx:pt idx="4816">8900</cx:pt>
          <cx:pt idx="4817">9000</cx:pt>
          <cx:pt idx="4818">9000</cx:pt>
          <cx:pt idx="4819">9000</cx:pt>
          <cx:pt idx="4820">9000</cx:pt>
          <cx:pt idx="4821">9000</cx:pt>
          <cx:pt idx="4822">9000</cx:pt>
          <cx:pt idx="4823">9000</cx:pt>
          <cx:pt idx="4824">9000</cx:pt>
          <cx:pt idx="4825">9000</cx:pt>
          <cx:pt idx="4826">9000</cx:pt>
          <cx:pt idx="4827">9000</cx:pt>
          <cx:pt idx="4828">9000</cx:pt>
          <cx:pt idx="4829">9000</cx:pt>
          <cx:pt idx="4830">9000</cx:pt>
          <cx:pt idx="4831">9000</cx:pt>
          <cx:pt idx="4832">9000</cx:pt>
          <cx:pt idx="4833">9000</cx:pt>
          <cx:pt idx="4834">9000</cx:pt>
          <cx:pt idx="4835">9000</cx:pt>
          <cx:pt idx="4836">9000</cx:pt>
          <cx:pt idx="4837">9000</cx:pt>
          <cx:pt idx="4838">9000</cx:pt>
          <cx:pt idx="4839">9000</cx:pt>
          <cx:pt idx="4840">9000</cx:pt>
          <cx:pt idx="4841">9000</cx:pt>
          <cx:pt idx="4842">9000</cx:pt>
          <cx:pt idx="4843">9000</cx:pt>
          <cx:pt idx="4844">9000</cx:pt>
          <cx:pt idx="4845">9000</cx:pt>
          <cx:pt idx="4846">9000</cx:pt>
          <cx:pt idx="4847">9000</cx:pt>
          <cx:pt idx="4848">9000</cx:pt>
          <cx:pt idx="4849">9000</cx:pt>
          <cx:pt idx="4850">9000</cx:pt>
          <cx:pt idx="4851">9000</cx:pt>
          <cx:pt idx="4852">9000</cx:pt>
          <cx:pt idx="4853">9000</cx:pt>
          <cx:pt idx="4854">9000</cx:pt>
          <cx:pt idx="4855">9000</cx:pt>
          <cx:pt idx="4856">9000</cx:pt>
          <cx:pt idx="4857">9000</cx:pt>
          <cx:pt idx="4858">9000</cx:pt>
          <cx:pt idx="4859">9000</cx:pt>
          <cx:pt idx="4860">9000</cx:pt>
          <cx:pt idx="4861">9000</cx:pt>
          <cx:pt idx="4862">9000</cx:pt>
          <cx:pt idx="4863">9000</cx:pt>
          <cx:pt idx="4864">9000</cx:pt>
          <cx:pt idx="4865">9000</cx:pt>
          <cx:pt idx="4866">9000</cx:pt>
          <cx:pt idx="4867">9000</cx:pt>
          <cx:pt idx="4868">9000</cx:pt>
          <cx:pt idx="4869">9000</cx:pt>
          <cx:pt idx="4870">9000</cx:pt>
          <cx:pt idx="4871">9000</cx:pt>
          <cx:pt idx="4872">9000</cx:pt>
          <cx:pt idx="4873">9000</cx:pt>
          <cx:pt idx="4874">9000</cx:pt>
          <cx:pt idx="4875">9000</cx:pt>
          <cx:pt idx="4876">9000</cx:pt>
          <cx:pt idx="4877">9000</cx:pt>
          <cx:pt idx="4878">9000</cx:pt>
          <cx:pt idx="4879">9000</cx:pt>
          <cx:pt idx="4880">9000</cx:pt>
          <cx:pt idx="4881">9000</cx:pt>
          <cx:pt idx="4882">9000</cx:pt>
          <cx:pt idx="4883">9000</cx:pt>
          <cx:pt idx="4884">9000</cx:pt>
          <cx:pt idx="4885">9000</cx:pt>
          <cx:pt idx="4886">9000</cx:pt>
          <cx:pt idx="4887">9000</cx:pt>
          <cx:pt idx="4888">9000</cx:pt>
          <cx:pt idx="4889">9000</cx:pt>
          <cx:pt idx="4890">9000</cx:pt>
          <cx:pt idx="4891">9000</cx:pt>
          <cx:pt idx="4892">9000</cx:pt>
          <cx:pt idx="4893">9000</cx:pt>
          <cx:pt idx="4894">9000</cx:pt>
          <cx:pt idx="4895">9000</cx:pt>
          <cx:pt idx="4896">9000</cx:pt>
          <cx:pt idx="4897">9000</cx:pt>
          <cx:pt idx="4898">9000</cx:pt>
          <cx:pt idx="4899">9000</cx:pt>
          <cx:pt idx="4900">9000</cx:pt>
          <cx:pt idx="4901">9000</cx:pt>
          <cx:pt idx="4902">9000</cx:pt>
          <cx:pt idx="4903">9000</cx:pt>
          <cx:pt idx="4904">9000</cx:pt>
          <cx:pt idx="4905">9000</cx:pt>
          <cx:pt idx="4906">9000</cx:pt>
          <cx:pt idx="4907">9000</cx:pt>
          <cx:pt idx="4908">9000</cx:pt>
          <cx:pt idx="4909">9000</cx:pt>
          <cx:pt idx="4910">9000</cx:pt>
          <cx:pt idx="4911">9000</cx:pt>
          <cx:pt idx="4912">9000</cx:pt>
          <cx:pt idx="4913">9000</cx:pt>
          <cx:pt idx="4914">9000</cx:pt>
          <cx:pt idx="4915">9000</cx:pt>
          <cx:pt idx="4916">9000</cx:pt>
          <cx:pt idx="4917">9020</cx:pt>
          <cx:pt idx="4918">9100</cx:pt>
          <cx:pt idx="4919">9100</cx:pt>
          <cx:pt idx="4920">9100</cx:pt>
          <cx:pt idx="4921">9100</cx:pt>
          <cx:pt idx="4922">9100</cx:pt>
          <cx:pt idx="4923">9100</cx:pt>
          <cx:pt idx="4924">9100</cx:pt>
          <cx:pt idx="4925">9100</cx:pt>
          <cx:pt idx="4926">9100</cx:pt>
          <cx:pt idx="4927">9100</cx:pt>
          <cx:pt idx="4928">9100</cx:pt>
          <cx:pt idx="4929">9100</cx:pt>
          <cx:pt idx="4930">9100</cx:pt>
          <cx:pt idx="4931">9100</cx:pt>
          <cx:pt idx="4932">9100</cx:pt>
          <cx:pt idx="4933">9100</cx:pt>
          <cx:pt idx="4934">9100</cx:pt>
          <cx:pt idx="4935">9100</cx:pt>
          <cx:pt idx="4936">9100</cx:pt>
          <cx:pt idx="4937">9100</cx:pt>
          <cx:pt idx="4938">9100</cx:pt>
          <cx:pt idx="4939">9100</cx:pt>
          <cx:pt idx="4940">9100</cx:pt>
          <cx:pt idx="4941">9100</cx:pt>
          <cx:pt idx="4942">9100</cx:pt>
          <cx:pt idx="4943">9100</cx:pt>
          <cx:pt idx="4944">9100</cx:pt>
          <cx:pt idx="4945">9100</cx:pt>
          <cx:pt idx="4946">9100</cx:pt>
          <cx:pt idx="4947">9100</cx:pt>
          <cx:pt idx="4948">9150</cx:pt>
          <cx:pt idx="4949">9200</cx:pt>
          <cx:pt idx="4950">9200</cx:pt>
          <cx:pt idx="4951">9200</cx:pt>
          <cx:pt idx="4952">9200</cx:pt>
          <cx:pt idx="4953">9200</cx:pt>
          <cx:pt idx="4954">9200</cx:pt>
          <cx:pt idx="4955">9200</cx:pt>
          <cx:pt idx="4956">9200</cx:pt>
          <cx:pt idx="4957">9200</cx:pt>
          <cx:pt idx="4958">9200</cx:pt>
          <cx:pt idx="4959">9200</cx:pt>
          <cx:pt idx="4960">9200</cx:pt>
          <cx:pt idx="4961">9200</cx:pt>
          <cx:pt idx="4962">9200</cx:pt>
          <cx:pt idx="4963">9200</cx:pt>
          <cx:pt idx="4964">9204</cx:pt>
          <cx:pt idx="4965">9220</cx:pt>
          <cx:pt idx="4966">9250</cx:pt>
          <cx:pt idx="4967">9300</cx:pt>
          <cx:pt idx="4968">9300</cx:pt>
          <cx:pt idx="4969">9300</cx:pt>
          <cx:pt idx="4970">9300</cx:pt>
          <cx:pt idx="4971">9300</cx:pt>
          <cx:pt idx="4972">9300</cx:pt>
          <cx:pt idx="4973">9300</cx:pt>
          <cx:pt idx="4974">9300</cx:pt>
          <cx:pt idx="4975">9300</cx:pt>
          <cx:pt idx="4976">9300</cx:pt>
          <cx:pt idx="4977">9300</cx:pt>
          <cx:pt idx="4978">9310</cx:pt>
          <cx:pt idx="4979">9400</cx:pt>
          <cx:pt idx="4980">9400</cx:pt>
          <cx:pt idx="4981">9400</cx:pt>
          <cx:pt idx="4982">9400</cx:pt>
          <cx:pt idx="4983">9400</cx:pt>
          <cx:pt idx="4984">9400</cx:pt>
          <cx:pt idx="4985">9400</cx:pt>
          <cx:pt idx="4986">9400</cx:pt>
          <cx:pt idx="4987">9400</cx:pt>
          <cx:pt idx="4988">9400</cx:pt>
          <cx:pt idx="4989">9400</cx:pt>
          <cx:pt idx="4990">9400</cx:pt>
          <cx:pt idx="4991">9400</cx:pt>
          <cx:pt idx="4992">9400</cx:pt>
          <cx:pt idx="4993">9400</cx:pt>
          <cx:pt idx="4994">9400</cx:pt>
          <cx:pt idx="4995">9400</cx:pt>
          <cx:pt idx="4996">9400</cx:pt>
          <cx:pt idx="4997">9400</cx:pt>
          <cx:pt idx="4998">9400</cx:pt>
          <cx:pt idx="4999">9400</cx:pt>
          <cx:pt idx="5000">9400</cx:pt>
          <cx:pt idx="5001">9500</cx:pt>
          <cx:pt idx="5002">9500</cx:pt>
          <cx:pt idx="5003">9500</cx:pt>
          <cx:pt idx="5004">9500</cx:pt>
          <cx:pt idx="5005">9500</cx:pt>
          <cx:pt idx="5006">9500</cx:pt>
          <cx:pt idx="5007">9500</cx:pt>
          <cx:pt idx="5008">9500</cx:pt>
          <cx:pt idx="5009">9500</cx:pt>
          <cx:pt idx="5010">9500</cx:pt>
          <cx:pt idx="5011">9500</cx:pt>
          <cx:pt idx="5012">9500</cx:pt>
          <cx:pt idx="5013">9500</cx:pt>
          <cx:pt idx="5014">9500</cx:pt>
          <cx:pt idx="5015">9500</cx:pt>
          <cx:pt idx="5016">9500</cx:pt>
          <cx:pt idx="5017">9500</cx:pt>
          <cx:pt idx="5018">9504</cx:pt>
          <cx:pt idx="5019">9550</cx:pt>
          <cx:pt idx="5020">9600</cx:pt>
          <cx:pt idx="5021">9600</cx:pt>
          <cx:pt idx="5022">9600</cx:pt>
          <cx:pt idx="5023">9600</cx:pt>
          <cx:pt idx="5024">9600</cx:pt>
          <cx:pt idx="5025">9600</cx:pt>
          <cx:pt idx="5026">9600</cx:pt>
          <cx:pt idx="5027">9600</cx:pt>
          <cx:pt idx="5028">9600</cx:pt>
          <cx:pt idx="5029">9600</cx:pt>
          <cx:pt idx="5030">9600</cx:pt>
          <cx:pt idx="5031">9600</cx:pt>
          <cx:pt idx="5032">9600</cx:pt>
          <cx:pt idx="5033">9600</cx:pt>
          <cx:pt idx="5034">9600</cx:pt>
          <cx:pt idx="5035">9600</cx:pt>
          <cx:pt idx="5036">9600</cx:pt>
          <cx:pt idx="5037">9600</cx:pt>
          <cx:pt idx="5038">9600</cx:pt>
          <cx:pt idx="5039">9600</cx:pt>
          <cx:pt idx="5040">9600</cx:pt>
          <cx:pt idx="5041">9600</cx:pt>
          <cx:pt idx="5042">9600</cx:pt>
          <cx:pt idx="5043">9600</cx:pt>
          <cx:pt idx="5044">9600</cx:pt>
          <cx:pt idx="5045">9600</cx:pt>
          <cx:pt idx="5046">9600</cx:pt>
          <cx:pt idx="5047">9600</cx:pt>
          <cx:pt idx="5048">9600</cx:pt>
          <cx:pt idx="5049">9600</cx:pt>
          <cx:pt idx="5050">9600</cx:pt>
          <cx:pt idx="5051">9600</cx:pt>
          <cx:pt idx="5052">9600</cx:pt>
          <cx:pt idx="5053">9600</cx:pt>
          <cx:pt idx="5054">9600</cx:pt>
          <cx:pt idx="5055">9600</cx:pt>
          <cx:pt idx="5056">9600</cx:pt>
          <cx:pt idx="5057">9600</cx:pt>
          <cx:pt idx="5058">9600</cx:pt>
          <cx:pt idx="5059">9600</cx:pt>
          <cx:pt idx="5060">9600</cx:pt>
          <cx:pt idx="5061">9600</cx:pt>
          <cx:pt idx="5062">9600</cx:pt>
          <cx:pt idx="5063">9600</cx:pt>
          <cx:pt idx="5064">9600</cx:pt>
          <cx:pt idx="5065">9600</cx:pt>
          <cx:pt idx="5066">9600</cx:pt>
          <cx:pt idx="5067">9600</cx:pt>
          <cx:pt idx="5068">9600</cx:pt>
          <cx:pt idx="5069">9600</cx:pt>
          <cx:pt idx="5070">9600</cx:pt>
          <cx:pt idx="5071">9600</cx:pt>
          <cx:pt idx="5072">9600</cx:pt>
          <cx:pt idx="5073">9600</cx:pt>
          <cx:pt idx="5074">9600</cx:pt>
          <cx:pt idx="5075">9600</cx:pt>
          <cx:pt idx="5076">9600</cx:pt>
          <cx:pt idx="5077">9600</cx:pt>
          <cx:pt idx="5078">9600</cx:pt>
          <cx:pt idx="5079">9600</cx:pt>
          <cx:pt idx="5080">9600</cx:pt>
          <cx:pt idx="5081">9600</cx:pt>
          <cx:pt idx="5082">9600</cx:pt>
          <cx:pt idx="5083">9600</cx:pt>
          <cx:pt idx="5084">9600</cx:pt>
          <cx:pt idx="5085">9600</cx:pt>
          <cx:pt idx="5086">9600</cx:pt>
          <cx:pt idx="5087">9600</cx:pt>
          <cx:pt idx="5088">9600</cx:pt>
          <cx:pt idx="5089">9600</cx:pt>
          <cx:pt idx="5090">9600</cx:pt>
          <cx:pt idx="5091">9600</cx:pt>
          <cx:pt idx="5092">9600</cx:pt>
          <cx:pt idx="5093">9600</cx:pt>
          <cx:pt idx="5094">9600</cx:pt>
          <cx:pt idx="5095">9600</cx:pt>
          <cx:pt idx="5096">9600</cx:pt>
          <cx:pt idx="5097">9600</cx:pt>
          <cx:pt idx="5098">9700</cx:pt>
          <cx:pt idx="5099">9700</cx:pt>
          <cx:pt idx="5100">9700</cx:pt>
          <cx:pt idx="5101">9700</cx:pt>
          <cx:pt idx="5102">9700</cx:pt>
          <cx:pt idx="5103">9700</cx:pt>
          <cx:pt idx="5104">9700</cx:pt>
          <cx:pt idx="5105">9700</cx:pt>
          <cx:pt idx="5106">9700</cx:pt>
          <cx:pt idx="5107">9700</cx:pt>
          <cx:pt idx="5108">9700</cx:pt>
          <cx:pt idx="5109">9750</cx:pt>
          <cx:pt idx="5110">9800</cx:pt>
          <cx:pt idx="5111">9800</cx:pt>
          <cx:pt idx="5112">9800</cx:pt>
          <cx:pt idx="5113">9800</cx:pt>
          <cx:pt idx="5114">9800</cx:pt>
          <cx:pt idx="5115">9800</cx:pt>
          <cx:pt idx="5116">9800</cx:pt>
          <cx:pt idx="5117">9800</cx:pt>
          <cx:pt idx="5118">9800</cx:pt>
          <cx:pt idx="5119">9800</cx:pt>
          <cx:pt idx="5120">9800</cx:pt>
          <cx:pt idx="5121">9800</cx:pt>
          <cx:pt idx="5122">9800</cx:pt>
          <cx:pt idx="5123">9800</cx:pt>
          <cx:pt idx="5124">9800</cx:pt>
          <cx:pt idx="5125">9800</cx:pt>
          <cx:pt idx="5126">9850</cx:pt>
          <cx:pt idx="5127">9900</cx:pt>
          <cx:pt idx="5128">9900</cx:pt>
          <cx:pt idx="5129">9900</cx:pt>
          <cx:pt idx="5130">9900</cx:pt>
          <cx:pt idx="5131">9900</cx:pt>
          <cx:pt idx="5132">9900</cx:pt>
          <cx:pt idx="5133">9900</cx:pt>
          <cx:pt idx="5134">9900</cx:pt>
          <cx:pt idx="5135">9900</cx:pt>
          <cx:pt idx="5136">9900</cx:pt>
          <cx:pt idx="5137">9900</cx:pt>
          <cx:pt idx="5138">9900</cx:pt>
          <cx:pt idx="5139">9900</cx:pt>
          <cx:pt idx="5140">9900</cx:pt>
          <cx:pt idx="5141">9900</cx:pt>
          <cx:pt idx="5142">9900</cx:pt>
          <cx:pt idx="5143">9920</cx:pt>
          <cx:pt idx="5144">10000</cx:pt>
          <cx:pt idx="5145">10000</cx:pt>
          <cx:pt idx="5146">10000</cx:pt>
          <cx:pt idx="5147">10000</cx:pt>
          <cx:pt idx="5148">10000</cx:pt>
          <cx:pt idx="5149">10000</cx:pt>
          <cx:pt idx="5150">10000</cx:pt>
          <cx:pt idx="5151">10000</cx:pt>
          <cx:pt idx="5152">10000</cx:pt>
          <cx:pt idx="5153">10000</cx:pt>
          <cx:pt idx="5154">10000</cx:pt>
          <cx:pt idx="5155">10000</cx:pt>
          <cx:pt idx="5156">10000</cx:pt>
          <cx:pt idx="5157">10000</cx:pt>
          <cx:pt idx="5158">10000</cx:pt>
          <cx:pt idx="5159">10000</cx:pt>
          <cx:pt idx="5160">10000</cx:pt>
          <cx:pt idx="5161">10000</cx:pt>
          <cx:pt idx="5162">10000</cx:pt>
          <cx:pt idx="5163">10000</cx:pt>
          <cx:pt idx="5164">10000</cx:pt>
          <cx:pt idx="5165">10000</cx:pt>
          <cx:pt idx="5166">10000</cx:pt>
          <cx:pt idx="5167">10000</cx:pt>
          <cx:pt idx="5168">10000</cx:pt>
          <cx:pt idx="5169">10000</cx:pt>
          <cx:pt idx="5170">10000</cx:pt>
          <cx:pt idx="5171">10000</cx:pt>
          <cx:pt idx="5172">10000</cx:pt>
          <cx:pt idx="5173">10000</cx:pt>
          <cx:pt idx="5174">10000</cx:pt>
          <cx:pt idx="5175">10000</cx:pt>
          <cx:pt idx="5176">10000</cx:pt>
          <cx:pt idx="5177">10000</cx:pt>
          <cx:pt idx="5178">10000</cx:pt>
          <cx:pt idx="5179">10000</cx:pt>
          <cx:pt idx="5180">10000</cx:pt>
          <cx:pt idx="5181">10000</cx:pt>
          <cx:pt idx="5182">10000</cx:pt>
          <cx:pt idx="5183">10000</cx:pt>
          <cx:pt idx="5184">10000</cx:pt>
          <cx:pt idx="5185">10000</cx:pt>
          <cx:pt idx="5186">10000</cx:pt>
          <cx:pt idx="5187">10000</cx:pt>
          <cx:pt idx="5188">10000</cx:pt>
          <cx:pt idx="5189">10000</cx:pt>
          <cx:pt idx="5190">10000</cx:pt>
          <cx:pt idx="5191">10000</cx:pt>
          <cx:pt idx="5192">10000</cx:pt>
          <cx:pt idx="5193">10000</cx:pt>
          <cx:pt idx="5194">10000</cx:pt>
          <cx:pt idx="5195">10000</cx:pt>
          <cx:pt idx="5196">10000</cx:pt>
          <cx:pt idx="5197">10000</cx:pt>
          <cx:pt idx="5198">10000</cx:pt>
          <cx:pt idx="5199">10000</cx:pt>
          <cx:pt idx="5200">10000</cx:pt>
          <cx:pt idx="5201">10000</cx:pt>
          <cx:pt idx="5202">10000</cx:pt>
          <cx:pt idx="5203">10000</cx:pt>
          <cx:pt idx="5204">10000</cx:pt>
          <cx:pt idx="5205">10000</cx:pt>
          <cx:pt idx="5206">10000</cx:pt>
          <cx:pt idx="5207">10000</cx:pt>
          <cx:pt idx="5208">10000</cx:pt>
          <cx:pt idx="5209">10000</cx:pt>
          <cx:pt idx="5210">10000</cx:pt>
          <cx:pt idx="5211">10000</cx:pt>
          <cx:pt idx="5212">10000</cx:pt>
          <cx:pt idx="5213">10000</cx:pt>
          <cx:pt idx="5214">10000</cx:pt>
          <cx:pt idx="5215">10000</cx:pt>
          <cx:pt idx="5216">10000</cx:pt>
          <cx:pt idx="5217">10000</cx:pt>
          <cx:pt idx="5218">10000</cx:pt>
          <cx:pt idx="5219">10000</cx:pt>
          <cx:pt idx="5220">10000</cx:pt>
          <cx:pt idx="5221">10000</cx:pt>
          <cx:pt idx="5222">10000</cx:pt>
          <cx:pt idx="5223">10000</cx:pt>
          <cx:pt idx="5224">10000</cx:pt>
          <cx:pt idx="5225">10000</cx:pt>
          <cx:pt idx="5226">10000</cx:pt>
          <cx:pt idx="5227">10000</cx:pt>
          <cx:pt idx="5228">10000</cx:pt>
          <cx:pt idx="5229">10000</cx:pt>
          <cx:pt idx="5230">10000</cx:pt>
          <cx:pt idx="5231">10000</cx:pt>
          <cx:pt idx="5232">10000</cx:pt>
          <cx:pt idx="5233">10000</cx:pt>
          <cx:pt idx="5234">10000</cx:pt>
          <cx:pt idx="5235">10000</cx:pt>
          <cx:pt idx="5236">10000</cx:pt>
          <cx:pt idx="5237">10000</cx:pt>
          <cx:pt idx="5238">10000</cx:pt>
          <cx:pt idx="5239">10000</cx:pt>
          <cx:pt idx="5240">10000</cx:pt>
          <cx:pt idx="5241">10000</cx:pt>
          <cx:pt idx="5242">10000</cx:pt>
          <cx:pt idx="5243">10000</cx:pt>
          <cx:pt idx="5244">10000</cx:pt>
          <cx:pt idx="5245">10000</cx:pt>
          <cx:pt idx="5246">10000</cx:pt>
          <cx:pt idx="5247">10000</cx:pt>
          <cx:pt idx="5248">10000</cx:pt>
          <cx:pt idx="5249">10000</cx:pt>
          <cx:pt idx="5250">10000</cx:pt>
          <cx:pt idx="5251">10000</cx:pt>
          <cx:pt idx="5252">10000</cx:pt>
          <cx:pt idx="5253">10000</cx:pt>
          <cx:pt idx="5254">10000</cx:pt>
          <cx:pt idx="5255">10000</cx:pt>
          <cx:pt idx="5256">10000</cx:pt>
          <cx:pt idx="5257">10000</cx:pt>
          <cx:pt idx="5258">10000</cx:pt>
          <cx:pt idx="5259">10000</cx:pt>
          <cx:pt idx="5260">10000</cx:pt>
          <cx:pt idx="5261">10000</cx:pt>
          <cx:pt idx="5262">10000</cx:pt>
          <cx:pt idx="5263">10000</cx:pt>
          <cx:pt idx="5264">10000</cx:pt>
          <cx:pt idx="5265">10000</cx:pt>
          <cx:pt idx="5266">10000</cx:pt>
          <cx:pt idx="5267">10000</cx:pt>
          <cx:pt idx="5268">10000</cx:pt>
          <cx:pt idx="5269">10000</cx:pt>
          <cx:pt idx="5270">10000</cx:pt>
          <cx:pt idx="5271">10000</cx:pt>
          <cx:pt idx="5272">10000</cx:pt>
          <cx:pt idx="5273">10000</cx:pt>
          <cx:pt idx="5274">10000</cx:pt>
          <cx:pt idx="5275">10000</cx:pt>
          <cx:pt idx="5276">10000</cx:pt>
          <cx:pt idx="5277">10000</cx:pt>
          <cx:pt idx="5278">10000</cx:pt>
          <cx:pt idx="5279">10000</cx:pt>
          <cx:pt idx="5280">10000</cx:pt>
          <cx:pt idx="5281">10000</cx:pt>
          <cx:pt idx="5282">10000</cx:pt>
          <cx:pt idx="5283">10000</cx:pt>
          <cx:pt idx="5284">10000</cx:pt>
          <cx:pt idx="5285">10000</cx:pt>
          <cx:pt idx="5286">10000</cx:pt>
          <cx:pt idx="5287">10000</cx:pt>
          <cx:pt idx="5288">10000</cx:pt>
          <cx:pt idx="5289">10000</cx:pt>
          <cx:pt idx="5290">10000</cx:pt>
          <cx:pt idx="5291">10000</cx:pt>
          <cx:pt idx="5292">10000</cx:pt>
          <cx:pt idx="5293">10000</cx:pt>
          <cx:pt idx="5294">10000</cx:pt>
          <cx:pt idx="5295">10000</cx:pt>
          <cx:pt idx="5296">10030</cx:pt>
          <cx:pt idx="5297">10100</cx:pt>
          <cx:pt idx="5298">10100</cx:pt>
          <cx:pt idx="5299">10100</cx:pt>
          <cx:pt idx="5300">10100</cx:pt>
          <cx:pt idx="5301">10100</cx:pt>
          <cx:pt idx="5302">10100</cx:pt>
          <cx:pt idx="5303">10100</cx:pt>
          <cx:pt idx="5304">10100</cx:pt>
          <cx:pt idx="5305">10100</cx:pt>
          <cx:pt idx="5306">10100</cx:pt>
          <cx:pt idx="5307">10100</cx:pt>
          <cx:pt idx="5308">10100</cx:pt>
          <cx:pt idx="5309">10100</cx:pt>
          <cx:pt idx="5310">10100</cx:pt>
          <cx:pt idx="5311">10100</cx:pt>
          <cx:pt idx="5312">10100</cx:pt>
          <cx:pt idx="5313">10100</cx:pt>
          <cx:pt idx="5314">10100</cx:pt>
          <cx:pt idx="5315">10120</cx:pt>
          <cx:pt idx="5316">10200</cx:pt>
          <cx:pt idx="5317">10200</cx:pt>
          <cx:pt idx="5318">10200</cx:pt>
          <cx:pt idx="5319">10200</cx:pt>
          <cx:pt idx="5320">10200</cx:pt>
          <cx:pt idx="5321">10200</cx:pt>
          <cx:pt idx="5322">10200</cx:pt>
          <cx:pt idx="5323">10200</cx:pt>
          <cx:pt idx="5324">10200</cx:pt>
          <cx:pt idx="5325">10200</cx:pt>
          <cx:pt idx="5326">10200</cx:pt>
          <cx:pt idx="5327">10200</cx:pt>
          <cx:pt idx="5328">10200</cx:pt>
          <cx:pt idx="5329">10200</cx:pt>
          <cx:pt idx="5330">10200</cx:pt>
          <cx:pt idx="5331">10200</cx:pt>
          <cx:pt idx="5332">10200</cx:pt>
          <cx:pt idx="5333">10200</cx:pt>
          <cx:pt idx="5334">10200</cx:pt>
          <cx:pt idx="5335">10200</cx:pt>
          <cx:pt idx="5336">10200</cx:pt>
          <cx:pt idx="5337">10200</cx:pt>
          <cx:pt idx="5338">10200</cx:pt>
          <cx:pt idx="5339">10200</cx:pt>
          <cx:pt idx="5340">10200</cx:pt>
          <cx:pt idx="5341">10200</cx:pt>
          <cx:pt idx="5342">10200</cx:pt>
          <cx:pt idx="5343">10200</cx:pt>
          <cx:pt idx="5344">10200</cx:pt>
          <cx:pt idx="5345">10200</cx:pt>
          <cx:pt idx="5346">10200</cx:pt>
          <cx:pt idx="5347">10250</cx:pt>
          <cx:pt idx="5348">10260</cx:pt>
          <cx:pt idx="5349">10300</cx:pt>
          <cx:pt idx="5350">10300</cx:pt>
          <cx:pt idx="5351">10300</cx:pt>
          <cx:pt idx="5352">10300</cx:pt>
          <cx:pt idx="5353">10300</cx:pt>
          <cx:pt idx="5354">10300</cx:pt>
          <cx:pt idx="5355">10300</cx:pt>
          <cx:pt idx="5356">10300</cx:pt>
          <cx:pt idx="5357">10300</cx:pt>
          <cx:pt idx="5358">10300</cx:pt>
          <cx:pt idx="5359">10300</cx:pt>
          <cx:pt idx="5360">10300</cx:pt>
          <cx:pt idx="5361">10300</cx:pt>
          <cx:pt idx="5362">10300</cx:pt>
          <cx:pt idx="5363">10300</cx:pt>
          <cx:pt idx="5364">10300</cx:pt>
          <cx:pt idx="5365">10304</cx:pt>
          <cx:pt idx="5366">10400</cx:pt>
          <cx:pt idx="5367">10400</cx:pt>
          <cx:pt idx="5368">10400</cx:pt>
          <cx:pt idx="5369">10400</cx:pt>
          <cx:pt idx="5370">10400</cx:pt>
          <cx:pt idx="5371">10400</cx:pt>
          <cx:pt idx="5372">10400</cx:pt>
          <cx:pt idx="5373">10400</cx:pt>
          <cx:pt idx="5374">10400</cx:pt>
          <cx:pt idx="5375">10400</cx:pt>
          <cx:pt idx="5376">10400</cx:pt>
          <cx:pt idx="5377">10400</cx:pt>
          <cx:pt idx="5378">10400</cx:pt>
          <cx:pt idx="5379">10400</cx:pt>
          <cx:pt idx="5380">10400</cx:pt>
          <cx:pt idx="5381">10400</cx:pt>
          <cx:pt idx="5382">10400</cx:pt>
          <cx:pt idx="5383">10400</cx:pt>
          <cx:pt idx="5384">10400</cx:pt>
          <cx:pt idx="5385">10400</cx:pt>
          <cx:pt idx="5386">10400</cx:pt>
          <cx:pt idx="5387">10400</cx:pt>
          <cx:pt idx="5388">10400</cx:pt>
          <cx:pt idx="5389">10400</cx:pt>
          <cx:pt idx="5390">10400</cx:pt>
          <cx:pt idx="5391">10400</cx:pt>
          <cx:pt idx="5392">10400</cx:pt>
          <cx:pt idx="5393">10400</cx:pt>
          <cx:pt idx="5394">10400</cx:pt>
          <cx:pt idx="5395">10400</cx:pt>
          <cx:pt idx="5396">10400</cx:pt>
          <cx:pt idx="5397">10400</cx:pt>
          <cx:pt idx="5398">10400</cx:pt>
          <cx:pt idx="5399">10400</cx:pt>
          <cx:pt idx="5400">10400</cx:pt>
          <cx:pt idx="5401">10400</cx:pt>
          <cx:pt idx="5402">10400</cx:pt>
          <cx:pt idx="5403">10400</cx:pt>
          <cx:pt idx="5404">10400</cx:pt>
          <cx:pt idx="5405">10400</cx:pt>
          <cx:pt idx="5406">10400</cx:pt>
          <cx:pt idx="5407">10400</cx:pt>
          <cx:pt idx="5408">10400</cx:pt>
          <cx:pt idx="5409">10400</cx:pt>
          <cx:pt idx="5410">10400</cx:pt>
          <cx:pt idx="5411">10400</cx:pt>
          <cx:pt idx="5412">10400</cx:pt>
          <cx:pt idx="5413">10400</cx:pt>
          <cx:pt idx="5414">10400</cx:pt>
          <cx:pt idx="5415">10400</cx:pt>
          <cx:pt idx="5416">10480</cx:pt>
          <cx:pt idx="5417">10500</cx:pt>
          <cx:pt idx="5418">10500</cx:pt>
          <cx:pt idx="5419">10500</cx:pt>
          <cx:pt idx="5420">10500</cx:pt>
          <cx:pt idx="5421">10500</cx:pt>
          <cx:pt idx="5422">10500</cx:pt>
          <cx:pt idx="5423">10500</cx:pt>
          <cx:pt idx="5424">10500</cx:pt>
          <cx:pt idx="5425">10500</cx:pt>
          <cx:pt idx="5426">10500</cx:pt>
          <cx:pt idx="5427">10500</cx:pt>
          <cx:pt idx="5428">10500</cx:pt>
          <cx:pt idx="5429">10500</cx:pt>
          <cx:pt idx="5430">10500</cx:pt>
          <cx:pt idx="5431">10500</cx:pt>
          <cx:pt idx="5432">10500</cx:pt>
          <cx:pt idx="5433">10500</cx:pt>
          <cx:pt idx="5434">10500</cx:pt>
          <cx:pt idx="5435">10500</cx:pt>
          <cx:pt idx="5436">10500</cx:pt>
          <cx:pt idx="5437">10500</cx:pt>
          <cx:pt idx="5438">10500</cx:pt>
          <cx:pt idx="5439">10500</cx:pt>
          <cx:pt idx="5440">10500</cx:pt>
          <cx:pt idx="5441">10500</cx:pt>
          <cx:pt idx="5442">10500</cx:pt>
          <cx:pt idx="5443">10500</cx:pt>
          <cx:pt idx="5444">10500</cx:pt>
          <cx:pt idx="5445">10500</cx:pt>
          <cx:pt idx="5446">10500</cx:pt>
          <cx:pt idx="5447">10500</cx:pt>
          <cx:pt idx="5448">10600</cx:pt>
          <cx:pt idx="5449">10600</cx:pt>
          <cx:pt idx="5450">10600</cx:pt>
          <cx:pt idx="5451">10600</cx:pt>
          <cx:pt idx="5452">10600</cx:pt>
          <cx:pt idx="5453">10600</cx:pt>
          <cx:pt idx="5454">10600</cx:pt>
          <cx:pt idx="5455">10600</cx:pt>
          <cx:pt idx="5456">10600</cx:pt>
          <cx:pt idx="5457">10600</cx:pt>
          <cx:pt idx="5458">10600</cx:pt>
          <cx:pt idx="5459">10600</cx:pt>
          <cx:pt idx="5460">10600</cx:pt>
          <cx:pt idx="5461">10600</cx:pt>
          <cx:pt idx="5462">10600</cx:pt>
          <cx:pt idx="5463">10600</cx:pt>
          <cx:pt idx="5464">10600</cx:pt>
          <cx:pt idx="5465">10600</cx:pt>
          <cx:pt idx="5466">10600</cx:pt>
          <cx:pt idx="5467">10600</cx:pt>
          <cx:pt idx="5468">10600</cx:pt>
          <cx:pt idx="5469">10600</cx:pt>
          <cx:pt idx="5470">10600</cx:pt>
          <cx:pt idx="5471">10620</cx:pt>
          <cx:pt idx="5472">10700</cx:pt>
          <cx:pt idx="5473">10700</cx:pt>
          <cx:pt idx="5474">10700</cx:pt>
          <cx:pt idx="5475">10700</cx:pt>
          <cx:pt idx="5476">10700</cx:pt>
          <cx:pt idx="5477">10700</cx:pt>
          <cx:pt idx="5478">10700</cx:pt>
          <cx:pt idx="5479">10700</cx:pt>
          <cx:pt idx="5480">10700</cx:pt>
          <cx:pt idx="5481">10700</cx:pt>
          <cx:pt idx="5482">10700</cx:pt>
          <cx:pt idx="5483">10700</cx:pt>
          <cx:pt idx="5484">10700</cx:pt>
          <cx:pt idx="5485">10700</cx:pt>
          <cx:pt idx="5486">10700</cx:pt>
          <cx:pt idx="5487">10700</cx:pt>
          <cx:pt idx="5488">10700</cx:pt>
          <cx:pt idx="5489">10700</cx:pt>
          <cx:pt idx="5490">10700</cx:pt>
          <cx:pt idx="5491">10700</cx:pt>
          <cx:pt idx="5492">10700</cx:pt>
          <cx:pt idx="5493">10700</cx:pt>
          <cx:pt idx="5494">10700</cx:pt>
          <cx:pt idx="5495">10700</cx:pt>
          <cx:pt idx="5496">10700</cx:pt>
          <cx:pt idx="5497">10700</cx:pt>
          <cx:pt idx="5498">10700</cx:pt>
          <cx:pt idx="5499">10700</cx:pt>
          <cx:pt idx="5500">10700</cx:pt>
          <cx:pt idx="5501">10700</cx:pt>
          <cx:pt idx="5502">10700</cx:pt>
          <cx:pt idx="5503">10700</cx:pt>
          <cx:pt idx="5504">10740</cx:pt>
          <cx:pt idx="5505">10800</cx:pt>
          <cx:pt idx="5506">10800</cx:pt>
          <cx:pt idx="5507">10800</cx:pt>
          <cx:pt idx="5508">10800</cx:pt>
          <cx:pt idx="5509">10800</cx:pt>
          <cx:pt idx="5510">10800</cx:pt>
          <cx:pt idx="5511">10800</cx:pt>
          <cx:pt idx="5512">10800</cx:pt>
          <cx:pt idx="5513">10800</cx:pt>
          <cx:pt idx="5514">10800</cx:pt>
          <cx:pt idx="5515">10800</cx:pt>
          <cx:pt idx="5516">10800</cx:pt>
          <cx:pt idx="5517">10800</cx:pt>
          <cx:pt idx="5518">10800</cx:pt>
          <cx:pt idx="5519">10800</cx:pt>
          <cx:pt idx="5520">10800</cx:pt>
          <cx:pt idx="5521">10800</cx:pt>
          <cx:pt idx="5522">10800</cx:pt>
          <cx:pt idx="5523">10800</cx:pt>
          <cx:pt idx="5524">10800</cx:pt>
          <cx:pt idx="5525">10800</cx:pt>
          <cx:pt idx="5526">10800</cx:pt>
          <cx:pt idx="5527">10800</cx:pt>
          <cx:pt idx="5528">10800</cx:pt>
          <cx:pt idx="5529">10800</cx:pt>
          <cx:pt idx="5530">10800</cx:pt>
          <cx:pt idx="5531">10800</cx:pt>
          <cx:pt idx="5532">10800</cx:pt>
          <cx:pt idx="5533">10800</cx:pt>
          <cx:pt idx="5534">10800</cx:pt>
          <cx:pt idx="5535">10800</cx:pt>
          <cx:pt idx="5536">10800</cx:pt>
          <cx:pt idx="5537">10800</cx:pt>
          <cx:pt idx="5538">10800</cx:pt>
          <cx:pt idx="5539">10800</cx:pt>
          <cx:pt idx="5540">10800</cx:pt>
          <cx:pt idx="5541">10800</cx:pt>
          <cx:pt idx="5542">10800</cx:pt>
          <cx:pt idx="5543">10800</cx:pt>
          <cx:pt idx="5544">10800</cx:pt>
          <cx:pt idx="5545">10800</cx:pt>
          <cx:pt idx="5546">10850</cx:pt>
          <cx:pt idx="5547">10870</cx:pt>
          <cx:pt idx="5548">10900</cx:pt>
          <cx:pt idx="5549">10900</cx:pt>
          <cx:pt idx="5550">10900</cx:pt>
          <cx:pt idx="5551">10900</cx:pt>
          <cx:pt idx="5552">10900</cx:pt>
          <cx:pt idx="5553">10900</cx:pt>
          <cx:pt idx="5554">10900</cx:pt>
          <cx:pt idx="5555">10900</cx:pt>
          <cx:pt idx="5556">10900</cx:pt>
          <cx:pt idx="5557">11000</cx:pt>
          <cx:pt idx="5558">11000</cx:pt>
          <cx:pt idx="5559">11000</cx:pt>
          <cx:pt idx="5560">11000</cx:pt>
          <cx:pt idx="5561">11000</cx:pt>
          <cx:pt idx="5562">11000</cx:pt>
          <cx:pt idx="5563">11000</cx:pt>
          <cx:pt idx="5564">11000</cx:pt>
          <cx:pt idx="5565">11000</cx:pt>
          <cx:pt idx="5566">11000</cx:pt>
          <cx:pt idx="5567">11000</cx:pt>
          <cx:pt idx="5568">11000</cx:pt>
          <cx:pt idx="5569">11000</cx:pt>
          <cx:pt idx="5570">11000</cx:pt>
          <cx:pt idx="5571">11000</cx:pt>
          <cx:pt idx="5572">11000</cx:pt>
          <cx:pt idx="5573">11000</cx:pt>
          <cx:pt idx="5574">11000</cx:pt>
          <cx:pt idx="5575">11000</cx:pt>
          <cx:pt idx="5576">11000</cx:pt>
          <cx:pt idx="5577">11000</cx:pt>
          <cx:pt idx="5578">11000</cx:pt>
          <cx:pt idx="5579">11000</cx:pt>
          <cx:pt idx="5580">11000</cx:pt>
          <cx:pt idx="5581">11000</cx:pt>
          <cx:pt idx="5582">11000</cx:pt>
          <cx:pt idx="5583">11000</cx:pt>
          <cx:pt idx="5584">11000</cx:pt>
          <cx:pt idx="5585">11000</cx:pt>
          <cx:pt idx="5586">11000</cx:pt>
          <cx:pt idx="5587">11000</cx:pt>
          <cx:pt idx="5588">11000</cx:pt>
          <cx:pt idx="5589">11000</cx:pt>
          <cx:pt idx="5590">11000</cx:pt>
          <cx:pt idx="5591">11000</cx:pt>
          <cx:pt idx="5592">11000</cx:pt>
          <cx:pt idx="5593">11000</cx:pt>
          <cx:pt idx="5594">11000</cx:pt>
          <cx:pt idx="5595">11000</cx:pt>
          <cx:pt idx="5596">11000</cx:pt>
          <cx:pt idx="5597">11000</cx:pt>
          <cx:pt idx="5598">11000</cx:pt>
          <cx:pt idx="5599">11000</cx:pt>
          <cx:pt idx="5600">11000</cx:pt>
          <cx:pt idx="5601">11000</cx:pt>
          <cx:pt idx="5602">11000</cx:pt>
          <cx:pt idx="5603">11000</cx:pt>
          <cx:pt idx="5604">11000</cx:pt>
          <cx:pt idx="5605">11000</cx:pt>
          <cx:pt idx="5606">11000</cx:pt>
          <cx:pt idx="5607">11000</cx:pt>
          <cx:pt idx="5608">11000</cx:pt>
          <cx:pt idx="5609">11000</cx:pt>
          <cx:pt idx="5610">11000</cx:pt>
          <cx:pt idx="5611">11000</cx:pt>
          <cx:pt idx="5612">11000</cx:pt>
          <cx:pt idx="5613">11000</cx:pt>
          <cx:pt idx="5614">11000</cx:pt>
          <cx:pt idx="5615">11000</cx:pt>
          <cx:pt idx="5616">11000</cx:pt>
          <cx:pt idx="5617">11000</cx:pt>
          <cx:pt idx="5618">11000</cx:pt>
          <cx:pt idx="5619">11000</cx:pt>
          <cx:pt idx="5620">11000</cx:pt>
          <cx:pt idx="5621">11000</cx:pt>
          <cx:pt idx="5622">11000</cx:pt>
          <cx:pt idx="5623">11000</cx:pt>
          <cx:pt idx="5624">11000</cx:pt>
          <cx:pt idx="5625">11000</cx:pt>
          <cx:pt idx="5626">11000</cx:pt>
          <cx:pt idx="5627">11000</cx:pt>
          <cx:pt idx="5628">11000</cx:pt>
          <cx:pt idx="5629">11000</cx:pt>
          <cx:pt idx="5630">11000</cx:pt>
          <cx:pt idx="5631">11000</cx:pt>
          <cx:pt idx="5632">11100</cx:pt>
          <cx:pt idx="5633">11100</cx:pt>
          <cx:pt idx="5634">11100</cx:pt>
          <cx:pt idx="5635">11200</cx:pt>
          <cx:pt idx="5636">11200</cx:pt>
          <cx:pt idx="5637">11200</cx:pt>
          <cx:pt idx="5638">11200</cx:pt>
          <cx:pt idx="5639">11200</cx:pt>
          <cx:pt idx="5640">11200</cx:pt>
          <cx:pt idx="5641">11200</cx:pt>
          <cx:pt idx="5642">11200</cx:pt>
          <cx:pt idx="5643">11200</cx:pt>
          <cx:pt idx="5644">11200</cx:pt>
          <cx:pt idx="5645">11200</cx:pt>
          <cx:pt idx="5646">11200</cx:pt>
          <cx:pt idx="5647">11300</cx:pt>
          <cx:pt idx="5648">11300</cx:pt>
          <cx:pt idx="5649">11300</cx:pt>
          <cx:pt idx="5650">11300</cx:pt>
          <cx:pt idx="5651">11300</cx:pt>
          <cx:pt idx="5652">11300</cx:pt>
          <cx:pt idx="5653">11300</cx:pt>
          <cx:pt idx="5654">11300</cx:pt>
          <cx:pt idx="5655">11300</cx:pt>
          <cx:pt idx="5656">11300</cx:pt>
          <cx:pt idx="5657">11400</cx:pt>
          <cx:pt idx="5658">11400</cx:pt>
          <cx:pt idx="5659">11400</cx:pt>
          <cx:pt idx="5660">11400</cx:pt>
          <cx:pt idx="5661">11400</cx:pt>
          <cx:pt idx="5662">11400</cx:pt>
          <cx:pt idx="5663">11400</cx:pt>
          <cx:pt idx="5664">11400</cx:pt>
          <cx:pt idx="5665">11400</cx:pt>
          <cx:pt idx="5666">11400</cx:pt>
          <cx:pt idx="5667">11400</cx:pt>
          <cx:pt idx="5668">11400</cx:pt>
          <cx:pt idx="5669">11400</cx:pt>
          <cx:pt idx="5670">11500</cx:pt>
          <cx:pt idx="5671">11500</cx:pt>
          <cx:pt idx="5672">11500</cx:pt>
          <cx:pt idx="5673">11500</cx:pt>
          <cx:pt idx="5674">11500</cx:pt>
          <cx:pt idx="5675">11500</cx:pt>
          <cx:pt idx="5676">11500</cx:pt>
          <cx:pt idx="5677">11500</cx:pt>
          <cx:pt idx="5678">11500</cx:pt>
          <cx:pt idx="5679">11500</cx:pt>
          <cx:pt idx="5680">11530</cx:pt>
          <cx:pt idx="5681">11600</cx:pt>
          <cx:pt idx="5682">11600</cx:pt>
          <cx:pt idx="5683">11600</cx:pt>
          <cx:pt idx="5684">11600</cx:pt>
          <cx:pt idx="5685">11600</cx:pt>
          <cx:pt idx="5686">11600</cx:pt>
          <cx:pt idx="5687">11620</cx:pt>
          <cx:pt idx="5688">11640</cx:pt>
          <cx:pt idx="5689">11700</cx:pt>
          <cx:pt idx="5690">11700</cx:pt>
          <cx:pt idx="5691">11700</cx:pt>
          <cx:pt idx="5692">11700</cx:pt>
          <cx:pt idx="5693">11700</cx:pt>
          <cx:pt idx="5694">11700</cx:pt>
          <cx:pt idx="5695">11700</cx:pt>
          <cx:pt idx="5696">11700</cx:pt>
          <cx:pt idx="5697">11700</cx:pt>
          <cx:pt idx="5698">11700</cx:pt>
          <cx:pt idx="5699">11700</cx:pt>
          <cx:pt idx="5700">11700</cx:pt>
          <cx:pt idx="5701">11700</cx:pt>
          <cx:pt idx="5702">11720</cx:pt>
          <cx:pt idx="5703">11800</cx:pt>
          <cx:pt idx="5704">11800</cx:pt>
          <cx:pt idx="5705">11800</cx:pt>
          <cx:pt idx="5706">11800</cx:pt>
          <cx:pt idx="5707">11800</cx:pt>
          <cx:pt idx="5708">11800</cx:pt>
          <cx:pt idx="5709">11800</cx:pt>
          <cx:pt idx="5710">11800</cx:pt>
          <cx:pt idx="5711">11800</cx:pt>
          <cx:pt idx="5712">11800</cx:pt>
          <cx:pt idx="5713">11900</cx:pt>
          <cx:pt idx="5714">11900</cx:pt>
          <cx:pt idx="5715">11900</cx:pt>
          <cx:pt idx="5716">11900</cx:pt>
          <cx:pt idx="5717">11900</cx:pt>
          <cx:pt idx="5718">11900</cx:pt>
          <cx:pt idx="5719">11900</cx:pt>
          <cx:pt idx="5720">11900</cx:pt>
          <cx:pt idx="5721">11900</cx:pt>
          <cx:pt idx="5722">11900</cx:pt>
          <cx:pt idx="5723">11900</cx:pt>
          <cx:pt idx="5724">11920</cx:pt>
          <cx:pt idx="5725">12000</cx:pt>
          <cx:pt idx="5726">12000</cx:pt>
          <cx:pt idx="5727">12000</cx:pt>
          <cx:pt idx="5728">12000</cx:pt>
          <cx:pt idx="5729">12000</cx:pt>
          <cx:pt idx="5730">12000</cx:pt>
          <cx:pt idx="5731">12000</cx:pt>
          <cx:pt idx="5732">12000</cx:pt>
          <cx:pt idx="5733">12000</cx:pt>
          <cx:pt idx="5734">12000</cx:pt>
          <cx:pt idx="5735">12000</cx:pt>
          <cx:pt idx="5736">12000</cx:pt>
          <cx:pt idx="5737">12000</cx:pt>
          <cx:pt idx="5738">12000</cx:pt>
          <cx:pt idx="5739">12000</cx:pt>
          <cx:pt idx="5740">12000</cx:pt>
          <cx:pt idx="5741">12000</cx:pt>
          <cx:pt idx="5742">12000</cx:pt>
          <cx:pt idx="5743">12000</cx:pt>
          <cx:pt idx="5744">12000</cx:pt>
          <cx:pt idx="5745">12000</cx:pt>
          <cx:pt idx="5746">12000</cx:pt>
          <cx:pt idx="5747">12000</cx:pt>
          <cx:pt idx="5748">12000</cx:pt>
          <cx:pt idx="5749">12000</cx:pt>
          <cx:pt idx="5750">12000</cx:pt>
          <cx:pt idx="5751">12000</cx:pt>
          <cx:pt idx="5752">12000</cx:pt>
          <cx:pt idx="5753">12000</cx:pt>
          <cx:pt idx="5754">12000</cx:pt>
          <cx:pt idx="5755">12000</cx:pt>
          <cx:pt idx="5756">12000</cx:pt>
          <cx:pt idx="5757">12000</cx:pt>
          <cx:pt idx="5758">12000</cx:pt>
          <cx:pt idx="5759">12000</cx:pt>
          <cx:pt idx="5760">12000</cx:pt>
          <cx:pt idx="5761">12000</cx:pt>
          <cx:pt idx="5762">12000</cx:pt>
          <cx:pt idx="5763">12000</cx:pt>
          <cx:pt idx="5764">12000</cx:pt>
          <cx:pt idx="5765">12000</cx:pt>
          <cx:pt idx="5766">12000</cx:pt>
          <cx:pt idx="5767">12000</cx:pt>
          <cx:pt idx="5768">12000</cx:pt>
          <cx:pt idx="5769">12000</cx:pt>
          <cx:pt idx="5770">12000</cx:pt>
          <cx:pt idx="5771">12000</cx:pt>
          <cx:pt idx="5772">12000</cx:pt>
          <cx:pt idx="5773">12000</cx:pt>
          <cx:pt idx="5774">12000</cx:pt>
          <cx:pt idx="5775">12000</cx:pt>
          <cx:pt idx="5776">12000</cx:pt>
          <cx:pt idx="5777">12000</cx:pt>
          <cx:pt idx="5778">12000</cx:pt>
          <cx:pt idx="5779">12000</cx:pt>
          <cx:pt idx="5780">12000</cx:pt>
          <cx:pt idx="5781">12000</cx:pt>
          <cx:pt idx="5782">12000</cx:pt>
          <cx:pt idx="5783">12000</cx:pt>
          <cx:pt idx="5784">12000</cx:pt>
          <cx:pt idx="5785">12000</cx:pt>
          <cx:pt idx="5786">12000</cx:pt>
          <cx:pt idx="5787">12000</cx:pt>
          <cx:pt idx="5788">12000</cx:pt>
          <cx:pt idx="5789">12000</cx:pt>
          <cx:pt idx="5790">12000</cx:pt>
          <cx:pt idx="5791">12000</cx:pt>
          <cx:pt idx="5792">12000</cx:pt>
          <cx:pt idx="5793">12000</cx:pt>
          <cx:pt idx="5794">12000</cx:pt>
          <cx:pt idx="5795">12000</cx:pt>
          <cx:pt idx="5796">12000</cx:pt>
          <cx:pt idx="5797">12000</cx:pt>
          <cx:pt idx="5798">12000</cx:pt>
          <cx:pt idx="5799">12000</cx:pt>
          <cx:pt idx="5800">12000</cx:pt>
          <cx:pt idx="5801">12000</cx:pt>
          <cx:pt idx="5802">12000</cx:pt>
          <cx:pt idx="5803">12000</cx:pt>
          <cx:pt idx="5804">12000</cx:pt>
          <cx:pt idx="5805">12000</cx:pt>
          <cx:pt idx="5806">12000</cx:pt>
          <cx:pt idx="5807">12000</cx:pt>
          <cx:pt idx="5808">12000</cx:pt>
          <cx:pt idx="5809">12000</cx:pt>
          <cx:pt idx="5810">12000</cx:pt>
          <cx:pt idx="5811">12000</cx:pt>
          <cx:pt idx="5812">12000</cx:pt>
          <cx:pt idx="5813">12000</cx:pt>
          <cx:pt idx="5814">12000</cx:pt>
          <cx:pt idx="5815">12000</cx:pt>
          <cx:pt idx="5816">12000</cx:pt>
          <cx:pt idx="5817">12000</cx:pt>
          <cx:pt idx="5818">12000</cx:pt>
          <cx:pt idx="5819">12000</cx:pt>
          <cx:pt idx="5820">12000</cx:pt>
          <cx:pt idx="5821">12000</cx:pt>
          <cx:pt idx="5822">12000</cx:pt>
          <cx:pt idx="5823">12000</cx:pt>
          <cx:pt idx="5824">12000</cx:pt>
          <cx:pt idx="5825">12000</cx:pt>
          <cx:pt idx="5826">12000</cx:pt>
          <cx:pt idx="5827">12000</cx:pt>
          <cx:pt idx="5828">12000</cx:pt>
          <cx:pt idx="5829">12000</cx:pt>
          <cx:pt idx="5830">12000</cx:pt>
          <cx:pt idx="5831">12000</cx:pt>
          <cx:pt idx="5832">12000</cx:pt>
          <cx:pt idx="5833">12000</cx:pt>
          <cx:pt idx="5834">12000</cx:pt>
          <cx:pt idx="5835">12000</cx:pt>
          <cx:pt idx="5836">12000</cx:pt>
          <cx:pt idx="5837">12000</cx:pt>
          <cx:pt idx="5838">12000</cx:pt>
          <cx:pt idx="5839">12000</cx:pt>
          <cx:pt idx="5840">12000</cx:pt>
          <cx:pt idx="5841">12000</cx:pt>
          <cx:pt idx="5842">12000</cx:pt>
          <cx:pt idx="5843">12000</cx:pt>
          <cx:pt idx="5844">12000</cx:pt>
          <cx:pt idx="5845">12000</cx:pt>
          <cx:pt idx="5846">12000</cx:pt>
          <cx:pt idx="5847">12000</cx:pt>
          <cx:pt idx="5848">12000</cx:pt>
          <cx:pt idx="5849">12000</cx:pt>
          <cx:pt idx="5850">12000</cx:pt>
          <cx:pt idx="5851">12000</cx:pt>
          <cx:pt idx="5852">12000</cx:pt>
          <cx:pt idx="5853">12000</cx:pt>
          <cx:pt idx="5854">12000</cx:pt>
          <cx:pt idx="5855">12000</cx:pt>
          <cx:pt idx="5856">12000</cx:pt>
          <cx:pt idx="5857">12000</cx:pt>
          <cx:pt idx="5858">12000</cx:pt>
          <cx:pt idx="5859">12000</cx:pt>
          <cx:pt idx="5860">12000</cx:pt>
          <cx:pt idx="5861">12000</cx:pt>
          <cx:pt idx="5862">12000</cx:pt>
          <cx:pt idx="5863">12000</cx:pt>
          <cx:pt idx="5864">12000</cx:pt>
          <cx:pt idx="5865">12000</cx:pt>
          <cx:pt idx="5866">12000</cx:pt>
          <cx:pt idx="5867">12000</cx:pt>
          <cx:pt idx="5868">12000</cx:pt>
          <cx:pt idx="5869">12000</cx:pt>
          <cx:pt idx="5870">12000</cx:pt>
          <cx:pt idx="5871">12000</cx:pt>
          <cx:pt idx="5872">12000</cx:pt>
          <cx:pt idx="5873">12000</cx:pt>
          <cx:pt idx="5874">12000</cx:pt>
          <cx:pt idx="5875">12000</cx:pt>
          <cx:pt idx="5876">12000</cx:pt>
          <cx:pt idx="5877">12000</cx:pt>
          <cx:pt idx="5878">12000</cx:pt>
          <cx:pt idx="5879">12000</cx:pt>
          <cx:pt idx="5880">12000</cx:pt>
          <cx:pt idx="5881">12000</cx:pt>
          <cx:pt idx="5882">12000</cx:pt>
          <cx:pt idx="5883">12000</cx:pt>
          <cx:pt idx="5884">12000</cx:pt>
          <cx:pt idx="5885">12000</cx:pt>
          <cx:pt idx="5886">12000</cx:pt>
          <cx:pt idx="5887">12000</cx:pt>
          <cx:pt idx="5888">12000</cx:pt>
          <cx:pt idx="5889">12000</cx:pt>
          <cx:pt idx="5890">12000</cx:pt>
          <cx:pt idx="5891">12000</cx:pt>
          <cx:pt idx="5892">12000</cx:pt>
          <cx:pt idx="5893">12000</cx:pt>
          <cx:pt idx="5894">12000</cx:pt>
          <cx:pt idx="5895">12000</cx:pt>
          <cx:pt idx="5896">12000</cx:pt>
          <cx:pt idx="5897">12000</cx:pt>
          <cx:pt idx="5898">12000</cx:pt>
          <cx:pt idx="5899">12000</cx:pt>
          <cx:pt idx="5900">12000</cx:pt>
          <cx:pt idx="5901">12000</cx:pt>
          <cx:pt idx="5902">12000</cx:pt>
          <cx:pt idx="5903">12000</cx:pt>
          <cx:pt idx="5904">12000</cx:pt>
          <cx:pt idx="5905">12000</cx:pt>
          <cx:pt idx="5906">12000</cx:pt>
          <cx:pt idx="5907">12000</cx:pt>
          <cx:pt idx="5908">12000</cx:pt>
          <cx:pt idx="5909">12000</cx:pt>
          <cx:pt idx="5910">12000</cx:pt>
          <cx:pt idx="5911">12000</cx:pt>
          <cx:pt idx="5912">12000</cx:pt>
          <cx:pt idx="5913">12000</cx:pt>
          <cx:pt idx="5914">12000</cx:pt>
          <cx:pt idx="5915">12000</cx:pt>
          <cx:pt idx="5916">12000</cx:pt>
          <cx:pt idx="5917">12000</cx:pt>
          <cx:pt idx="5918">12000</cx:pt>
          <cx:pt idx="5919">12000</cx:pt>
          <cx:pt idx="5920">12000</cx:pt>
          <cx:pt idx="5921">12000</cx:pt>
          <cx:pt idx="5922">12000</cx:pt>
          <cx:pt idx="5923">12000</cx:pt>
          <cx:pt idx="5924">12000</cx:pt>
          <cx:pt idx="5925">12000</cx:pt>
          <cx:pt idx="5926">12000</cx:pt>
          <cx:pt idx="5927">12000</cx:pt>
          <cx:pt idx="5928">12000</cx:pt>
          <cx:pt idx="5929">12000</cx:pt>
          <cx:pt idx="5930">12000</cx:pt>
          <cx:pt idx="5931">12000</cx:pt>
          <cx:pt idx="5932">12000</cx:pt>
          <cx:pt idx="5933">12000</cx:pt>
          <cx:pt idx="5934">12000</cx:pt>
          <cx:pt idx="5935">12000</cx:pt>
          <cx:pt idx="5936">12000</cx:pt>
          <cx:pt idx="5937">12000</cx:pt>
          <cx:pt idx="5938">12000</cx:pt>
          <cx:pt idx="5939">12000</cx:pt>
          <cx:pt idx="5940">12000</cx:pt>
          <cx:pt idx="5941">12000</cx:pt>
          <cx:pt idx="5942">12000</cx:pt>
          <cx:pt idx="5943">12000</cx:pt>
          <cx:pt idx="5944">12000</cx:pt>
          <cx:pt idx="5945">12000</cx:pt>
          <cx:pt idx="5946">12000</cx:pt>
          <cx:pt idx="5947">12000</cx:pt>
          <cx:pt idx="5948">12000</cx:pt>
          <cx:pt idx="5949">12000</cx:pt>
          <cx:pt idx="5950">12000</cx:pt>
          <cx:pt idx="5951">12000</cx:pt>
          <cx:pt idx="5952">12000</cx:pt>
          <cx:pt idx="5953">12000</cx:pt>
          <cx:pt idx="5954">12000</cx:pt>
          <cx:pt idx="5955">12040</cx:pt>
          <cx:pt idx="5956">12050</cx:pt>
          <cx:pt idx="5957">12050</cx:pt>
          <cx:pt idx="5958">12100</cx:pt>
          <cx:pt idx="5959">12100</cx:pt>
          <cx:pt idx="5960">12100</cx:pt>
          <cx:pt idx="5961">12100</cx:pt>
          <cx:pt idx="5962">12100</cx:pt>
          <cx:pt idx="5963">12100</cx:pt>
          <cx:pt idx="5964">12100</cx:pt>
          <cx:pt idx="5965">12100</cx:pt>
          <cx:pt idx="5966">12100</cx:pt>
          <cx:pt idx="5967">12100</cx:pt>
          <cx:pt idx="5968">12100</cx:pt>
          <cx:pt idx="5969">12100</cx:pt>
          <cx:pt idx="5970">12100</cx:pt>
          <cx:pt idx="5971">12150</cx:pt>
          <cx:pt idx="5972">12200</cx:pt>
          <cx:pt idx="5973">12200</cx:pt>
          <cx:pt idx="5974">12200</cx:pt>
          <cx:pt idx="5975">12200</cx:pt>
          <cx:pt idx="5976">12200</cx:pt>
          <cx:pt idx="5977">12200</cx:pt>
          <cx:pt idx="5978">12200</cx:pt>
          <cx:pt idx="5979">12200</cx:pt>
          <cx:pt idx="5980">12200</cx:pt>
          <cx:pt idx="5981">12200</cx:pt>
          <cx:pt idx="5982">12300</cx:pt>
          <cx:pt idx="5983">12300</cx:pt>
          <cx:pt idx="5984">12300</cx:pt>
          <cx:pt idx="5985">12300</cx:pt>
          <cx:pt idx="5986">12300</cx:pt>
          <cx:pt idx="5987">12300</cx:pt>
          <cx:pt idx="5988">12300</cx:pt>
          <cx:pt idx="5989">12300</cx:pt>
          <cx:pt idx="5990">12300</cx:pt>
          <cx:pt idx="5991">12300</cx:pt>
          <cx:pt idx="5992">12300</cx:pt>
          <cx:pt idx="5993">12300</cx:pt>
          <cx:pt idx="5994">12400</cx:pt>
          <cx:pt idx="5995">12400</cx:pt>
          <cx:pt idx="5996">12400</cx:pt>
          <cx:pt idx="5997">12400</cx:pt>
          <cx:pt idx="5998">12400</cx:pt>
          <cx:pt idx="5999">12400</cx:pt>
          <cx:pt idx="6000">12400</cx:pt>
          <cx:pt idx="6001">12400</cx:pt>
          <cx:pt idx="6002">12400</cx:pt>
          <cx:pt idx="6003">12400</cx:pt>
          <cx:pt idx="6004">12400</cx:pt>
          <cx:pt idx="6005">12420</cx:pt>
          <cx:pt idx="6006">12430</cx:pt>
          <cx:pt idx="6007">12450</cx:pt>
          <cx:pt idx="6008">12500</cx:pt>
          <cx:pt idx="6009">12500</cx:pt>
          <cx:pt idx="6010">12500</cx:pt>
          <cx:pt idx="6011">12500</cx:pt>
          <cx:pt idx="6012">12500</cx:pt>
          <cx:pt idx="6013">12500</cx:pt>
          <cx:pt idx="6014">12500</cx:pt>
          <cx:pt idx="6015">12500</cx:pt>
          <cx:pt idx="6016">12500</cx:pt>
          <cx:pt idx="6017">12500</cx:pt>
          <cx:pt idx="6018">12500</cx:pt>
          <cx:pt idx="6019">12500</cx:pt>
          <cx:pt idx="6020">12500</cx:pt>
          <cx:pt idx="6021">12500</cx:pt>
          <cx:pt idx="6022">12500</cx:pt>
          <cx:pt idx="6023">12500</cx:pt>
          <cx:pt idx="6024">12500</cx:pt>
          <cx:pt idx="6025">12500</cx:pt>
          <cx:pt idx="6026">12500</cx:pt>
          <cx:pt idx="6027">12500</cx:pt>
          <cx:pt idx="6028">12500</cx:pt>
          <cx:pt idx="6029">12500</cx:pt>
          <cx:pt idx="6030">12500</cx:pt>
          <cx:pt idx="6031">12500</cx:pt>
          <cx:pt idx="6032">12500</cx:pt>
          <cx:pt idx="6033">12500</cx:pt>
          <cx:pt idx="6034">12580</cx:pt>
          <cx:pt idx="6035">12600</cx:pt>
          <cx:pt idx="6036">12600</cx:pt>
          <cx:pt idx="6037">12600</cx:pt>
          <cx:pt idx="6038">12600</cx:pt>
          <cx:pt idx="6039">12600</cx:pt>
          <cx:pt idx="6040">12600</cx:pt>
          <cx:pt idx="6041">12600</cx:pt>
          <cx:pt idx="6042">12600</cx:pt>
          <cx:pt idx="6043">12600</cx:pt>
          <cx:pt idx="6044">12600</cx:pt>
          <cx:pt idx="6045">12600</cx:pt>
          <cx:pt idx="6046">12600</cx:pt>
          <cx:pt idx="6047">12600</cx:pt>
          <cx:pt idx="6048">12610</cx:pt>
          <cx:pt idx="6049">12700</cx:pt>
          <cx:pt idx="6050">12700</cx:pt>
          <cx:pt idx="6051">12700</cx:pt>
          <cx:pt idx="6052">12700</cx:pt>
          <cx:pt idx="6053">12700</cx:pt>
          <cx:pt idx="6054">12700</cx:pt>
          <cx:pt idx="6055">12700</cx:pt>
          <cx:pt idx="6056">12700</cx:pt>
          <cx:pt idx="6057">12700</cx:pt>
          <cx:pt idx="6058">12704</cx:pt>
          <cx:pt idx="6059">12740</cx:pt>
          <cx:pt idx="6060">12800</cx:pt>
          <cx:pt idx="6061">12800</cx:pt>
          <cx:pt idx="6062">12800</cx:pt>
          <cx:pt idx="6063">12800</cx:pt>
          <cx:pt idx="6064">12800</cx:pt>
          <cx:pt idx="6065">12800</cx:pt>
          <cx:pt idx="6066">12800</cx:pt>
          <cx:pt idx="6067">12800</cx:pt>
          <cx:pt idx="6068">12800</cx:pt>
          <cx:pt idx="6069">12800</cx:pt>
          <cx:pt idx="6070">12800</cx:pt>
          <cx:pt idx="6071">12890</cx:pt>
          <cx:pt idx="6072">12900</cx:pt>
          <cx:pt idx="6073">12900</cx:pt>
          <cx:pt idx="6074">12900</cx:pt>
          <cx:pt idx="6075">12900</cx:pt>
          <cx:pt idx="6076">12900</cx:pt>
          <cx:pt idx="6077">12930</cx:pt>
          <cx:pt idx="6078">13000</cx:pt>
          <cx:pt idx="6079">13000</cx:pt>
          <cx:pt idx="6080">13000</cx:pt>
          <cx:pt idx="6081">13000</cx:pt>
          <cx:pt idx="6082">13000</cx:pt>
          <cx:pt idx="6083">13000</cx:pt>
          <cx:pt idx="6084">13000</cx:pt>
          <cx:pt idx="6085">13000</cx:pt>
          <cx:pt idx="6086">13000</cx:pt>
          <cx:pt idx="6087">13000</cx:pt>
          <cx:pt idx="6088">13000</cx:pt>
          <cx:pt idx="6089">13000</cx:pt>
          <cx:pt idx="6090">13000</cx:pt>
          <cx:pt idx="6091">13000</cx:pt>
          <cx:pt idx="6092">13000</cx:pt>
          <cx:pt idx="6093">13000</cx:pt>
          <cx:pt idx="6094">13000</cx:pt>
          <cx:pt idx="6095">13000</cx:pt>
          <cx:pt idx="6096">13000</cx:pt>
          <cx:pt idx="6097">13000</cx:pt>
          <cx:pt idx="6098">13000</cx:pt>
          <cx:pt idx="6099">13000</cx:pt>
          <cx:pt idx="6100">13000</cx:pt>
          <cx:pt idx="6101">13000</cx:pt>
          <cx:pt idx="6102">13000</cx:pt>
          <cx:pt idx="6103">13000</cx:pt>
          <cx:pt idx="6104">13000</cx:pt>
          <cx:pt idx="6105">13000</cx:pt>
          <cx:pt idx="6106">13000</cx:pt>
          <cx:pt idx="6107">13000</cx:pt>
          <cx:pt idx="6108">13000</cx:pt>
          <cx:pt idx="6109">13000</cx:pt>
          <cx:pt idx="6110">13000</cx:pt>
          <cx:pt idx="6111">13000</cx:pt>
          <cx:pt idx="6112">13000</cx:pt>
          <cx:pt idx="6113">13000</cx:pt>
          <cx:pt idx="6114">13000</cx:pt>
          <cx:pt idx="6115">13000</cx:pt>
          <cx:pt idx="6116">13000</cx:pt>
          <cx:pt idx="6117">13000</cx:pt>
          <cx:pt idx="6118">13000</cx:pt>
          <cx:pt idx="6119">13000</cx:pt>
          <cx:pt idx="6120">13000</cx:pt>
          <cx:pt idx="6121">13000</cx:pt>
          <cx:pt idx="6122">13000</cx:pt>
          <cx:pt idx="6123">13000</cx:pt>
          <cx:pt idx="6124">13000</cx:pt>
          <cx:pt idx="6125">13000</cx:pt>
          <cx:pt idx="6126">13000</cx:pt>
          <cx:pt idx="6127">13000</cx:pt>
          <cx:pt idx="6128">13000</cx:pt>
          <cx:pt idx="6129">13000</cx:pt>
          <cx:pt idx="6130">13000</cx:pt>
          <cx:pt idx="6131">13000</cx:pt>
          <cx:pt idx="6132">13000</cx:pt>
          <cx:pt idx="6133">13000</cx:pt>
          <cx:pt idx="6134">13000</cx:pt>
          <cx:pt idx="6135">13000</cx:pt>
          <cx:pt idx="6136">13000</cx:pt>
          <cx:pt idx="6137">13000</cx:pt>
          <cx:pt idx="6138">13000</cx:pt>
          <cx:pt idx="6139">13000</cx:pt>
          <cx:pt idx="6140">13000</cx:pt>
          <cx:pt idx="6141">13000</cx:pt>
          <cx:pt idx="6142">13000</cx:pt>
          <cx:pt idx="6143">13000</cx:pt>
          <cx:pt idx="6144">13000</cx:pt>
          <cx:pt idx="6145">13010</cx:pt>
          <cx:pt idx="6146">13030</cx:pt>
          <cx:pt idx="6147">13080</cx:pt>
          <cx:pt idx="6148">13100</cx:pt>
          <cx:pt idx="6149">13100</cx:pt>
          <cx:pt idx="6150">13100</cx:pt>
          <cx:pt idx="6151">13100</cx:pt>
          <cx:pt idx="6152">13100</cx:pt>
          <cx:pt idx="6153">13100</cx:pt>
          <cx:pt idx="6154">13100</cx:pt>
          <cx:pt idx="6155">13100</cx:pt>
          <cx:pt idx="6156">13100</cx:pt>
          <cx:pt idx="6157">13100</cx:pt>
          <cx:pt idx="6158">13170</cx:pt>
          <cx:pt idx="6159">13200</cx:pt>
          <cx:pt idx="6160">13200</cx:pt>
          <cx:pt idx="6161">13200</cx:pt>
          <cx:pt idx="6162">13200</cx:pt>
          <cx:pt idx="6163">13200</cx:pt>
          <cx:pt idx="6164">13200</cx:pt>
          <cx:pt idx="6165">13200</cx:pt>
          <cx:pt idx="6166">13200</cx:pt>
          <cx:pt idx="6167">13200</cx:pt>
          <cx:pt idx="6168">13200</cx:pt>
          <cx:pt idx="6169">13200</cx:pt>
          <cx:pt idx="6170">13200</cx:pt>
          <cx:pt idx="6171">13200</cx:pt>
          <cx:pt idx="6172">13200</cx:pt>
          <cx:pt idx="6173">13200</cx:pt>
          <cx:pt idx="6174">13200</cx:pt>
          <cx:pt idx="6175">13200</cx:pt>
          <cx:pt idx="6176">13200</cx:pt>
          <cx:pt idx="6177">13200</cx:pt>
          <cx:pt idx="6178">13200</cx:pt>
          <cx:pt idx="6179">13200</cx:pt>
          <cx:pt idx="6180">13200</cx:pt>
          <cx:pt idx="6181">13200</cx:pt>
          <cx:pt idx="6182">13200</cx:pt>
          <cx:pt idx="6183">13200</cx:pt>
          <cx:pt idx="6184">13200</cx:pt>
          <cx:pt idx="6185">13200</cx:pt>
          <cx:pt idx="6186">13200</cx:pt>
          <cx:pt idx="6187">13204</cx:pt>
          <cx:pt idx="6188">13210</cx:pt>
          <cx:pt idx="6189">13220</cx:pt>
          <cx:pt idx="6190">13240</cx:pt>
          <cx:pt idx="6191">13300</cx:pt>
          <cx:pt idx="6192">13300</cx:pt>
          <cx:pt idx="6193">13300</cx:pt>
          <cx:pt idx="6194">13300</cx:pt>
          <cx:pt idx="6195">13300</cx:pt>
          <cx:pt idx="6196">13300</cx:pt>
          <cx:pt idx="6197">13300</cx:pt>
          <cx:pt idx="6198">13300</cx:pt>
          <cx:pt idx="6199">13300</cx:pt>
          <cx:pt idx="6200">13300</cx:pt>
          <cx:pt idx="6201">13390</cx:pt>
          <cx:pt idx="6202">13400</cx:pt>
          <cx:pt idx="6203">13400</cx:pt>
          <cx:pt idx="6204">13400</cx:pt>
          <cx:pt idx="6205">13400</cx:pt>
          <cx:pt idx="6206">13400</cx:pt>
          <cx:pt idx="6207">13400</cx:pt>
          <cx:pt idx="6208">13400</cx:pt>
          <cx:pt idx="6209">13400</cx:pt>
          <cx:pt idx="6210">13400</cx:pt>
          <cx:pt idx="6211">13400</cx:pt>
          <cx:pt idx="6212">13500</cx:pt>
          <cx:pt idx="6213">13500</cx:pt>
          <cx:pt idx="6214">13500</cx:pt>
          <cx:pt idx="6215">13500</cx:pt>
          <cx:pt idx="6216">13500</cx:pt>
          <cx:pt idx="6217">13500</cx:pt>
          <cx:pt idx="6218">13500</cx:pt>
          <cx:pt idx="6219">13500</cx:pt>
          <cx:pt idx="6220">13500</cx:pt>
          <cx:pt idx="6221">13500</cx:pt>
          <cx:pt idx="6222">13500</cx:pt>
          <cx:pt idx="6223">13500</cx:pt>
          <cx:pt idx="6224">13500</cx:pt>
          <cx:pt idx="6225">13500</cx:pt>
          <cx:pt idx="6226">13500</cx:pt>
          <cx:pt idx="6227">13500</cx:pt>
          <cx:pt idx="6228">13500</cx:pt>
          <cx:pt idx="6229">13500</cx:pt>
          <cx:pt idx="6230">13500</cx:pt>
          <cx:pt idx="6231">13570</cx:pt>
          <cx:pt idx="6232">13600</cx:pt>
          <cx:pt idx="6233">13600</cx:pt>
          <cx:pt idx="6234">13600</cx:pt>
          <cx:pt idx="6235">13600</cx:pt>
          <cx:pt idx="6236">13600</cx:pt>
          <cx:pt idx="6237">13600</cx:pt>
          <cx:pt idx="6238">13600</cx:pt>
          <cx:pt idx="6239">13600</cx:pt>
          <cx:pt idx="6240">13600</cx:pt>
          <cx:pt idx="6241">13600</cx:pt>
          <cx:pt idx="6242">13600</cx:pt>
          <cx:pt idx="6243">13700</cx:pt>
          <cx:pt idx="6244">13700</cx:pt>
          <cx:pt idx="6245">13700</cx:pt>
          <cx:pt idx="6246">13700</cx:pt>
          <cx:pt idx="6247">13700</cx:pt>
          <cx:pt idx="6248">13700</cx:pt>
          <cx:pt idx="6249">13700</cx:pt>
          <cx:pt idx="6250">13720</cx:pt>
          <cx:pt idx="6251">13800</cx:pt>
          <cx:pt idx="6252">13800</cx:pt>
          <cx:pt idx="6253">13800</cx:pt>
          <cx:pt idx="6254">13800</cx:pt>
          <cx:pt idx="6255">13800</cx:pt>
          <cx:pt idx="6256">13800</cx:pt>
          <cx:pt idx="6257">13800</cx:pt>
          <cx:pt idx="6258">13800</cx:pt>
          <cx:pt idx="6259">13800</cx:pt>
          <cx:pt idx="6260">13800</cx:pt>
          <cx:pt idx="6261">13800</cx:pt>
          <cx:pt idx="6262">13880</cx:pt>
          <cx:pt idx="6263">13890</cx:pt>
          <cx:pt idx="6264">13900</cx:pt>
          <cx:pt idx="6265">13900</cx:pt>
          <cx:pt idx="6266">13900</cx:pt>
          <cx:pt idx="6267">13900</cx:pt>
          <cx:pt idx="6268">13900</cx:pt>
          <cx:pt idx="6269">13900</cx:pt>
          <cx:pt idx="6270">13920</cx:pt>
          <cx:pt idx="6271">14000</cx:pt>
          <cx:pt idx="6272">14000</cx:pt>
          <cx:pt idx="6273">14000</cx:pt>
          <cx:pt idx="6274">14000</cx:pt>
          <cx:pt idx="6275">14000</cx:pt>
          <cx:pt idx="6276">14000</cx:pt>
          <cx:pt idx="6277">14000</cx:pt>
          <cx:pt idx="6278">14000</cx:pt>
          <cx:pt idx="6279">14000</cx:pt>
          <cx:pt idx="6280">14000</cx:pt>
          <cx:pt idx="6281">14000</cx:pt>
          <cx:pt idx="6282">14000</cx:pt>
          <cx:pt idx="6283">14000</cx:pt>
          <cx:pt idx="6284">14000</cx:pt>
          <cx:pt idx="6285">14000</cx:pt>
          <cx:pt idx="6286">14000</cx:pt>
          <cx:pt idx="6287">14000</cx:pt>
          <cx:pt idx="6288">14000</cx:pt>
          <cx:pt idx="6289">14000</cx:pt>
          <cx:pt idx="6290">14000</cx:pt>
          <cx:pt idx="6291">14000</cx:pt>
          <cx:pt idx="6292">14000</cx:pt>
          <cx:pt idx="6293">14000</cx:pt>
          <cx:pt idx="6294">14000</cx:pt>
          <cx:pt idx="6295">14000</cx:pt>
          <cx:pt idx="6296">14000</cx:pt>
          <cx:pt idx="6297">14000</cx:pt>
          <cx:pt idx="6298">14000</cx:pt>
          <cx:pt idx="6299">14000</cx:pt>
          <cx:pt idx="6300">14000</cx:pt>
          <cx:pt idx="6301">14000</cx:pt>
          <cx:pt idx="6302">14000</cx:pt>
          <cx:pt idx="6303">14000</cx:pt>
          <cx:pt idx="6304">14000</cx:pt>
          <cx:pt idx="6305">14000</cx:pt>
          <cx:pt idx="6306">14000</cx:pt>
          <cx:pt idx="6307">14000</cx:pt>
          <cx:pt idx="6308">14000</cx:pt>
          <cx:pt idx="6309">14000</cx:pt>
          <cx:pt idx="6310">14000</cx:pt>
          <cx:pt idx="6311">14000</cx:pt>
          <cx:pt idx="6312">14000</cx:pt>
          <cx:pt idx="6313">14000</cx:pt>
          <cx:pt idx="6314">14000</cx:pt>
          <cx:pt idx="6315">14000</cx:pt>
          <cx:pt idx="6316">14000</cx:pt>
          <cx:pt idx="6317">14000</cx:pt>
          <cx:pt idx="6318">14000</cx:pt>
          <cx:pt idx="6319">14000</cx:pt>
          <cx:pt idx="6320">14000</cx:pt>
          <cx:pt idx="6321">14000</cx:pt>
          <cx:pt idx="6322">14000</cx:pt>
          <cx:pt idx="6323">14000</cx:pt>
          <cx:pt idx="6324">14000</cx:pt>
          <cx:pt idx="6325">14000</cx:pt>
          <cx:pt idx="6326">14000</cx:pt>
          <cx:pt idx="6327">14000</cx:pt>
          <cx:pt idx="6328">14000</cx:pt>
          <cx:pt idx="6329">14000</cx:pt>
          <cx:pt idx="6330">14000</cx:pt>
          <cx:pt idx="6331">14000</cx:pt>
          <cx:pt idx="6332">14000</cx:pt>
          <cx:pt idx="6333">14000</cx:pt>
          <cx:pt idx="6334">14000</cx:pt>
          <cx:pt idx="6335">14000</cx:pt>
          <cx:pt idx="6336">14000</cx:pt>
          <cx:pt idx="6337">14000</cx:pt>
          <cx:pt idx="6338">14000</cx:pt>
          <cx:pt idx="6339">14000</cx:pt>
          <cx:pt idx="6340">14000</cx:pt>
          <cx:pt idx="6341">14000</cx:pt>
          <cx:pt idx="6342">14000</cx:pt>
          <cx:pt idx="6343">14000</cx:pt>
          <cx:pt idx="6344">14000</cx:pt>
          <cx:pt idx="6345">14000</cx:pt>
          <cx:pt idx="6346">14000</cx:pt>
          <cx:pt idx="6347">14000</cx:pt>
          <cx:pt idx="6348">14000</cx:pt>
          <cx:pt idx="6349">14000</cx:pt>
          <cx:pt idx="6350">14000</cx:pt>
          <cx:pt idx="6351">14000</cx:pt>
          <cx:pt idx="6352">14000</cx:pt>
          <cx:pt idx="6353">14000</cx:pt>
          <cx:pt idx="6354">14000</cx:pt>
          <cx:pt idx="6355">14000</cx:pt>
          <cx:pt idx="6356">14000</cx:pt>
          <cx:pt idx="6357">14000</cx:pt>
          <cx:pt idx="6358">14000</cx:pt>
          <cx:pt idx="6359">14000</cx:pt>
          <cx:pt idx="6360">14000</cx:pt>
          <cx:pt idx="6361">14000</cx:pt>
          <cx:pt idx="6362">14000</cx:pt>
          <cx:pt idx="6363">14000</cx:pt>
          <cx:pt idx="6364">14000</cx:pt>
          <cx:pt idx="6365">14000</cx:pt>
          <cx:pt idx="6366">14000</cx:pt>
          <cx:pt idx="6367">14010</cx:pt>
          <cx:pt idx="6368">14040</cx:pt>
          <cx:pt idx="6369">14100</cx:pt>
          <cx:pt idx="6370">14100</cx:pt>
          <cx:pt idx="6371">14100</cx:pt>
          <cx:pt idx="6372">14100</cx:pt>
          <cx:pt idx="6373">14100</cx:pt>
          <cx:pt idx="6374">14100</cx:pt>
          <cx:pt idx="6375">14100</cx:pt>
          <cx:pt idx="6376">14100</cx:pt>
          <cx:pt idx="6377">14100</cx:pt>
          <cx:pt idx="6378">14100</cx:pt>
          <cx:pt idx="6379">14200</cx:pt>
          <cx:pt idx="6380">14200</cx:pt>
          <cx:pt idx="6381">14200</cx:pt>
          <cx:pt idx="6382">14200</cx:pt>
          <cx:pt idx="6383">14200</cx:pt>
          <cx:pt idx="6384">14200</cx:pt>
          <cx:pt idx="6385">14200</cx:pt>
          <cx:pt idx="6386">14200</cx:pt>
          <cx:pt idx="6387">14280</cx:pt>
          <cx:pt idx="6388">14300</cx:pt>
          <cx:pt idx="6389">14300</cx:pt>
          <cx:pt idx="6390">14300</cx:pt>
          <cx:pt idx="6391">14300</cx:pt>
          <cx:pt idx="6392">14300</cx:pt>
          <cx:pt idx="6393">14300</cx:pt>
          <cx:pt idx="6394">14300</cx:pt>
          <cx:pt idx="6395">14300</cx:pt>
          <cx:pt idx="6396">14300</cx:pt>
          <cx:pt idx="6397">14300</cx:pt>
          <cx:pt idx="6398">14300</cx:pt>
          <cx:pt idx="6399">14300</cx:pt>
          <cx:pt idx="6400">14300</cx:pt>
          <cx:pt idx="6401">14300</cx:pt>
          <cx:pt idx="6402">14300</cx:pt>
          <cx:pt idx="6403">14400</cx:pt>
          <cx:pt idx="6404">14400</cx:pt>
          <cx:pt idx="6405">14400</cx:pt>
          <cx:pt idx="6406">14400</cx:pt>
          <cx:pt idx="6407">14400</cx:pt>
          <cx:pt idx="6408">14400</cx:pt>
          <cx:pt idx="6409">14400</cx:pt>
          <cx:pt idx="6410">14400</cx:pt>
          <cx:pt idx="6411">14400</cx:pt>
          <cx:pt idx="6412">14400</cx:pt>
          <cx:pt idx="6413">14400</cx:pt>
          <cx:pt idx="6414">14400</cx:pt>
          <cx:pt idx="6415">14400</cx:pt>
          <cx:pt idx="6416">14400</cx:pt>
          <cx:pt idx="6417">14400</cx:pt>
          <cx:pt idx="6418">14400</cx:pt>
          <cx:pt idx="6419">14400</cx:pt>
          <cx:pt idx="6420">14400</cx:pt>
          <cx:pt idx="6421">14400</cx:pt>
          <cx:pt idx="6422">14400</cx:pt>
          <cx:pt idx="6423">14400</cx:pt>
          <cx:pt idx="6424">14400</cx:pt>
          <cx:pt idx="6425">14400</cx:pt>
          <cx:pt idx="6426">14400</cx:pt>
          <cx:pt idx="6427">14400</cx:pt>
          <cx:pt idx="6428">14400</cx:pt>
          <cx:pt idx="6429">14400</cx:pt>
          <cx:pt idx="6430">14400</cx:pt>
          <cx:pt idx="6431">14400</cx:pt>
          <cx:pt idx="6432">14400</cx:pt>
          <cx:pt idx="6433">14400</cx:pt>
          <cx:pt idx="6434">14400</cx:pt>
          <cx:pt idx="6435">14400</cx:pt>
          <cx:pt idx="6436">14400</cx:pt>
          <cx:pt idx="6437">14400</cx:pt>
          <cx:pt idx="6438">14400</cx:pt>
          <cx:pt idx="6439">14400</cx:pt>
          <cx:pt idx="6440">14400</cx:pt>
          <cx:pt idx="6441">14400</cx:pt>
          <cx:pt idx="6442">14400</cx:pt>
          <cx:pt idx="6443">14400</cx:pt>
          <cx:pt idx="6444">14400</cx:pt>
          <cx:pt idx="6445">14400</cx:pt>
          <cx:pt idx="6446">14400</cx:pt>
          <cx:pt idx="6447">14400</cx:pt>
          <cx:pt idx="6448">14400</cx:pt>
          <cx:pt idx="6449">14400</cx:pt>
          <cx:pt idx="6450">14400</cx:pt>
          <cx:pt idx="6451">14400</cx:pt>
          <cx:pt idx="6452">14400</cx:pt>
          <cx:pt idx="6453">14400</cx:pt>
          <cx:pt idx="6454">14400</cx:pt>
          <cx:pt idx="6455">14400</cx:pt>
          <cx:pt idx="6456">14400</cx:pt>
          <cx:pt idx="6457">14400</cx:pt>
          <cx:pt idx="6458">14500</cx:pt>
          <cx:pt idx="6459">14500</cx:pt>
          <cx:pt idx="6460">14500</cx:pt>
          <cx:pt idx="6461">14500</cx:pt>
          <cx:pt idx="6462">14500</cx:pt>
          <cx:pt idx="6463">14500</cx:pt>
          <cx:pt idx="6464">14500</cx:pt>
          <cx:pt idx="6465">14500</cx:pt>
          <cx:pt idx="6466">14500</cx:pt>
          <cx:pt idx="6467">14500</cx:pt>
          <cx:pt idx="6468">14500</cx:pt>
          <cx:pt idx="6469">14500</cx:pt>
          <cx:pt idx="6470">14500</cx:pt>
          <cx:pt idx="6471">14600</cx:pt>
          <cx:pt idx="6472">14600</cx:pt>
          <cx:pt idx="6473">14600</cx:pt>
          <cx:pt idx="6474">14600</cx:pt>
          <cx:pt idx="6475">14600</cx:pt>
          <cx:pt idx="6476">14600</cx:pt>
          <cx:pt idx="6477">14600</cx:pt>
          <cx:pt idx="6478">14600</cx:pt>
          <cx:pt idx="6479">14600</cx:pt>
          <cx:pt idx="6480">14660</cx:pt>
          <cx:pt idx="6481">14700</cx:pt>
          <cx:pt idx="6482">14700</cx:pt>
          <cx:pt idx="6483">14700</cx:pt>
          <cx:pt idx="6484">14700</cx:pt>
          <cx:pt idx="6485">14700</cx:pt>
          <cx:pt idx="6486">14700</cx:pt>
          <cx:pt idx="6487">14700</cx:pt>
          <cx:pt idx="6488">14700</cx:pt>
          <cx:pt idx="6489">14700</cx:pt>
          <cx:pt idx="6490">14790</cx:pt>
          <cx:pt idx="6491">14800</cx:pt>
          <cx:pt idx="6492">14800</cx:pt>
          <cx:pt idx="6493">14800</cx:pt>
          <cx:pt idx="6494">14800</cx:pt>
          <cx:pt idx="6495">14800</cx:pt>
          <cx:pt idx="6496">14800</cx:pt>
          <cx:pt idx="6497">14800</cx:pt>
          <cx:pt idx="6498">14800</cx:pt>
          <cx:pt idx="6499">14900</cx:pt>
          <cx:pt idx="6500">14900</cx:pt>
          <cx:pt idx="6501">14900</cx:pt>
          <cx:pt idx="6502">14900</cx:pt>
          <cx:pt idx="6503">14900</cx:pt>
          <cx:pt idx="6504">14900</cx:pt>
          <cx:pt idx="6505">14940</cx:pt>
          <cx:pt idx="6506">15000</cx:pt>
          <cx:pt idx="6507">15000</cx:pt>
          <cx:pt idx="6508">15000</cx:pt>
          <cx:pt idx="6509">15000</cx:pt>
          <cx:pt idx="6510">15000</cx:pt>
          <cx:pt idx="6511">15000</cx:pt>
          <cx:pt idx="6512">15000</cx:pt>
          <cx:pt idx="6513">15000</cx:pt>
          <cx:pt idx="6514">15000</cx:pt>
          <cx:pt idx="6515">15000</cx:pt>
          <cx:pt idx="6516">15000</cx:pt>
          <cx:pt idx="6517">15000</cx:pt>
          <cx:pt idx="6518">15000</cx:pt>
          <cx:pt idx="6519">15000</cx:pt>
          <cx:pt idx="6520">15000</cx:pt>
          <cx:pt idx="6521">15000</cx:pt>
          <cx:pt idx="6522">15000</cx:pt>
          <cx:pt idx="6523">15000</cx:pt>
          <cx:pt idx="6524">15000</cx:pt>
          <cx:pt idx="6525">15000</cx:pt>
          <cx:pt idx="6526">15000</cx:pt>
          <cx:pt idx="6527">15000</cx:pt>
          <cx:pt idx="6528">15000</cx:pt>
          <cx:pt idx="6529">15000</cx:pt>
          <cx:pt idx="6530">15000</cx:pt>
          <cx:pt idx="6531">15000</cx:pt>
          <cx:pt idx="6532">15000</cx:pt>
          <cx:pt idx="6533">15000</cx:pt>
          <cx:pt idx="6534">15000</cx:pt>
          <cx:pt idx="6535">15000</cx:pt>
          <cx:pt idx="6536">15000</cx:pt>
          <cx:pt idx="6537">15000</cx:pt>
          <cx:pt idx="6538">15000</cx:pt>
          <cx:pt idx="6539">15000</cx:pt>
          <cx:pt idx="6540">15000</cx:pt>
          <cx:pt idx="6541">15000</cx:pt>
          <cx:pt idx="6542">15000</cx:pt>
          <cx:pt idx="6543">15000</cx:pt>
          <cx:pt idx="6544">15000</cx:pt>
          <cx:pt idx="6545">15000</cx:pt>
          <cx:pt idx="6546">15000</cx:pt>
          <cx:pt idx="6547">15000</cx:pt>
          <cx:pt idx="6548">15000</cx:pt>
          <cx:pt idx="6549">15000</cx:pt>
          <cx:pt idx="6550">15000</cx:pt>
          <cx:pt idx="6551">15000</cx:pt>
          <cx:pt idx="6552">15000</cx:pt>
          <cx:pt idx="6553">15000</cx:pt>
          <cx:pt idx="6554">15000</cx:pt>
          <cx:pt idx="6555">15000</cx:pt>
          <cx:pt idx="6556">15000</cx:pt>
          <cx:pt idx="6557">15000</cx:pt>
          <cx:pt idx="6558">15000</cx:pt>
          <cx:pt idx="6559">15000</cx:pt>
          <cx:pt idx="6560">15000</cx:pt>
          <cx:pt idx="6561">15000</cx:pt>
          <cx:pt idx="6562">15000</cx:pt>
          <cx:pt idx="6563">15000</cx:pt>
          <cx:pt idx="6564">15000</cx:pt>
          <cx:pt idx="6565">15000</cx:pt>
          <cx:pt idx="6566">15000</cx:pt>
          <cx:pt idx="6567">15000</cx:pt>
          <cx:pt idx="6568">15000</cx:pt>
          <cx:pt idx="6569">15000</cx:pt>
          <cx:pt idx="6570">15000</cx:pt>
          <cx:pt idx="6571">15000</cx:pt>
          <cx:pt idx="6572">15000</cx:pt>
          <cx:pt idx="6573">15000</cx:pt>
          <cx:pt idx="6574">15000</cx:pt>
          <cx:pt idx="6575">15000</cx:pt>
          <cx:pt idx="6576">15000</cx:pt>
          <cx:pt idx="6577">15000</cx:pt>
          <cx:pt idx="6578">15000</cx:pt>
          <cx:pt idx="6579">15000</cx:pt>
          <cx:pt idx="6580">15000</cx:pt>
          <cx:pt idx="6581">15000</cx:pt>
          <cx:pt idx="6582">15000</cx:pt>
          <cx:pt idx="6583">15000</cx:pt>
          <cx:pt idx="6584">15000</cx:pt>
          <cx:pt idx="6585">15000</cx:pt>
          <cx:pt idx="6586">15000</cx:pt>
          <cx:pt idx="6587">15000</cx:pt>
          <cx:pt idx="6588">15000</cx:pt>
          <cx:pt idx="6589">15000</cx:pt>
          <cx:pt idx="6590">15000</cx:pt>
          <cx:pt idx="6591">15000</cx:pt>
          <cx:pt idx="6592">15000</cx:pt>
          <cx:pt idx="6593">15000</cx:pt>
          <cx:pt idx="6594">15000</cx:pt>
          <cx:pt idx="6595">15000</cx:pt>
          <cx:pt idx="6596">15000</cx:pt>
          <cx:pt idx="6597">15000</cx:pt>
          <cx:pt idx="6598">15000</cx:pt>
          <cx:pt idx="6599">15000</cx:pt>
          <cx:pt idx="6600">15000</cx:pt>
          <cx:pt idx="6601">15000</cx:pt>
          <cx:pt idx="6602">15000</cx:pt>
          <cx:pt idx="6603">15000</cx:pt>
          <cx:pt idx="6604">15000</cx:pt>
          <cx:pt idx="6605">15000</cx:pt>
          <cx:pt idx="6606">15000</cx:pt>
          <cx:pt idx="6607">15000</cx:pt>
          <cx:pt idx="6608">15000</cx:pt>
          <cx:pt idx="6609">15000</cx:pt>
          <cx:pt idx="6610">15000</cx:pt>
          <cx:pt idx="6611">15000</cx:pt>
          <cx:pt idx="6612">15000</cx:pt>
          <cx:pt idx="6613">15000</cx:pt>
          <cx:pt idx="6614">15000</cx:pt>
          <cx:pt idx="6615">15000</cx:pt>
          <cx:pt idx="6616">15000</cx:pt>
          <cx:pt idx="6617">15000</cx:pt>
          <cx:pt idx="6618">15000</cx:pt>
          <cx:pt idx="6619">15000</cx:pt>
          <cx:pt idx="6620">15000</cx:pt>
          <cx:pt idx="6621">15000</cx:pt>
          <cx:pt idx="6622">15000</cx:pt>
          <cx:pt idx="6623">15000</cx:pt>
          <cx:pt idx="6624">15000</cx:pt>
          <cx:pt idx="6625">15000</cx:pt>
          <cx:pt idx="6626">15000</cx:pt>
          <cx:pt idx="6627">15000</cx:pt>
          <cx:pt idx="6628">15000</cx:pt>
          <cx:pt idx="6629">15000</cx:pt>
          <cx:pt idx="6630">15000</cx:pt>
          <cx:pt idx="6631">15000</cx:pt>
          <cx:pt idx="6632">15000</cx:pt>
          <cx:pt idx="6633">15000</cx:pt>
          <cx:pt idx="6634">15000</cx:pt>
          <cx:pt idx="6635">15000</cx:pt>
          <cx:pt idx="6636">15000</cx:pt>
          <cx:pt idx="6637">15000</cx:pt>
          <cx:pt idx="6638">15000</cx:pt>
          <cx:pt idx="6639">15000</cx:pt>
          <cx:pt idx="6640">15000</cx:pt>
          <cx:pt idx="6641">15000</cx:pt>
          <cx:pt idx="6642">15000</cx:pt>
          <cx:pt idx="6643">15000</cx:pt>
          <cx:pt idx="6644">15000</cx:pt>
          <cx:pt idx="6645">15000</cx:pt>
          <cx:pt idx="6646">15000</cx:pt>
          <cx:pt idx="6647">15000</cx:pt>
          <cx:pt idx="6648">15000</cx:pt>
          <cx:pt idx="6649">15000</cx:pt>
          <cx:pt idx="6650">15000</cx:pt>
          <cx:pt idx="6651">15000</cx:pt>
          <cx:pt idx="6652">15000</cx:pt>
          <cx:pt idx="6653">15000</cx:pt>
          <cx:pt idx="6654">15000</cx:pt>
          <cx:pt idx="6655">15000</cx:pt>
          <cx:pt idx="6656">15000</cx:pt>
          <cx:pt idx="6657">15000</cx:pt>
          <cx:pt idx="6658">15000</cx:pt>
          <cx:pt idx="6659">15000</cx:pt>
          <cx:pt idx="6660">15000</cx:pt>
          <cx:pt idx="6661">15000</cx:pt>
          <cx:pt idx="6662">15000</cx:pt>
          <cx:pt idx="6663">15000</cx:pt>
          <cx:pt idx="6664">15000</cx:pt>
          <cx:pt idx="6665">15000</cx:pt>
          <cx:pt idx="6666">15000</cx:pt>
          <cx:pt idx="6667">15000</cx:pt>
          <cx:pt idx="6668">15000</cx:pt>
          <cx:pt idx="6669">15000</cx:pt>
          <cx:pt idx="6670">15000</cx:pt>
          <cx:pt idx="6671">15000</cx:pt>
          <cx:pt idx="6672">15000</cx:pt>
          <cx:pt idx="6673">15000</cx:pt>
          <cx:pt idx="6674">15000</cx:pt>
          <cx:pt idx="6675">15000</cx:pt>
          <cx:pt idx="6676">15000</cx:pt>
          <cx:pt idx="6677">15000</cx:pt>
          <cx:pt idx="6678">15000</cx:pt>
          <cx:pt idx="6679">15030</cx:pt>
          <cx:pt idx="6680">15050</cx:pt>
          <cx:pt idx="6681">15100</cx:pt>
          <cx:pt idx="6682">15100</cx:pt>
          <cx:pt idx="6683">15100</cx:pt>
          <cx:pt idx="6684">15100</cx:pt>
          <cx:pt idx="6685">15100</cx:pt>
          <cx:pt idx="6686">15100</cx:pt>
          <cx:pt idx="6687">15100</cx:pt>
          <cx:pt idx="6688">15100</cx:pt>
          <cx:pt idx="6689">15100</cx:pt>
          <cx:pt idx="6690">15100</cx:pt>
          <cx:pt idx="6691">15100</cx:pt>
          <cx:pt idx="6692">15100</cx:pt>
          <cx:pt idx="6693">15100</cx:pt>
          <cx:pt idx="6694">15100</cx:pt>
          <cx:pt idx="6695">15100</cx:pt>
          <cx:pt idx="6696">15100</cx:pt>
          <cx:pt idx="6697">15100</cx:pt>
          <cx:pt idx="6698">15200</cx:pt>
          <cx:pt idx="6699">15200</cx:pt>
          <cx:pt idx="6700">15200</cx:pt>
          <cx:pt idx="6701">15200</cx:pt>
          <cx:pt idx="6702">15200</cx:pt>
          <cx:pt idx="6703">15200</cx:pt>
          <cx:pt idx="6704">15240</cx:pt>
          <cx:pt idx="6705">15300</cx:pt>
          <cx:pt idx="6706">15300</cx:pt>
          <cx:pt idx="6707">15300</cx:pt>
          <cx:pt idx="6708">15300</cx:pt>
          <cx:pt idx="6709">15300</cx:pt>
          <cx:pt idx="6710">15300</cx:pt>
          <cx:pt idx="6711">15400</cx:pt>
          <cx:pt idx="6712">15400</cx:pt>
          <cx:pt idx="6713">15400</cx:pt>
          <cx:pt idx="6714">15400</cx:pt>
          <cx:pt idx="6715">15400</cx:pt>
          <cx:pt idx="6716">15400</cx:pt>
          <cx:pt idx="6717">15400</cx:pt>
          <cx:pt idx="6718">15400</cx:pt>
          <cx:pt idx="6719">15400</cx:pt>
          <cx:pt idx="6720">15400</cx:pt>
          <cx:pt idx="6721">15400</cx:pt>
          <cx:pt idx="6722">15400</cx:pt>
          <cx:pt idx="6723">15400</cx:pt>
          <cx:pt idx="6724">15400</cx:pt>
          <cx:pt idx="6725">15400</cx:pt>
          <cx:pt idx="6726">15400</cx:pt>
          <cx:pt idx="6727">15400</cx:pt>
          <cx:pt idx="6728">15500</cx:pt>
          <cx:pt idx="6729">15500</cx:pt>
          <cx:pt idx="6730">15500</cx:pt>
          <cx:pt idx="6731">15500</cx:pt>
          <cx:pt idx="6732">15500</cx:pt>
          <cx:pt idx="6733">15500</cx:pt>
          <cx:pt idx="6734">15500</cx:pt>
          <cx:pt idx="6735">15500</cx:pt>
          <cx:pt idx="6736">15500</cx:pt>
          <cx:pt idx="6737">15500</cx:pt>
          <cx:pt idx="6738">15500</cx:pt>
          <cx:pt idx="6739">15500</cx:pt>
          <cx:pt idx="6740">15540</cx:pt>
          <cx:pt idx="6741">15600</cx:pt>
          <cx:pt idx="6742">15600</cx:pt>
          <cx:pt idx="6743">15600</cx:pt>
          <cx:pt idx="6744">15600</cx:pt>
          <cx:pt idx="6745">15600</cx:pt>
          <cx:pt idx="6746">15600</cx:pt>
          <cx:pt idx="6747">15600</cx:pt>
          <cx:pt idx="6748">15600</cx:pt>
          <cx:pt idx="6749">15600</cx:pt>
          <cx:pt idx="6750">15600</cx:pt>
          <cx:pt idx="6751">15600</cx:pt>
          <cx:pt idx="6752">15600</cx:pt>
          <cx:pt idx="6753">15600</cx:pt>
          <cx:pt idx="6754">15600</cx:pt>
          <cx:pt idx="6755">15600</cx:pt>
          <cx:pt idx="6756">15600</cx:pt>
          <cx:pt idx="6757">15600</cx:pt>
          <cx:pt idx="6758">15600</cx:pt>
          <cx:pt idx="6759">15600</cx:pt>
          <cx:pt idx="6760">15600</cx:pt>
          <cx:pt idx="6761">15600</cx:pt>
          <cx:pt idx="6762">15600</cx:pt>
          <cx:pt idx="6763">15600</cx:pt>
          <cx:pt idx="6764">15600</cx:pt>
          <cx:pt idx="6765">15600</cx:pt>
          <cx:pt idx="6766">15600</cx:pt>
          <cx:pt idx="6767">15600</cx:pt>
          <cx:pt idx="6768">15600</cx:pt>
          <cx:pt idx="6769">15600</cx:pt>
          <cx:pt idx="6770">15600</cx:pt>
          <cx:pt idx="6771">15600</cx:pt>
          <cx:pt idx="6772">15600</cx:pt>
          <cx:pt idx="6773">15600</cx:pt>
          <cx:pt idx="6774">15600</cx:pt>
          <cx:pt idx="6775">15600</cx:pt>
          <cx:pt idx="6776">15600</cx:pt>
          <cx:pt idx="6777">15600</cx:pt>
          <cx:pt idx="6778">15600</cx:pt>
          <cx:pt idx="6779">15600</cx:pt>
          <cx:pt idx="6780">15600</cx:pt>
          <cx:pt idx="6781">15600</cx:pt>
          <cx:pt idx="6782">15650</cx:pt>
          <cx:pt idx="6783">15700</cx:pt>
          <cx:pt idx="6784">15700</cx:pt>
          <cx:pt idx="6785">15700</cx:pt>
          <cx:pt idx="6786">15700</cx:pt>
          <cx:pt idx="6787">15700</cx:pt>
          <cx:pt idx="6788">15710</cx:pt>
          <cx:pt idx="6789">15750</cx:pt>
          <cx:pt idx="6790">15800</cx:pt>
          <cx:pt idx="6791">15800</cx:pt>
          <cx:pt idx="6792">15800</cx:pt>
          <cx:pt idx="6793">15800</cx:pt>
          <cx:pt idx="6794">15800</cx:pt>
          <cx:pt idx="6795">15800</cx:pt>
          <cx:pt idx="6796">15800</cx:pt>
          <cx:pt idx="6797">15800</cx:pt>
          <cx:pt idx="6798">15800</cx:pt>
          <cx:pt idx="6799">15800</cx:pt>
          <cx:pt idx="6800">15900</cx:pt>
          <cx:pt idx="6801">15900</cx:pt>
          <cx:pt idx="6802">15900</cx:pt>
          <cx:pt idx="6803">15900</cx:pt>
          <cx:pt idx="6804">15900</cx:pt>
          <cx:pt idx="6805">15900</cx:pt>
          <cx:pt idx="6806">15900</cx:pt>
          <cx:pt idx="6807">15900</cx:pt>
          <cx:pt idx="6808">15900</cx:pt>
          <cx:pt idx="6809">15900</cx:pt>
          <cx:pt idx="6810">16000</cx:pt>
          <cx:pt idx="6811">16000</cx:pt>
          <cx:pt idx="6812">16000</cx:pt>
          <cx:pt idx="6813">16000</cx:pt>
          <cx:pt idx="6814">16000</cx:pt>
          <cx:pt idx="6815">16000</cx:pt>
          <cx:pt idx="6816">16000</cx:pt>
          <cx:pt idx="6817">16000</cx:pt>
          <cx:pt idx="6818">16000</cx:pt>
          <cx:pt idx="6819">16000</cx:pt>
          <cx:pt idx="6820">16000</cx:pt>
          <cx:pt idx="6821">16000</cx:pt>
          <cx:pt idx="6822">16000</cx:pt>
          <cx:pt idx="6823">16000</cx:pt>
          <cx:pt idx="6824">16000</cx:pt>
          <cx:pt idx="6825">16000</cx:pt>
          <cx:pt idx="6826">16000</cx:pt>
          <cx:pt idx="6827">16000</cx:pt>
          <cx:pt idx="6828">16000</cx:pt>
          <cx:pt idx="6829">16000</cx:pt>
          <cx:pt idx="6830">16000</cx:pt>
          <cx:pt idx="6831">16000</cx:pt>
          <cx:pt idx="6832">16000</cx:pt>
          <cx:pt idx="6833">16000</cx:pt>
          <cx:pt idx="6834">16000</cx:pt>
          <cx:pt idx="6835">16000</cx:pt>
          <cx:pt idx="6836">16000</cx:pt>
          <cx:pt idx="6837">16000</cx:pt>
          <cx:pt idx="6838">16000</cx:pt>
          <cx:pt idx="6839">16000</cx:pt>
          <cx:pt idx="6840">16000</cx:pt>
          <cx:pt idx="6841">16000</cx:pt>
          <cx:pt idx="6842">16000</cx:pt>
          <cx:pt idx="6843">16000</cx:pt>
          <cx:pt idx="6844">16000</cx:pt>
          <cx:pt idx="6845">16000</cx:pt>
          <cx:pt idx="6846">16000</cx:pt>
          <cx:pt idx="6847">16000</cx:pt>
          <cx:pt idx="6848">16000</cx:pt>
          <cx:pt idx="6849">16000</cx:pt>
          <cx:pt idx="6850">16000</cx:pt>
          <cx:pt idx="6851">16000</cx:pt>
          <cx:pt idx="6852">16000</cx:pt>
          <cx:pt idx="6853">16000</cx:pt>
          <cx:pt idx="6854">16000</cx:pt>
          <cx:pt idx="6855">16000</cx:pt>
          <cx:pt idx="6856">16000</cx:pt>
          <cx:pt idx="6857">16000</cx:pt>
          <cx:pt idx="6858">16000</cx:pt>
          <cx:pt idx="6859">16000</cx:pt>
          <cx:pt idx="6860">16000</cx:pt>
          <cx:pt idx="6861">16000</cx:pt>
          <cx:pt idx="6862">16000</cx:pt>
          <cx:pt idx="6863">16000</cx:pt>
          <cx:pt idx="6864">16000</cx:pt>
          <cx:pt idx="6865">16000</cx:pt>
          <cx:pt idx="6866">16000</cx:pt>
          <cx:pt idx="6867">16000</cx:pt>
          <cx:pt idx="6868">16000</cx:pt>
          <cx:pt idx="6869">16000</cx:pt>
          <cx:pt idx="6870">16000</cx:pt>
          <cx:pt idx="6871">16000</cx:pt>
          <cx:pt idx="6872">16000</cx:pt>
          <cx:pt idx="6873">16000</cx:pt>
          <cx:pt idx="6874">16030</cx:pt>
          <cx:pt idx="6875">16050</cx:pt>
          <cx:pt idx="6876">16060</cx:pt>
          <cx:pt idx="6877">16100</cx:pt>
          <cx:pt idx="6878">16100</cx:pt>
          <cx:pt idx="6879">16100</cx:pt>
          <cx:pt idx="6880">16100</cx:pt>
          <cx:pt idx="6881">16100</cx:pt>
          <cx:pt idx="6882">16100</cx:pt>
          <cx:pt idx="6883">16100</cx:pt>
          <cx:pt idx="6884">16100</cx:pt>
          <cx:pt idx="6885">16100</cx:pt>
          <cx:pt idx="6886">16120</cx:pt>
          <cx:pt idx="6887">16200</cx:pt>
          <cx:pt idx="6888">16200</cx:pt>
          <cx:pt idx="6889">16200</cx:pt>
          <cx:pt idx="6890">16200</cx:pt>
          <cx:pt idx="6891">16200</cx:pt>
          <cx:pt idx="6892">16200</cx:pt>
          <cx:pt idx="6893">16300</cx:pt>
          <cx:pt idx="6894">16300</cx:pt>
          <cx:pt idx="6895">16300</cx:pt>
          <cx:pt idx="6896">16300</cx:pt>
          <cx:pt idx="6897">16300</cx:pt>
          <cx:pt idx="6898">16300</cx:pt>
          <cx:pt idx="6899">16300</cx:pt>
          <cx:pt idx="6900">16340</cx:pt>
          <cx:pt idx="6901">16400</cx:pt>
          <cx:pt idx="6902">16400</cx:pt>
          <cx:pt idx="6903">16400</cx:pt>
          <cx:pt idx="6904">16400</cx:pt>
          <cx:pt idx="6905">16400</cx:pt>
          <cx:pt idx="6906">16400</cx:pt>
          <cx:pt idx="6907">16400</cx:pt>
          <cx:pt idx="6908">16400</cx:pt>
          <cx:pt idx="6909">16400</cx:pt>
          <cx:pt idx="6910">16400</cx:pt>
          <cx:pt idx="6911">16400</cx:pt>
          <cx:pt idx="6912">16480</cx:pt>
          <cx:pt idx="6913">16500</cx:pt>
          <cx:pt idx="6914">16500</cx:pt>
          <cx:pt idx="6915">16500</cx:pt>
          <cx:pt idx="6916">16500</cx:pt>
          <cx:pt idx="6917">16500</cx:pt>
          <cx:pt idx="6918">16500</cx:pt>
          <cx:pt idx="6919">16500</cx:pt>
          <cx:pt idx="6920">16500</cx:pt>
          <cx:pt idx="6921">16500</cx:pt>
          <cx:pt idx="6922">16500</cx:pt>
          <cx:pt idx="6923">16580</cx:pt>
          <cx:pt idx="6924">16600</cx:pt>
          <cx:pt idx="6925">16600</cx:pt>
          <cx:pt idx="6926">16600</cx:pt>
          <cx:pt idx="6927">16600</cx:pt>
          <cx:pt idx="6928">16600</cx:pt>
          <cx:pt idx="6929">16600</cx:pt>
          <cx:pt idx="6930">16600</cx:pt>
          <cx:pt idx="6931">16600</cx:pt>
          <cx:pt idx="6932">16600</cx:pt>
          <cx:pt idx="6933">16600</cx:pt>
          <cx:pt idx="6934">16600</cx:pt>
          <cx:pt idx="6935">16600</cx:pt>
          <cx:pt idx="6936">16600</cx:pt>
          <cx:pt idx="6937">16600</cx:pt>
          <cx:pt idx="6938">16600</cx:pt>
          <cx:pt idx="6939">16600</cx:pt>
          <cx:pt idx="6940">16700</cx:pt>
          <cx:pt idx="6941">16700</cx:pt>
          <cx:pt idx="6942">16700</cx:pt>
          <cx:pt idx="6943">16700</cx:pt>
          <cx:pt idx="6944">16700</cx:pt>
          <cx:pt idx="6945">16780</cx:pt>
          <cx:pt idx="6946">16800</cx:pt>
          <cx:pt idx="6947">16800</cx:pt>
          <cx:pt idx="6948">16800</cx:pt>
          <cx:pt idx="6949">16800</cx:pt>
          <cx:pt idx="6950">16800</cx:pt>
          <cx:pt idx="6951">16800</cx:pt>
          <cx:pt idx="6952">16800</cx:pt>
          <cx:pt idx="6953">16800</cx:pt>
          <cx:pt idx="6954">16800</cx:pt>
          <cx:pt idx="6955">16800</cx:pt>
          <cx:pt idx="6956">16800</cx:pt>
          <cx:pt idx="6957">16800</cx:pt>
          <cx:pt idx="6958">16800</cx:pt>
          <cx:pt idx="6959">16800</cx:pt>
          <cx:pt idx="6960">16800</cx:pt>
          <cx:pt idx="6961">16800</cx:pt>
          <cx:pt idx="6962">16800</cx:pt>
          <cx:pt idx="6963">16800</cx:pt>
          <cx:pt idx="6964">16800</cx:pt>
          <cx:pt idx="6965">16800</cx:pt>
          <cx:pt idx="6966">16800</cx:pt>
          <cx:pt idx="6967">16800</cx:pt>
          <cx:pt idx="6968">16800</cx:pt>
          <cx:pt idx="6969">16800</cx:pt>
          <cx:pt idx="6970">16800</cx:pt>
          <cx:pt idx="6971">16800</cx:pt>
          <cx:pt idx="6972">16800</cx:pt>
          <cx:pt idx="6973">16870</cx:pt>
          <cx:pt idx="6974">16900</cx:pt>
          <cx:pt idx="6975">16900</cx:pt>
          <cx:pt idx="6976">16900</cx:pt>
          <cx:pt idx="6977">16900</cx:pt>
          <cx:pt idx="6978">16900</cx:pt>
          <cx:pt idx="6979">16900</cx:pt>
          <cx:pt idx="6980">16900</cx:pt>
          <cx:pt idx="6981">17000</cx:pt>
          <cx:pt idx="6982">17000</cx:pt>
          <cx:pt idx="6983">17000</cx:pt>
          <cx:pt idx="6984">17000</cx:pt>
          <cx:pt idx="6985">17000</cx:pt>
          <cx:pt idx="6986">17000</cx:pt>
          <cx:pt idx="6987">17000</cx:pt>
          <cx:pt idx="6988">17000</cx:pt>
          <cx:pt idx="6989">17000</cx:pt>
          <cx:pt idx="6990">17000</cx:pt>
          <cx:pt idx="6991">17000</cx:pt>
          <cx:pt idx="6992">17000</cx:pt>
          <cx:pt idx="6993">17000</cx:pt>
          <cx:pt idx="6994">17000</cx:pt>
          <cx:pt idx="6995">17000</cx:pt>
          <cx:pt idx="6996">17000</cx:pt>
          <cx:pt idx="6997">17000</cx:pt>
          <cx:pt idx="6998">17000</cx:pt>
          <cx:pt idx="6999">17000</cx:pt>
          <cx:pt idx="7000">17000</cx:pt>
          <cx:pt idx="7001">17000</cx:pt>
          <cx:pt idx="7002">17000</cx:pt>
          <cx:pt idx="7003">17000</cx:pt>
          <cx:pt idx="7004">17000</cx:pt>
          <cx:pt idx="7005">17000</cx:pt>
          <cx:pt idx="7006">17000</cx:pt>
          <cx:pt idx="7007">17000</cx:pt>
          <cx:pt idx="7008">17000</cx:pt>
          <cx:pt idx="7009">17000</cx:pt>
          <cx:pt idx="7010">17000</cx:pt>
          <cx:pt idx="7011">17000</cx:pt>
          <cx:pt idx="7012">17000</cx:pt>
          <cx:pt idx="7013">17000</cx:pt>
          <cx:pt idx="7014">17000</cx:pt>
          <cx:pt idx="7015">17000</cx:pt>
          <cx:pt idx="7016">17000</cx:pt>
          <cx:pt idx="7017">17000</cx:pt>
          <cx:pt idx="7018">17000</cx:pt>
          <cx:pt idx="7019">17000</cx:pt>
          <cx:pt idx="7020">17000</cx:pt>
          <cx:pt idx="7021">17000</cx:pt>
          <cx:pt idx="7022">17000</cx:pt>
          <cx:pt idx="7023">17000</cx:pt>
          <cx:pt idx="7024">17000</cx:pt>
          <cx:pt idx="7025">17000</cx:pt>
          <cx:pt idx="7026">17000</cx:pt>
          <cx:pt idx="7027">17000</cx:pt>
          <cx:pt idx="7028">17000</cx:pt>
          <cx:pt idx="7029">17000</cx:pt>
          <cx:pt idx="7030">17000</cx:pt>
          <cx:pt idx="7031">17000</cx:pt>
          <cx:pt idx="7032">17000</cx:pt>
          <cx:pt idx="7033">17000</cx:pt>
          <cx:pt idx="7034">17000</cx:pt>
          <cx:pt idx="7035">17000</cx:pt>
          <cx:pt idx="7036">17000</cx:pt>
          <cx:pt idx="7037">17000</cx:pt>
          <cx:pt idx="7038">17000</cx:pt>
          <cx:pt idx="7039">17000</cx:pt>
          <cx:pt idx="7040">17000</cx:pt>
          <cx:pt idx="7041">17000</cx:pt>
          <cx:pt idx="7042">17000</cx:pt>
          <cx:pt idx="7043">17000</cx:pt>
          <cx:pt idx="7044">17000</cx:pt>
          <cx:pt idx="7045">17000</cx:pt>
          <cx:pt idx="7046">17000</cx:pt>
          <cx:pt idx="7047">17000</cx:pt>
          <cx:pt idx="7048">17000</cx:pt>
          <cx:pt idx="7049">17000</cx:pt>
          <cx:pt idx="7050">17000</cx:pt>
          <cx:pt idx="7051">17000</cx:pt>
          <cx:pt idx="7052">17000</cx:pt>
          <cx:pt idx="7053">17000</cx:pt>
          <cx:pt idx="7054">17000</cx:pt>
          <cx:pt idx="7055">17000</cx:pt>
          <cx:pt idx="7056">17100</cx:pt>
          <cx:pt idx="7057">17100</cx:pt>
          <cx:pt idx="7058">17100</cx:pt>
          <cx:pt idx="7059">17100</cx:pt>
          <cx:pt idx="7060">17100</cx:pt>
          <cx:pt idx="7061">17100</cx:pt>
          <cx:pt idx="7062">17100</cx:pt>
          <cx:pt idx="7063">17100</cx:pt>
          <cx:pt idx="7064">17100</cx:pt>
          <cx:pt idx="7065">17200</cx:pt>
          <cx:pt idx="7066">17200</cx:pt>
          <cx:pt idx="7067">17200</cx:pt>
          <cx:pt idx="7068">17200</cx:pt>
          <cx:pt idx="7069">17200</cx:pt>
          <cx:pt idx="7070">17230</cx:pt>
          <cx:pt idx="7071">17300</cx:pt>
          <cx:pt idx="7072">17300</cx:pt>
          <cx:pt idx="7073">17300</cx:pt>
          <cx:pt idx="7074">17300</cx:pt>
          <cx:pt idx="7075">17300</cx:pt>
          <cx:pt idx="7076">17300</cx:pt>
          <cx:pt idx="7077">17300</cx:pt>
          <cx:pt idx="7078">17300</cx:pt>
          <cx:pt idx="7079">17300</cx:pt>
          <cx:pt idx="7080">17300</cx:pt>
          <cx:pt idx="7081">17400</cx:pt>
          <cx:pt idx="7082">17400</cx:pt>
          <cx:pt idx="7083">17400</cx:pt>
          <cx:pt idx="7084">17400</cx:pt>
          <cx:pt idx="7085">17400</cx:pt>
          <cx:pt idx="7086">17400</cx:pt>
          <cx:pt idx="7087">17400</cx:pt>
          <cx:pt idx="7088">17400</cx:pt>
          <cx:pt idx="7089">17400</cx:pt>
          <cx:pt idx="7090">17400</cx:pt>
          <cx:pt idx="7091">17400</cx:pt>
          <cx:pt idx="7092">17400</cx:pt>
          <cx:pt idx="7093">17400</cx:pt>
          <cx:pt idx="7094">17440</cx:pt>
          <cx:pt idx="7095">17500</cx:pt>
          <cx:pt idx="7096">17500</cx:pt>
          <cx:pt idx="7097">17500</cx:pt>
          <cx:pt idx="7098">17500</cx:pt>
          <cx:pt idx="7099">17500</cx:pt>
          <cx:pt idx="7100">17500</cx:pt>
          <cx:pt idx="7101">17500</cx:pt>
          <cx:pt idx="7102">17500</cx:pt>
          <cx:pt idx="7103">17500</cx:pt>
          <cx:pt idx="7104">17500</cx:pt>
          <cx:pt idx="7105">17500</cx:pt>
          <cx:pt idx="7106">17500</cx:pt>
          <cx:pt idx="7107">17500</cx:pt>
          <cx:pt idx="7108">17500</cx:pt>
          <cx:pt idx="7109">17500</cx:pt>
          <cx:pt idx="7110">17500</cx:pt>
          <cx:pt idx="7111">17600</cx:pt>
          <cx:pt idx="7112">17600</cx:pt>
          <cx:pt idx="7113">17600</cx:pt>
          <cx:pt idx="7114">17600</cx:pt>
          <cx:pt idx="7115">17600</cx:pt>
          <cx:pt idx="7116">17600</cx:pt>
          <cx:pt idx="7117">17700</cx:pt>
          <cx:pt idx="7118">17700</cx:pt>
          <cx:pt idx="7119">17700</cx:pt>
          <cx:pt idx="7120">17700</cx:pt>
          <cx:pt idx="7121">17700</cx:pt>
          <cx:pt idx="7122">17700</cx:pt>
          <cx:pt idx="7123">17700</cx:pt>
          <cx:pt idx="7124">17700</cx:pt>
          <cx:pt idx="7125">17700</cx:pt>
          <cx:pt idx="7126">17800</cx:pt>
          <cx:pt idx="7127">17800</cx:pt>
          <cx:pt idx="7128">17800</cx:pt>
          <cx:pt idx="7129">17800</cx:pt>
          <cx:pt idx="7130">17800</cx:pt>
          <cx:pt idx="7131">17800</cx:pt>
          <cx:pt idx="7132">17800</cx:pt>
          <cx:pt idx="7133">17820</cx:pt>
          <cx:pt idx="7134">17850</cx:pt>
          <cx:pt idx="7135">17900</cx:pt>
          <cx:pt idx="7136">17900</cx:pt>
          <cx:pt idx="7137">17900</cx:pt>
          <cx:pt idx="7138">17900</cx:pt>
          <cx:pt idx="7139">17900</cx:pt>
          <cx:pt idx="7140">17900</cx:pt>
          <cx:pt idx="7141">17900</cx:pt>
          <cx:pt idx="7142">17960</cx:pt>
          <cx:pt idx="7143">17980</cx:pt>
          <cx:pt idx="7144">18000</cx:pt>
          <cx:pt idx="7145">18000</cx:pt>
          <cx:pt idx="7146">18000</cx:pt>
          <cx:pt idx="7147">18000</cx:pt>
          <cx:pt idx="7148">18000</cx:pt>
          <cx:pt idx="7149">18000</cx:pt>
          <cx:pt idx="7150">18000</cx:pt>
          <cx:pt idx="7151">18000</cx:pt>
          <cx:pt idx="7152">18000</cx:pt>
          <cx:pt idx="7153">18000</cx:pt>
          <cx:pt idx="7154">18000</cx:pt>
          <cx:pt idx="7155">18000</cx:pt>
          <cx:pt idx="7156">18000</cx:pt>
          <cx:pt idx="7157">18000</cx:pt>
          <cx:pt idx="7158">18000</cx:pt>
          <cx:pt idx="7159">18000</cx:pt>
          <cx:pt idx="7160">18000</cx:pt>
          <cx:pt idx="7161">18000</cx:pt>
          <cx:pt idx="7162">18000</cx:pt>
          <cx:pt idx="7163">18000</cx:pt>
          <cx:pt idx="7164">18000</cx:pt>
          <cx:pt idx="7165">18000</cx:pt>
          <cx:pt idx="7166">18000</cx:pt>
          <cx:pt idx="7167">18000</cx:pt>
          <cx:pt idx="7168">18000</cx:pt>
          <cx:pt idx="7169">18000</cx:pt>
          <cx:pt idx="7170">18000</cx:pt>
          <cx:pt idx="7171">18000</cx:pt>
          <cx:pt idx="7172">18000</cx:pt>
          <cx:pt idx="7173">18000</cx:pt>
          <cx:pt idx="7174">18000</cx:pt>
          <cx:pt idx="7175">18000</cx:pt>
          <cx:pt idx="7176">18000</cx:pt>
          <cx:pt idx="7177">18000</cx:pt>
          <cx:pt idx="7178">18000</cx:pt>
          <cx:pt idx="7179">18000</cx:pt>
          <cx:pt idx="7180">18000</cx:pt>
          <cx:pt idx="7181">18000</cx:pt>
          <cx:pt idx="7182">18000</cx:pt>
          <cx:pt idx="7183">18000</cx:pt>
          <cx:pt idx="7184">18000</cx:pt>
          <cx:pt idx="7185">18000</cx:pt>
          <cx:pt idx="7186">18000</cx:pt>
          <cx:pt idx="7187">18000</cx:pt>
          <cx:pt idx="7188">18000</cx:pt>
          <cx:pt idx="7189">18000</cx:pt>
          <cx:pt idx="7190">18000</cx:pt>
          <cx:pt idx="7191">18000</cx:pt>
          <cx:pt idx="7192">18000</cx:pt>
          <cx:pt idx="7193">18000</cx:pt>
          <cx:pt idx="7194">18000</cx:pt>
          <cx:pt idx="7195">18000</cx:pt>
          <cx:pt idx="7196">18000</cx:pt>
          <cx:pt idx="7197">18000</cx:pt>
          <cx:pt idx="7198">18000</cx:pt>
          <cx:pt idx="7199">18000</cx:pt>
          <cx:pt idx="7200">18000</cx:pt>
          <cx:pt idx="7201">18000</cx:pt>
          <cx:pt idx="7202">18000</cx:pt>
          <cx:pt idx="7203">18000</cx:pt>
          <cx:pt idx="7204">18000</cx:pt>
          <cx:pt idx="7205">18000</cx:pt>
          <cx:pt idx="7206">18000</cx:pt>
          <cx:pt idx="7207">18000</cx:pt>
          <cx:pt idx="7208">18000</cx:pt>
          <cx:pt idx="7209">18000</cx:pt>
          <cx:pt idx="7210">18000</cx:pt>
          <cx:pt idx="7211">18000</cx:pt>
          <cx:pt idx="7212">18000</cx:pt>
          <cx:pt idx="7213">18000</cx:pt>
          <cx:pt idx="7214">18000</cx:pt>
          <cx:pt idx="7215">18000</cx:pt>
          <cx:pt idx="7216">18000</cx:pt>
          <cx:pt idx="7217">18000</cx:pt>
          <cx:pt idx="7218">18000</cx:pt>
          <cx:pt idx="7219">18000</cx:pt>
          <cx:pt idx="7220">18000</cx:pt>
          <cx:pt idx="7221">18000</cx:pt>
          <cx:pt idx="7222">18000</cx:pt>
          <cx:pt idx="7223">18000</cx:pt>
          <cx:pt idx="7224">18000</cx:pt>
          <cx:pt idx="7225">18000</cx:pt>
          <cx:pt idx="7226">18000</cx:pt>
          <cx:pt idx="7227">18000</cx:pt>
          <cx:pt idx="7228">18000</cx:pt>
          <cx:pt idx="7229">18000</cx:pt>
          <cx:pt idx="7230">18000</cx:pt>
          <cx:pt idx="7231">18000</cx:pt>
          <cx:pt idx="7232">18000</cx:pt>
          <cx:pt idx="7233">18000</cx:pt>
          <cx:pt idx="7234">18000</cx:pt>
          <cx:pt idx="7235">18000</cx:pt>
          <cx:pt idx="7236">18000</cx:pt>
          <cx:pt idx="7237">18000</cx:pt>
          <cx:pt idx="7238">18000</cx:pt>
          <cx:pt idx="7239">18000</cx:pt>
          <cx:pt idx="7240">18000</cx:pt>
          <cx:pt idx="7241">18000</cx:pt>
          <cx:pt idx="7242">18000</cx:pt>
          <cx:pt idx="7243">18000</cx:pt>
          <cx:pt idx="7244">18000</cx:pt>
          <cx:pt idx="7245">18000</cx:pt>
          <cx:pt idx="7246">18000</cx:pt>
          <cx:pt idx="7247">18000</cx:pt>
          <cx:pt idx="7248">18000</cx:pt>
          <cx:pt idx="7249">18000</cx:pt>
          <cx:pt idx="7250">18000</cx:pt>
          <cx:pt idx="7251">18000</cx:pt>
          <cx:pt idx="7252">18000</cx:pt>
          <cx:pt idx="7253">18000</cx:pt>
          <cx:pt idx="7254">18000</cx:pt>
          <cx:pt idx="7255">18000</cx:pt>
          <cx:pt idx="7256">18000</cx:pt>
          <cx:pt idx="7257">18000</cx:pt>
          <cx:pt idx="7258">18000</cx:pt>
          <cx:pt idx="7259">18000</cx:pt>
          <cx:pt idx="7260">18000</cx:pt>
          <cx:pt idx="7261">18000</cx:pt>
          <cx:pt idx="7262">18000</cx:pt>
          <cx:pt idx="7263">18000</cx:pt>
          <cx:pt idx="7264">18000</cx:pt>
          <cx:pt idx="7265">18000</cx:pt>
          <cx:pt idx="7266">18001</cx:pt>
          <cx:pt idx="7267">18001</cx:pt>
          <cx:pt idx="7268">18020</cx:pt>
          <cx:pt idx="7269">18050</cx:pt>
          <cx:pt idx="7270">18100</cx:pt>
          <cx:pt idx="7271">18100</cx:pt>
          <cx:pt idx="7272">18100</cx:pt>
          <cx:pt idx="7273">18100</cx:pt>
          <cx:pt idx="7274">18100</cx:pt>
          <cx:pt idx="7275">18100</cx:pt>
          <cx:pt idx="7276">18100</cx:pt>
          <cx:pt idx="7277">18120</cx:pt>
          <cx:pt idx="7278">18160</cx:pt>
          <cx:pt idx="7279">18200</cx:pt>
          <cx:pt idx="7280">18200</cx:pt>
          <cx:pt idx="7281">18200</cx:pt>
          <cx:pt idx="7282">18200</cx:pt>
          <cx:pt idx="7283">18200</cx:pt>
          <cx:pt idx="7284">18200</cx:pt>
          <cx:pt idx="7285">18200</cx:pt>
          <cx:pt idx="7286">18200</cx:pt>
          <cx:pt idx="7287">18200</cx:pt>
          <cx:pt idx="7288">18200</cx:pt>
          <cx:pt idx="7289">18200</cx:pt>
          <cx:pt idx="7290">18200</cx:pt>
          <cx:pt idx="7291">18200</cx:pt>
          <cx:pt idx="7292">18200</cx:pt>
          <cx:pt idx="7293">18200</cx:pt>
          <cx:pt idx="7294">18200</cx:pt>
          <cx:pt idx="7295">18300</cx:pt>
          <cx:pt idx="7296">18300</cx:pt>
          <cx:pt idx="7297">18300</cx:pt>
          <cx:pt idx="7298">18300</cx:pt>
          <cx:pt idx="7299">18300</cx:pt>
          <cx:pt idx="7300">18300</cx:pt>
          <cx:pt idx="7301">18300</cx:pt>
          <cx:pt idx="7302">18300</cx:pt>
          <cx:pt idx="7303">18300</cx:pt>
          <cx:pt idx="7304">18300</cx:pt>
          <cx:pt idx="7305">18350</cx:pt>
          <cx:pt idx="7306">18400</cx:pt>
          <cx:pt idx="7307">18400</cx:pt>
          <cx:pt idx="7308">18400</cx:pt>
          <cx:pt idx="7309">18400</cx:pt>
          <cx:pt idx="7310">18400</cx:pt>
          <cx:pt idx="7311">18400</cx:pt>
          <cx:pt idx="7312">18400</cx:pt>
          <cx:pt idx="7313">18400</cx:pt>
          <cx:pt idx="7314">18400</cx:pt>
          <cx:pt idx="7315">18400</cx:pt>
          <cx:pt idx="7316">18400</cx:pt>
          <cx:pt idx="7317">18400</cx:pt>
          <cx:pt idx="7318">18500</cx:pt>
          <cx:pt idx="7319">18500</cx:pt>
          <cx:pt idx="7320">18500</cx:pt>
          <cx:pt idx="7321">18500</cx:pt>
          <cx:pt idx="7322">18500</cx:pt>
          <cx:pt idx="7323">18500</cx:pt>
          <cx:pt idx="7324">18500</cx:pt>
          <cx:pt idx="7325">18500</cx:pt>
          <cx:pt idx="7326">18500</cx:pt>
          <cx:pt idx="7327">18500</cx:pt>
          <cx:pt idx="7328">18600</cx:pt>
          <cx:pt idx="7329">18600</cx:pt>
          <cx:pt idx="7330">18600</cx:pt>
          <cx:pt idx="7331">18600</cx:pt>
          <cx:pt idx="7332">18600</cx:pt>
          <cx:pt idx="7333">18600</cx:pt>
          <cx:pt idx="7334">18600</cx:pt>
          <cx:pt idx="7335">18600</cx:pt>
          <cx:pt idx="7336">18600</cx:pt>
          <cx:pt idx="7337">18700</cx:pt>
          <cx:pt idx="7338">18700</cx:pt>
          <cx:pt idx="7339">18700</cx:pt>
          <cx:pt idx="7340">18700</cx:pt>
          <cx:pt idx="7341">18700</cx:pt>
          <cx:pt idx="7342">18700</cx:pt>
          <cx:pt idx="7343">18700</cx:pt>
          <cx:pt idx="7344">18700</cx:pt>
          <cx:pt idx="7345">18700</cx:pt>
          <cx:pt idx="7346">18700</cx:pt>
          <cx:pt idx="7347">18700</cx:pt>
          <cx:pt idx="7348">18800</cx:pt>
          <cx:pt idx="7349">18800</cx:pt>
          <cx:pt idx="7350">18800</cx:pt>
          <cx:pt idx="7351">18800</cx:pt>
          <cx:pt idx="7352">18800</cx:pt>
          <cx:pt idx="7353">18800</cx:pt>
          <cx:pt idx="7354">18800</cx:pt>
          <cx:pt idx="7355">18800</cx:pt>
          <cx:pt idx="7356">18800</cx:pt>
          <cx:pt idx="7357">18800</cx:pt>
          <cx:pt idx="7358">18800</cx:pt>
          <cx:pt idx="7359">18800</cx:pt>
          <cx:pt idx="7360">18800</cx:pt>
          <cx:pt idx="7361">18900</cx:pt>
          <cx:pt idx="7362">18900</cx:pt>
          <cx:pt idx="7363">18900</cx:pt>
          <cx:pt idx="7364">18900</cx:pt>
          <cx:pt idx="7365">18900</cx:pt>
          <cx:pt idx="7366">18900</cx:pt>
          <cx:pt idx="7367">18900</cx:pt>
          <cx:pt idx="7368">19000</cx:pt>
          <cx:pt idx="7369">19000</cx:pt>
          <cx:pt idx="7370">19000</cx:pt>
          <cx:pt idx="7371">19000</cx:pt>
          <cx:pt idx="7372">19000</cx:pt>
          <cx:pt idx="7373">19000</cx:pt>
          <cx:pt idx="7374">19000</cx:pt>
          <cx:pt idx="7375">19000</cx:pt>
          <cx:pt idx="7376">19000</cx:pt>
          <cx:pt idx="7377">19000</cx:pt>
          <cx:pt idx="7378">19000</cx:pt>
          <cx:pt idx="7379">19000</cx:pt>
          <cx:pt idx="7380">19000</cx:pt>
          <cx:pt idx="7381">19000</cx:pt>
          <cx:pt idx="7382">19000</cx:pt>
          <cx:pt idx="7383">19000</cx:pt>
          <cx:pt idx="7384">19000</cx:pt>
          <cx:pt idx="7385">19000</cx:pt>
          <cx:pt idx="7386">19000</cx:pt>
          <cx:pt idx="7387">19000</cx:pt>
          <cx:pt idx="7388">19000</cx:pt>
          <cx:pt idx="7389">19000</cx:pt>
          <cx:pt idx="7390">19000</cx:pt>
          <cx:pt idx="7391">19000</cx:pt>
          <cx:pt idx="7392">19000</cx:pt>
          <cx:pt idx="7393">19000</cx:pt>
          <cx:pt idx="7394">19000</cx:pt>
          <cx:pt idx="7395">19000</cx:pt>
          <cx:pt idx="7396">19000</cx:pt>
          <cx:pt idx="7397">19000</cx:pt>
          <cx:pt idx="7398">19000</cx:pt>
          <cx:pt idx="7399">19000</cx:pt>
          <cx:pt idx="7400">19000</cx:pt>
          <cx:pt idx="7401">19000</cx:pt>
          <cx:pt idx="7402">19000</cx:pt>
          <cx:pt idx="7403">19000</cx:pt>
          <cx:pt idx="7404">19000</cx:pt>
          <cx:pt idx="7405">19000</cx:pt>
          <cx:pt idx="7406">19000</cx:pt>
          <cx:pt idx="7407">19000</cx:pt>
          <cx:pt idx="7408">19000</cx:pt>
          <cx:pt idx="7409">19000</cx:pt>
          <cx:pt idx="7410">19000</cx:pt>
          <cx:pt idx="7411">19000</cx:pt>
          <cx:pt idx="7412">19000</cx:pt>
          <cx:pt idx="7413">19000</cx:pt>
          <cx:pt idx="7414">19000</cx:pt>
          <cx:pt idx="7415">19000</cx:pt>
          <cx:pt idx="7416">19000</cx:pt>
          <cx:pt idx="7417">19000</cx:pt>
          <cx:pt idx="7418">19000</cx:pt>
          <cx:pt idx="7419">19000</cx:pt>
          <cx:pt idx="7420">19050</cx:pt>
          <cx:pt idx="7421">19100</cx:pt>
          <cx:pt idx="7422">19100</cx:pt>
          <cx:pt idx="7423">19100</cx:pt>
          <cx:pt idx="7424">19100</cx:pt>
          <cx:pt idx="7425">19100</cx:pt>
          <cx:pt idx="7426">19200</cx:pt>
          <cx:pt idx="7427">19200</cx:pt>
          <cx:pt idx="7428">19200</cx:pt>
          <cx:pt idx="7429">19200</cx:pt>
          <cx:pt idx="7430">19200</cx:pt>
          <cx:pt idx="7431">19200</cx:pt>
          <cx:pt idx="7432">19200</cx:pt>
          <cx:pt idx="7433">19200</cx:pt>
          <cx:pt idx="7434">19200</cx:pt>
          <cx:pt idx="7435">19200</cx:pt>
          <cx:pt idx="7436">19200</cx:pt>
          <cx:pt idx="7437">19200</cx:pt>
          <cx:pt idx="7438">19200</cx:pt>
          <cx:pt idx="7439">19200</cx:pt>
          <cx:pt idx="7440">19200</cx:pt>
          <cx:pt idx="7441">19200</cx:pt>
          <cx:pt idx="7442">19200</cx:pt>
          <cx:pt idx="7443">19200</cx:pt>
          <cx:pt idx="7444">19200</cx:pt>
          <cx:pt idx="7445">19200</cx:pt>
          <cx:pt idx="7446">19200</cx:pt>
          <cx:pt idx="7447">19200</cx:pt>
          <cx:pt idx="7448">19200</cx:pt>
          <cx:pt idx="7449">19300</cx:pt>
          <cx:pt idx="7450">19300</cx:pt>
          <cx:pt idx="7451">19300</cx:pt>
          <cx:pt idx="7452">19300</cx:pt>
          <cx:pt idx="7453">19300</cx:pt>
          <cx:pt idx="7454">19350</cx:pt>
          <cx:pt idx="7455">19350</cx:pt>
          <cx:pt idx="7456">19400</cx:pt>
          <cx:pt idx="7457">19400</cx:pt>
          <cx:pt idx="7458">19400</cx:pt>
          <cx:pt idx="7459">19400</cx:pt>
          <cx:pt idx="7460">19400</cx:pt>
          <cx:pt idx="7461">19400</cx:pt>
          <cx:pt idx="7462">19400</cx:pt>
          <cx:pt idx="7463">19450</cx:pt>
          <cx:pt idx="7464">19450</cx:pt>
          <cx:pt idx="7465">19500</cx:pt>
          <cx:pt idx="7466">19500</cx:pt>
          <cx:pt idx="7467">19500</cx:pt>
          <cx:pt idx="7468">19500</cx:pt>
          <cx:pt idx="7469">19500</cx:pt>
          <cx:pt idx="7470">19500</cx:pt>
          <cx:pt idx="7471">19500</cx:pt>
          <cx:pt idx="7472">19500</cx:pt>
          <cx:pt idx="7473">19500</cx:pt>
          <cx:pt idx="7474">19590</cx:pt>
          <cx:pt idx="7475">19600</cx:pt>
          <cx:pt idx="7476">19600</cx:pt>
          <cx:pt idx="7477">19600</cx:pt>
          <cx:pt idx="7478">19600</cx:pt>
          <cx:pt idx="7479">19650</cx:pt>
          <cx:pt idx="7480">19700</cx:pt>
          <cx:pt idx="7481">19700</cx:pt>
          <cx:pt idx="7482">19700</cx:pt>
          <cx:pt idx="7483">19700</cx:pt>
          <cx:pt idx="7484">19700</cx:pt>
          <cx:pt idx="7485">19700</cx:pt>
          <cx:pt idx="7486">19700</cx:pt>
          <cx:pt idx="7487">19800</cx:pt>
          <cx:pt idx="7488">19800</cx:pt>
          <cx:pt idx="7489">19800</cx:pt>
          <cx:pt idx="7490">19800</cx:pt>
          <cx:pt idx="7491">19800</cx:pt>
          <cx:pt idx="7492">19800</cx:pt>
          <cx:pt idx="7493">19800</cx:pt>
          <cx:pt idx="7494">19900</cx:pt>
          <cx:pt idx="7495">19900</cx:pt>
          <cx:pt idx="7496">19900</cx:pt>
          <cx:pt idx="7497">19900</cx:pt>
          <cx:pt idx="7498">19900</cx:pt>
          <cx:pt idx="7499">19900</cx:pt>
          <cx:pt idx="7500">20000</cx:pt>
          <cx:pt idx="7501">20000</cx:pt>
          <cx:pt idx="7502">20000</cx:pt>
          <cx:pt idx="7503">20000</cx:pt>
          <cx:pt idx="7504">20000</cx:pt>
          <cx:pt idx="7505">20000</cx:pt>
          <cx:pt idx="7506">20000</cx:pt>
          <cx:pt idx="7507">20000</cx:pt>
          <cx:pt idx="7508">20000</cx:pt>
          <cx:pt idx="7509">20000</cx:pt>
          <cx:pt idx="7510">20000</cx:pt>
          <cx:pt idx="7511">20000</cx:pt>
          <cx:pt idx="7512">20000</cx:pt>
          <cx:pt idx="7513">20000</cx:pt>
          <cx:pt idx="7514">20000</cx:pt>
          <cx:pt idx="7515">20000</cx:pt>
          <cx:pt idx="7516">20000</cx:pt>
          <cx:pt idx="7517">20000</cx:pt>
          <cx:pt idx="7518">20000</cx:pt>
          <cx:pt idx="7519">20000</cx:pt>
          <cx:pt idx="7520">20000</cx:pt>
          <cx:pt idx="7521">20000</cx:pt>
          <cx:pt idx="7522">20000</cx:pt>
          <cx:pt idx="7523">20000</cx:pt>
          <cx:pt idx="7524">20000</cx:pt>
          <cx:pt idx="7525">20000</cx:pt>
          <cx:pt idx="7526">20000</cx:pt>
          <cx:pt idx="7527">20000</cx:pt>
          <cx:pt idx="7528">20000</cx:pt>
          <cx:pt idx="7529">20000</cx:pt>
          <cx:pt idx="7530">20000</cx:pt>
          <cx:pt idx="7531">20000</cx:pt>
          <cx:pt idx="7532">20000</cx:pt>
          <cx:pt idx="7533">20000</cx:pt>
          <cx:pt idx="7534">20000</cx:pt>
          <cx:pt idx="7535">20000</cx:pt>
          <cx:pt idx="7536">20000</cx:pt>
          <cx:pt idx="7537">20000</cx:pt>
          <cx:pt idx="7538">20000</cx:pt>
          <cx:pt idx="7539">20000</cx:pt>
          <cx:pt idx="7540">20000</cx:pt>
          <cx:pt idx="7541">20000</cx:pt>
          <cx:pt idx="7542">20000</cx:pt>
          <cx:pt idx="7543">20000</cx:pt>
          <cx:pt idx="7544">20000</cx:pt>
          <cx:pt idx="7545">20000</cx:pt>
          <cx:pt idx="7546">20000</cx:pt>
          <cx:pt idx="7547">20000</cx:pt>
          <cx:pt idx="7548">20000</cx:pt>
          <cx:pt idx="7549">20000</cx:pt>
          <cx:pt idx="7550">20000</cx:pt>
          <cx:pt idx="7551">20000</cx:pt>
          <cx:pt idx="7552">20000</cx:pt>
          <cx:pt idx="7553">20000</cx:pt>
          <cx:pt idx="7554">20000</cx:pt>
          <cx:pt idx="7555">20000</cx:pt>
          <cx:pt idx="7556">20000</cx:pt>
          <cx:pt idx="7557">20000</cx:pt>
          <cx:pt idx="7558">20000</cx:pt>
          <cx:pt idx="7559">20000</cx:pt>
          <cx:pt idx="7560">20000</cx:pt>
          <cx:pt idx="7561">20000</cx:pt>
          <cx:pt idx="7562">20000</cx:pt>
          <cx:pt idx="7563">20000</cx:pt>
          <cx:pt idx="7564">20000</cx:pt>
          <cx:pt idx="7565">20000</cx:pt>
          <cx:pt idx="7566">20000</cx:pt>
          <cx:pt idx="7567">20000</cx:pt>
          <cx:pt idx="7568">20000</cx:pt>
          <cx:pt idx="7569">20000</cx:pt>
          <cx:pt idx="7570">20000</cx:pt>
          <cx:pt idx="7571">20000</cx:pt>
          <cx:pt idx="7572">20000</cx:pt>
          <cx:pt idx="7573">20000</cx:pt>
          <cx:pt idx="7574">20000</cx:pt>
          <cx:pt idx="7575">20000</cx:pt>
          <cx:pt idx="7576">20000</cx:pt>
          <cx:pt idx="7577">20000</cx:pt>
          <cx:pt idx="7578">20000</cx:pt>
          <cx:pt idx="7579">20000</cx:pt>
          <cx:pt idx="7580">20000</cx:pt>
          <cx:pt idx="7581">20000</cx:pt>
          <cx:pt idx="7582">20000</cx:pt>
          <cx:pt idx="7583">20000</cx:pt>
          <cx:pt idx="7584">20000</cx:pt>
          <cx:pt idx="7585">20000</cx:pt>
          <cx:pt idx="7586">20000</cx:pt>
          <cx:pt idx="7587">20000</cx:pt>
          <cx:pt idx="7588">20000</cx:pt>
          <cx:pt idx="7589">20000</cx:pt>
          <cx:pt idx="7590">20000</cx:pt>
          <cx:pt idx="7591">20000</cx:pt>
          <cx:pt idx="7592">20000</cx:pt>
          <cx:pt idx="7593">20000</cx:pt>
          <cx:pt idx="7594">20000</cx:pt>
          <cx:pt idx="7595">20000</cx:pt>
          <cx:pt idx="7596">20000</cx:pt>
          <cx:pt idx="7597">20000</cx:pt>
          <cx:pt idx="7598">20000</cx:pt>
          <cx:pt idx="7599">20000</cx:pt>
          <cx:pt idx="7600">20000</cx:pt>
          <cx:pt idx="7601">20000</cx:pt>
          <cx:pt idx="7602">20000</cx:pt>
          <cx:pt idx="7603">20000</cx:pt>
          <cx:pt idx="7604">20000</cx:pt>
          <cx:pt idx="7605">20000</cx:pt>
          <cx:pt idx="7606">20000</cx:pt>
          <cx:pt idx="7607">20000</cx:pt>
          <cx:pt idx="7608">20000</cx:pt>
          <cx:pt idx="7609">20000</cx:pt>
          <cx:pt idx="7610">20000</cx:pt>
          <cx:pt idx="7611">20000</cx:pt>
          <cx:pt idx="7612">20000</cx:pt>
          <cx:pt idx="7613">20000</cx:pt>
          <cx:pt idx="7614">20000</cx:pt>
          <cx:pt idx="7615">20000</cx:pt>
          <cx:pt idx="7616">20000</cx:pt>
          <cx:pt idx="7617">20000</cx:pt>
          <cx:pt idx="7618">20000</cx:pt>
          <cx:pt idx="7619">20000</cx:pt>
          <cx:pt idx="7620">20000</cx:pt>
          <cx:pt idx="7621">20000</cx:pt>
          <cx:pt idx="7622">20000</cx:pt>
          <cx:pt idx="7623">20000</cx:pt>
          <cx:pt idx="7624">20000</cx:pt>
          <cx:pt idx="7625">20000</cx:pt>
          <cx:pt idx="7626">20000</cx:pt>
          <cx:pt idx="7627">20000</cx:pt>
          <cx:pt idx="7628">20000</cx:pt>
          <cx:pt idx="7629">20000</cx:pt>
          <cx:pt idx="7630">20000</cx:pt>
          <cx:pt idx="7631">20000</cx:pt>
          <cx:pt idx="7632">20000</cx:pt>
          <cx:pt idx="7633">20000</cx:pt>
          <cx:pt idx="7634">20000</cx:pt>
          <cx:pt idx="7635">20000</cx:pt>
          <cx:pt idx="7636">20000</cx:pt>
          <cx:pt idx="7637">20000</cx:pt>
          <cx:pt idx="7638">20000</cx:pt>
          <cx:pt idx="7639">20000</cx:pt>
          <cx:pt idx="7640">20000</cx:pt>
          <cx:pt idx="7641">20000</cx:pt>
          <cx:pt idx="7642">20000</cx:pt>
          <cx:pt idx="7643">20000</cx:pt>
          <cx:pt idx="7644">20000</cx:pt>
          <cx:pt idx="7645">20000</cx:pt>
          <cx:pt idx="7646">20000</cx:pt>
          <cx:pt idx="7647">20000</cx:pt>
          <cx:pt idx="7648">20000</cx:pt>
          <cx:pt idx="7649">20000</cx:pt>
          <cx:pt idx="7650">20000</cx:pt>
          <cx:pt idx="7651">20000</cx:pt>
          <cx:pt idx="7652">20000</cx:pt>
          <cx:pt idx="7653">20000</cx:pt>
          <cx:pt idx="7654">20000</cx:pt>
          <cx:pt idx="7655">20000</cx:pt>
          <cx:pt idx="7656">20000</cx:pt>
          <cx:pt idx="7657">20000</cx:pt>
          <cx:pt idx="7658">20000</cx:pt>
          <cx:pt idx="7659">20000</cx:pt>
          <cx:pt idx="7660">20000</cx:pt>
          <cx:pt idx="7661">20000</cx:pt>
          <cx:pt idx="7662">20000</cx:pt>
          <cx:pt idx="7663">20000</cx:pt>
          <cx:pt idx="7664">20000</cx:pt>
          <cx:pt idx="7665">20000</cx:pt>
          <cx:pt idx="7666">20000</cx:pt>
          <cx:pt idx="7667">20000</cx:pt>
          <cx:pt idx="7668">20000</cx:pt>
          <cx:pt idx="7669">20000</cx:pt>
          <cx:pt idx="7670">20000</cx:pt>
          <cx:pt idx="7671">20000</cx:pt>
          <cx:pt idx="7672">20000</cx:pt>
          <cx:pt idx="7673">20000</cx:pt>
          <cx:pt idx="7674">20000</cx:pt>
          <cx:pt idx="7675">20000</cx:pt>
          <cx:pt idx="7676">20000</cx:pt>
          <cx:pt idx="7677">20000</cx:pt>
          <cx:pt idx="7678">20000</cx:pt>
          <cx:pt idx="7679">20000</cx:pt>
          <cx:pt idx="7680">20000</cx:pt>
          <cx:pt idx="7681">20000</cx:pt>
          <cx:pt idx="7682">20000</cx:pt>
          <cx:pt idx="7683">20000</cx:pt>
          <cx:pt idx="7684">20000</cx:pt>
          <cx:pt idx="7685">20000</cx:pt>
          <cx:pt idx="7686">20000</cx:pt>
          <cx:pt idx="7687">20000</cx:pt>
          <cx:pt idx="7688">20000</cx:pt>
          <cx:pt idx="7689">20000</cx:pt>
          <cx:pt idx="7690">20000</cx:pt>
          <cx:pt idx="7691">20000</cx:pt>
          <cx:pt idx="7692">20000</cx:pt>
          <cx:pt idx="7693">20000</cx:pt>
          <cx:pt idx="7694">20000</cx:pt>
          <cx:pt idx="7695">20000</cx:pt>
          <cx:pt idx="7696">20000</cx:pt>
          <cx:pt idx="7697">20000</cx:pt>
          <cx:pt idx="7698">20000</cx:pt>
          <cx:pt idx="7699">20000</cx:pt>
          <cx:pt idx="7700">20000</cx:pt>
          <cx:pt idx="7701">20000</cx:pt>
          <cx:pt idx="7702">20000</cx:pt>
          <cx:pt idx="7703">20000</cx:pt>
          <cx:pt idx="7704">20000</cx:pt>
          <cx:pt idx="7705">20000</cx:pt>
          <cx:pt idx="7706">20000</cx:pt>
          <cx:pt idx="7707">20000</cx:pt>
          <cx:pt idx="7708">20000</cx:pt>
          <cx:pt idx="7709">20000</cx:pt>
          <cx:pt idx="7710">20000</cx:pt>
          <cx:pt idx="7711">20000</cx:pt>
          <cx:pt idx="7712">20000</cx:pt>
          <cx:pt idx="7713">20000</cx:pt>
          <cx:pt idx="7714">20000</cx:pt>
          <cx:pt idx="7715">20000</cx:pt>
          <cx:pt idx="7716">20000</cx:pt>
          <cx:pt idx="7717">20000</cx:pt>
          <cx:pt idx="7718">20000</cx:pt>
          <cx:pt idx="7719">20000</cx:pt>
          <cx:pt idx="7720">20000</cx:pt>
          <cx:pt idx="7721">20000</cx:pt>
          <cx:pt idx="7722">20000</cx:pt>
          <cx:pt idx="7723">20000</cx:pt>
          <cx:pt idx="7724">20000</cx:pt>
          <cx:pt idx="7725">20000</cx:pt>
          <cx:pt idx="7726">20000</cx:pt>
          <cx:pt idx="7727">20000</cx:pt>
          <cx:pt idx="7728">20000</cx:pt>
          <cx:pt idx="7729">20000</cx:pt>
          <cx:pt idx="7730">20000</cx:pt>
          <cx:pt idx="7731">20000</cx:pt>
          <cx:pt idx="7732">20000</cx:pt>
          <cx:pt idx="7733">20000</cx:pt>
          <cx:pt idx="7734">20000</cx:pt>
          <cx:pt idx="7735">20000</cx:pt>
          <cx:pt idx="7736">20000</cx:pt>
          <cx:pt idx="7737">20000</cx:pt>
          <cx:pt idx="7738">20000</cx:pt>
          <cx:pt idx="7739">20000</cx:pt>
          <cx:pt idx="7740">20000</cx:pt>
          <cx:pt idx="7741">20000</cx:pt>
          <cx:pt idx="7742">20000</cx:pt>
          <cx:pt idx="7743">20000</cx:pt>
          <cx:pt idx="7744">20000</cx:pt>
          <cx:pt idx="7745">20000</cx:pt>
          <cx:pt idx="7746">20000</cx:pt>
          <cx:pt idx="7747">20002</cx:pt>
          <cx:pt idx="7748">20100</cx:pt>
          <cx:pt idx="7749">20100</cx:pt>
          <cx:pt idx="7750">20100</cx:pt>
          <cx:pt idx="7751">20100</cx:pt>
          <cx:pt idx="7752">20160</cx:pt>
          <cx:pt idx="7753">20200</cx:pt>
          <cx:pt idx="7754">20200</cx:pt>
          <cx:pt idx="7755">20200</cx:pt>
          <cx:pt idx="7756">20200</cx:pt>
          <cx:pt idx="7757">20200</cx:pt>
          <cx:pt idx="7758">20200</cx:pt>
          <cx:pt idx="7759">20200</cx:pt>
          <cx:pt idx="7760">20200</cx:pt>
          <cx:pt idx="7761">20200</cx:pt>
          <cx:pt idx="7762">20260</cx:pt>
          <cx:pt idx="7763">20300</cx:pt>
          <cx:pt idx="7764">20300</cx:pt>
          <cx:pt idx="7765">20300</cx:pt>
          <cx:pt idx="7766">20300</cx:pt>
          <cx:pt idx="7767">20300</cx:pt>
          <cx:pt idx="7768">20300</cx:pt>
          <cx:pt idx="7769">20300</cx:pt>
          <cx:pt idx="7770">20340</cx:pt>
          <cx:pt idx="7771">20400</cx:pt>
          <cx:pt idx="7772">20400</cx:pt>
          <cx:pt idx="7773">20400</cx:pt>
          <cx:pt idx="7774">20400</cx:pt>
          <cx:pt idx="7775">20400</cx:pt>
          <cx:pt idx="7776">20400</cx:pt>
          <cx:pt idx="7777">20400</cx:pt>
          <cx:pt idx="7778">20400</cx:pt>
          <cx:pt idx="7779">20400</cx:pt>
          <cx:pt idx="7780">20500</cx:pt>
          <cx:pt idx="7781">20500</cx:pt>
          <cx:pt idx="7782">20500</cx:pt>
          <cx:pt idx="7783">20500</cx:pt>
          <cx:pt idx="7784">20500</cx:pt>
          <cx:pt idx="7785">20500</cx:pt>
          <cx:pt idx="7786">20500</cx:pt>
          <cx:pt idx="7787">20500</cx:pt>
          <cx:pt idx="7788">20550</cx:pt>
          <cx:pt idx="7789">20580</cx:pt>
          <cx:pt idx="7790">20600</cx:pt>
          <cx:pt idx="7791">20600</cx:pt>
          <cx:pt idx="7792">20600</cx:pt>
          <cx:pt idx="7793">20600</cx:pt>
          <cx:pt idx="7794">20600</cx:pt>
          <cx:pt idx="7795">20600</cx:pt>
          <cx:pt idx="7796">20670</cx:pt>
          <cx:pt idx="7797">20700</cx:pt>
          <cx:pt idx="7798">20700</cx:pt>
          <cx:pt idx="7799">20700</cx:pt>
          <cx:pt idx="7800">20700</cx:pt>
          <cx:pt idx="7801">20700</cx:pt>
          <cx:pt idx="7802">20700</cx:pt>
          <cx:pt idx="7803">20720</cx:pt>
          <cx:pt idx="7804">20730</cx:pt>
          <cx:pt idx="7805">20800</cx:pt>
          <cx:pt idx="7806">20800</cx:pt>
          <cx:pt idx="7807">20800</cx:pt>
          <cx:pt idx="7808">20800</cx:pt>
          <cx:pt idx="7809">20800</cx:pt>
          <cx:pt idx="7810">20800</cx:pt>
          <cx:pt idx="7811">20800</cx:pt>
          <cx:pt idx="7812">20800</cx:pt>
          <cx:pt idx="7813">20800</cx:pt>
          <cx:pt idx="7814">20800</cx:pt>
          <cx:pt idx="7815">20800</cx:pt>
          <cx:pt idx="7816">20800</cx:pt>
          <cx:pt idx="7817">20900</cx:pt>
          <cx:pt idx="7818">20900</cx:pt>
          <cx:pt idx="7819">20900</cx:pt>
          <cx:pt idx="7820">20900</cx:pt>
          <cx:pt idx="7821">20920</cx:pt>
          <cx:pt idx="7822">20930</cx:pt>
          <cx:pt idx="7823">21000</cx:pt>
          <cx:pt idx="7824">21000</cx:pt>
          <cx:pt idx="7825">21000</cx:pt>
          <cx:pt idx="7826">21000</cx:pt>
          <cx:pt idx="7827">21000</cx:pt>
          <cx:pt idx="7828">21000</cx:pt>
          <cx:pt idx="7829">21000</cx:pt>
          <cx:pt idx="7830">21000</cx:pt>
          <cx:pt idx="7831">21000</cx:pt>
          <cx:pt idx="7832">21000</cx:pt>
          <cx:pt idx="7833">21000</cx:pt>
          <cx:pt idx="7834">21000</cx:pt>
          <cx:pt idx="7835">21000</cx:pt>
          <cx:pt idx="7836">21000</cx:pt>
          <cx:pt idx="7837">21000</cx:pt>
          <cx:pt idx="7838">21000</cx:pt>
          <cx:pt idx="7839">21000</cx:pt>
          <cx:pt idx="7840">21000</cx:pt>
          <cx:pt idx="7841">21000</cx:pt>
          <cx:pt idx="7842">21000</cx:pt>
          <cx:pt idx="7843">21000</cx:pt>
          <cx:pt idx="7844">21000</cx:pt>
          <cx:pt idx="7845">21000</cx:pt>
          <cx:pt idx="7846">21000</cx:pt>
          <cx:pt idx="7847">21000</cx:pt>
          <cx:pt idx="7848">21000</cx:pt>
          <cx:pt idx="7849">21000</cx:pt>
          <cx:pt idx="7850">21000</cx:pt>
          <cx:pt idx="7851">21000</cx:pt>
          <cx:pt idx="7852">21000</cx:pt>
          <cx:pt idx="7853">21000</cx:pt>
          <cx:pt idx="7854">21000</cx:pt>
          <cx:pt idx="7855">21000</cx:pt>
          <cx:pt idx="7856">21000</cx:pt>
          <cx:pt idx="7857">21000</cx:pt>
          <cx:pt idx="7858">21000</cx:pt>
          <cx:pt idx="7859">21000</cx:pt>
          <cx:pt idx="7860">21000</cx:pt>
          <cx:pt idx="7861">21000</cx:pt>
          <cx:pt idx="7862">21000</cx:pt>
          <cx:pt idx="7863">21000</cx:pt>
          <cx:pt idx="7864">21000</cx:pt>
          <cx:pt idx="7865">21000</cx:pt>
          <cx:pt idx="7866">21000</cx:pt>
          <cx:pt idx="7867">21000</cx:pt>
          <cx:pt idx="7868">21000</cx:pt>
          <cx:pt idx="7869">21000</cx:pt>
          <cx:pt idx="7870">21000</cx:pt>
          <cx:pt idx="7871">21000</cx:pt>
          <cx:pt idx="7872">21000</cx:pt>
          <cx:pt idx="7873">21000</cx:pt>
          <cx:pt idx="7874">21000</cx:pt>
          <cx:pt idx="7875">21000</cx:pt>
          <cx:pt idx="7876">21000</cx:pt>
          <cx:pt idx="7877">21000</cx:pt>
          <cx:pt idx="7878">21000</cx:pt>
          <cx:pt idx="7879">21000</cx:pt>
          <cx:pt idx="7880">21000</cx:pt>
          <cx:pt idx="7881">21000</cx:pt>
          <cx:pt idx="7882">21010</cx:pt>
          <cx:pt idx="7883">21050</cx:pt>
          <cx:pt idx="7884">21100</cx:pt>
          <cx:pt idx="7885">21100</cx:pt>
          <cx:pt idx="7886">21200</cx:pt>
          <cx:pt idx="7887">21200</cx:pt>
          <cx:pt idx="7888">21200</cx:pt>
          <cx:pt idx="7889">21200</cx:pt>
          <cx:pt idx="7890">21200</cx:pt>
          <cx:pt idx="7891">21200</cx:pt>
          <cx:pt idx="7892">21300</cx:pt>
          <cx:pt idx="7893">21300</cx:pt>
          <cx:pt idx="7894">21300</cx:pt>
          <cx:pt idx="7895">21300</cx:pt>
          <cx:pt idx="7896">21300</cx:pt>
          <cx:pt idx="7897">21300</cx:pt>
          <cx:pt idx="7898">21300</cx:pt>
          <cx:pt idx="7899">21300</cx:pt>
          <cx:pt idx="7900">21300</cx:pt>
          <cx:pt idx="7901">21300</cx:pt>
          <cx:pt idx="7902">21300</cx:pt>
          <cx:pt idx="7903">21400</cx:pt>
          <cx:pt idx="7904">21400</cx:pt>
          <cx:pt idx="7905">21400</cx:pt>
          <cx:pt idx="7906">21400</cx:pt>
          <cx:pt idx="7907">21400</cx:pt>
          <cx:pt idx="7908">21400</cx:pt>
          <cx:pt idx="7909">21400</cx:pt>
          <cx:pt idx="7910">21400</cx:pt>
          <cx:pt idx="7911">21500</cx:pt>
          <cx:pt idx="7912">21500</cx:pt>
          <cx:pt idx="7913">21600</cx:pt>
          <cx:pt idx="7914">21600</cx:pt>
          <cx:pt idx="7915">21600</cx:pt>
          <cx:pt idx="7916">21600</cx:pt>
          <cx:pt idx="7917">21600</cx:pt>
          <cx:pt idx="7918">21600</cx:pt>
          <cx:pt idx="7919">21600</cx:pt>
          <cx:pt idx="7920">21600</cx:pt>
          <cx:pt idx="7921">21600</cx:pt>
          <cx:pt idx="7922">21600</cx:pt>
          <cx:pt idx="7923">21600</cx:pt>
          <cx:pt idx="7924">21600</cx:pt>
          <cx:pt idx="7925">21600</cx:pt>
          <cx:pt idx="7926">21600</cx:pt>
          <cx:pt idx="7927">21600</cx:pt>
          <cx:pt idx="7928">21600</cx:pt>
          <cx:pt idx="7929">21600</cx:pt>
          <cx:pt idx="7930">21600</cx:pt>
          <cx:pt idx="7931">21600</cx:pt>
          <cx:pt idx="7932">21700</cx:pt>
          <cx:pt idx="7933">21700</cx:pt>
          <cx:pt idx="7934">21700</cx:pt>
          <cx:pt idx="7935">21700</cx:pt>
          <cx:pt idx="7936">21700</cx:pt>
          <cx:pt idx="7937">21700</cx:pt>
          <cx:pt idx="7938">21700</cx:pt>
          <cx:pt idx="7939">21700</cx:pt>
          <cx:pt idx="7940">21700</cx:pt>
          <cx:pt idx="7941">21700</cx:pt>
          <cx:pt idx="7942">21730</cx:pt>
          <cx:pt idx="7943">21800</cx:pt>
          <cx:pt idx="7944">21800</cx:pt>
          <cx:pt idx="7945">21800</cx:pt>
          <cx:pt idx="7946">21800</cx:pt>
          <cx:pt idx="7947">21800</cx:pt>
          <cx:pt idx="7948">21800</cx:pt>
          <cx:pt idx="7949">21800</cx:pt>
          <cx:pt idx="7950">21800</cx:pt>
          <cx:pt idx="7951">21800</cx:pt>
          <cx:pt idx="7952">21900</cx:pt>
          <cx:pt idx="7953">21900</cx:pt>
          <cx:pt idx="7954">21900</cx:pt>
          <cx:pt idx="7955">21900</cx:pt>
          <cx:pt idx="7956">21900</cx:pt>
          <cx:pt idx="7957">21900</cx:pt>
          <cx:pt idx="7958">22000</cx:pt>
          <cx:pt idx="7959">22000</cx:pt>
          <cx:pt idx="7960">22000</cx:pt>
          <cx:pt idx="7961">22000</cx:pt>
          <cx:pt idx="7962">22000</cx:pt>
          <cx:pt idx="7963">22000</cx:pt>
          <cx:pt idx="7964">22000</cx:pt>
          <cx:pt idx="7965">22000</cx:pt>
          <cx:pt idx="7966">22000</cx:pt>
          <cx:pt idx="7967">22000</cx:pt>
          <cx:pt idx="7968">22000</cx:pt>
          <cx:pt idx="7969">22000</cx:pt>
          <cx:pt idx="7970">22000</cx:pt>
          <cx:pt idx="7971">22000</cx:pt>
          <cx:pt idx="7972">22000</cx:pt>
          <cx:pt idx="7973">22000</cx:pt>
          <cx:pt idx="7974">22000</cx:pt>
          <cx:pt idx="7975">22000</cx:pt>
          <cx:pt idx="7976">22000</cx:pt>
          <cx:pt idx="7977">22000</cx:pt>
          <cx:pt idx="7978">22000</cx:pt>
          <cx:pt idx="7979">22000</cx:pt>
          <cx:pt idx="7980">22000</cx:pt>
          <cx:pt idx="7981">22000</cx:pt>
          <cx:pt idx="7982">22000</cx:pt>
          <cx:pt idx="7983">22000</cx:pt>
          <cx:pt idx="7984">22000</cx:pt>
          <cx:pt idx="7985">22000</cx:pt>
          <cx:pt idx="7986">22000</cx:pt>
          <cx:pt idx="7987">22000</cx:pt>
          <cx:pt idx="7988">22000</cx:pt>
          <cx:pt idx="7989">22000</cx:pt>
          <cx:pt idx="7990">22000</cx:pt>
          <cx:pt idx="7991">22000</cx:pt>
          <cx:pt idx="7992">22000</cx:pt>
          <cx:pt idx="7993">22000</cx:pt>
          <cx:pt idx="7994">22000</cx:pt>
          <cx:pt idx="7995">22000</cx:pt>
          <cx:pt idx="7996">22000</cx:pt>
          <cx:pt idx="7997">22000</cx:pt>
          <cx:pt idx="7998">22000</cx:pt>
          <cx:pt idx="7999">22000</cx:pt>
          <cx:pt idx="8000">22000</cx:pt>
          <cx:pt idx="8001">22000</cx:pt>
          <cx:pt idx="8002">22000</cx:pt>
          <cx:pt idx="8003">22000</cx:pt>
          <cx:pt idx="8004">22000</cx:pt>
          <cx:pt idx="8005">22000</cx:pt>
          <cx:pt idx="8006">22000</cx:pt>
          <cx:pt idx="8007">22000</cx:pt>
          <cx:pt idx="8008">22000</cx:pt>
          <cx:pt idx="8009">22000</cx:pt>
          <cx:pt idx="8010">22000</cx:pt>
          <cx:pt idx="8011">22000</cx:pt>
          <cx:pt idx="8012">22000</cx:pt>
          <cx:pt idx="8013">22000</cx:pt>
          <cx:pt idx="8014">22000</cx:pt>
          <cx:pt idx="8015">22000</cx:pt>
          <cx:pt idx="8016">22000</cx:pt>
          <cx:pt idx="8017">22000</cx:pt>
          <cx:pt idx="8018">22000</cx:pt>
          <cx:pt idx="8019">22000</cx:pt>
          <cx:pt idx="8020">22000</cx:pt>
          <cx:pt idx="8021">22000</cx:pt>
          <cx:pt idx="8022">22000</cx:pt>
          <cx:pt idx="8023">22000</cx:pt>
          <cx:pt idx="8024">22000</cx:pt>
          <cx:pt idx="8025">22000</cx:pt>
          <cx:pt idx="8026">22000</cx:pt>
          <cx:pt idx="8027">22000</cx:pt>
          <cx:pt idx="8028">22000</cx:pt>
          <cx:pt idx="8029">22000</cx:pt>
          <cx:pt idx="8030">22000</cx:pt>
          <cx:pt idx="8031">22000</cx:pt>
          <cx:pt idx="8032">22000</cx:pt>
          <cx:pt idx="8033">22000</cx:pt>
          <cx:pt idx="8034">22000</cx:pt>
          <cx:pt idx="8035">22000</cx:pt>
          <cx:pt idx="8036">22000</cx:pt>
          <cx:pt idx="8037">22000</cx:pt>
          <cx:pt idx="8038">22000</cx:pt>
          <cx:pt idx="8039">22000</cx:pt>
          <cx:pt idx="8040">22000</cx:pt>
          <cx:pt idx="8041">22000</cx:pt>
          <cx:pt idx="8042">22000</cx:pt>
          <cx:pt idx="8043">22000</cx:pt>
          <cx:pt idx="8044">22000</cx:pt>
          <cx:pt idx="8045">22000</cx:pt>
          <cx:pt idx="8046">22000</cx:pt>
          <cx:pt idx="8047">22000</cx:pt>
          <cx:pt idx="8048">22000</cx:pt>
          <cx:pt idx="8049">22000</cx:pt>
          <cx:pt idx="8050">22000</cx:pt>
          <cx:pt idx="8051">22000</cx:pt>
          <cx:pt idx="8052">22000</cx:pt>
          <cx:pt idx="8053">22000</cx:pt>
          <cx:pt idx="8054">22000</cx:pt>
          <cx:pt idx="8055">22000</cx:pt>
          <cx:pt idx="8056">22000</cx:pt>
          <cx:pt idx="8057">22000</cx:pt>
          <cx:pt idx="8058">22000</cx:pt>
          <cx:pt idx="8059">22001</cx:pt>
          <cx:pt idx="8060">22100</cx:pt>
          <cx:pt idx="8061">22100</cx:pt>
          <cx:pt idx="8062">22100</cx:pt>
          <cx:pt idx="8063">22100</cx:pt>
          <cx:pt idx="8064">22100</cx:pt>
          <cx:pt idx="8065">22100</cx:pt>
          <cx:pt idx="8066">22100</cx:pt>
          <cx:pt idx="8067">22100</cx:pt>
          <cx:pt idx="8068">22200</cx:pt>
          <cx:pt idx="8069">22200</cx:pt>
          <cx:pt idx="8070">22200</cx:pt>
          <cx:pt idx="8071">22200</cx:pt>
          <cx:pt idx="8072">22200</cx:pt>
          <cx:pt idx="8073">22200</cx:pt>
          <cx:pt idx="8074">22200</cx:pt>
          <cx:pt idx="8075">22200</cx:pt>
          <cx:pt idx="8076">22200</cx:pt>
          <cx:pt idx="8077">22300</cx:pt>
          <cx:pt idx="8078">22300</cx:pt>
          <cx:pt idx="8079">22300</cx:pt>
          <cx:pt idx="8080">22300</cx:pt>
          <cx:pt idx="8081">22300</cx:pt>
          <cx:pt idx="8082">22300</cx:pt>
          <cx:pt idx="8083">22300</cx:pt>
          <cx:pt idx="8084">22300</cx:pt>
          <cx:pt idx="8085">22300</cx:pt>
          <cx:pt idx="8086">22400</cx:pt>
          <cx:pt idx="8087">22400</cx:pt>
          <cx:pt idx="8088">22400</cx:pt>
          <cx:pt idx="8089">22400</cx:pt>
          <cx:pt idx="8090">22400</cx:pt>
          <cx:pt idx="8091">22400</cx:pt>
          <cx:pt idx="8092">22450</cx:pt>
          <cx:pt idx="8093">22500</cx:pt>
          <cx:pt idx="8094">22500</cx:pt>
          <cx:pt idx="8095">22500</cx:pt>
          <cx:pt idx="8096">22500</cx:pt>
          <cx:pt idx="8097">22500</cx:pt>
          <cx:pt idx="8098">22600</cx:pt>
          <cx:pt idx="8099">22600</cx:pt>
          <cx:pt idx="8100">22600</cx:pt>
          <cx:pt idx="8101">22600</cx:pt>
          <cx:pt idx="8102">22600</cx:pt>
          <cx:pt idx="8103">22600</cx:pt>
          <cx:pt idx="8104">22600</cx:pt>
          <cx:pt idx="8105">22700</cx:pt>
          <cx:pt idx="8106">22700</cx:pt>
          <cx:pt idx="8107">22800</cx:pt>
          <cx:pt idx="8108">22800</cx:pt>
          <cx:pt idx="8109">22800</cx:pt>
          <cx:pt idx="8110">22800</cx:pt>
          <cx:pt idx="8111">22800</cx:pt>
          <cx:pt idx="8112">22800</cx:pt>
          <cx:pt idx="8113">22800</cx:pt>
          <cx:pt idx="8114">22800</cx:pt>
          <cx:pt idx="8115">22800</cx:pt>
          <cx:pt idx="8116">22900</cx:pt>
          <cx:pt idx="8117">22900</cx:pt>
          <cx:pt idx="8118">22900</cx:pt>
          <cx:pt idx="8119">22900</cx:pt>
          <cx:pt idx="8120">22900</cx:pt>
          <cx:pt idx="8121">22900</cx:pt>
          <cx:pt idx="8122">22900</cx:pt>
          <cx:pt idx="8123">22900</cx:pt>
          <cx:pt idx="8124">22900</cx:pt>
          <cx:pt idx="8125">23000</cx:pt>
          <cx:pt idx="8126">23000</cx:pt>
          <cx:pt idx="8127">23000</cx:pt>
          <cx:pt idx="8128">23000</cx:pt>
          <cx:pt idx="8129">23000</cx:pt>
          <cx:pt idx="8130">23000</cx:pt>
          <cx:pt idx="8131">23000</cx:pt>
          <cx:pt idx="8132">23000</cx:pt>
          <cx:pt idx="8133">23000</cx:pt>
          <cx:pt idx="8134">23000</cx:pt>
          <cx:pt idx="8135">23000</cx:pt>
          <cx:pt idx="8136">23000</cx:pt>
          <cx:pt idx="8137">23000</cx:pt>
          <cx:pt idx="8138">23000</cx:pt>
          <cx:pt idx="8139">23000</cx:pt>
          <cx:pt idx="8140">23000</cx:pt>
          <cx:pt idx="8141">23000</cx:pt>
          <cx:pt idx="8142">23000</cx:pt>
          <cx:pt idx="8143">23000</cx:pt>
          <cx:pt idx="8144">23000</cx:pt>
          <cx:pt idx="8145">23000</cx:pt>
          <cx:pt idx="8146">23000</cx:pt>
          <cx:pt idx="8147">23000</cx:pt>
          <cx:pt idx="8148">23000</cx:pt>
          <cx:pt idx="8149">23000</cx:pt>
          <cx:pt idx="8150">23000</cx:pt>
          <cx:pt idx="8151">23000</cx:pt>
          <cx:pt idx="8152">23000</cx:pt>
          <cx:pt idx="8153">23000</cx:pt>
          <cx:pt idx="8154">23000</cx:pt>
          <cx:pt idx="8155">23000</cx:pt>
          <cx:pt idx="8156">23000</cx:pt>
          <cx:pt idx="8157">23000</cx:pt>
          <cx:pt idx="8158">23000</cx:pt>
          <cx:pt idx="8159">23000</cx:pt>
          <cx:pt idx="8160">23000</cx:pt>
          <cx:pt idx="8161">23000</cx:pt>
          <cx:pt idx="8162">23000</cx:pt>
          <cx:pt idx="8163">23000</cx:pt>
          <cx:pt idx="8164">23000</cx:pt>
          <cx:pt idx="8165">23000</cx:pt>
          <cx:pt idx="8166">23000</cx:pt>
          <cx:pt idx="8167">23000</cx:pt>
          <cx:pt idx="8168">23000</cx:pt>
          <cx:pt idx="8169">23000</cx:pt>
          <cx:pt idx="8170">23000</cx:pt>
          <cx:pt idx="8171">23000</cx:pt>
          <cx:pt idx="8172">23000</cx:pt>
          <cx:pt idx="8173">23000</cx:pt>
          <cx:pt idx="8174">23000</cx:pt>
          <cx:pt idx="8175">23000</cx:pt>
          <cx:pt idx="8176">23004</cx:pt>
          <cx:pt idx="8177">23010</cx:pt>
          <cx:pt idx="8178">23050</cx:pt>
          <cx:pt idx="8179">23100</cx:pt>
          <cx:pt idx="8180">23100</cx:pt>
          <cx:pt idx="8181">23200</cx:pt>
          <cx:pt idx="8182">23200</cx:pt>
          <cx:pt idx="8183">23200</cx:pt>
          <cx:pt idx="8184">23200</cx:pt>
          <cx:pt idx="8185">23200</cx:pt>
          <cx:pt idx="8186">23200</cx:pt>
          <cx:pt idx="8187">23200</cx:pt>
          <cx:pt idx="8188">23200</cx:pt>
          <cx:pt idx="8189">23200</cx:pt>
          <cx:pt idx="8190">23300</cx:pt>
          <cx:pt idx="8191">23300</cx:pt>
          <cx:pt idx="8192">23300</cx:pt>
          <cx:pt idx="8193">23300</cx:pt>
          <cx:pt idx="8194">23300</cx:pt>
          <cx:pt idx="8195">23320</cx:pt>
          <cx:pt idx="8196">23400</cx:pt>
          <cx:pt idx="8197">23400</cx:pt>
          <cx:pt idx="8198">23400</cx:pt>
          <cx:pt idx="8199">23400</cx:pt>
          <cx:pt idx="8200">23400</cx:pt>
          <cx:pt idx="8201">23400</cx:pt>
          <cx:pt idx="8202">23400</cx:pt>
          <cx:pt idx="8203">23400</cx:pt>
          <cx:pt idx="8204">23400</cx:pt>
          <cx:pt idx="8205">23400</cx:pt>
          <cx:pt idx="8206">23400</cx:pt>
          <cx:pt idx="8207">23400</cx:pt>
          <cx:pt idx="8208">23400</cx:pt>
          <cx:pt idx="8209">23500</cx:pt>
          <cx:pt idx="8210">23500</cx:pt>
          <cx:pt idx="8211">23500</cx:pt>
          <cx:pt idx="8212">23500</cx:pt>
          <cx:pt idx="8213">23500</cx:pt>
          <cx:pt idx="8214">23500</cx:pt>
          <cx:pt idx="8215">23500</cx:pt>
          <cx:pt idx="8216">23500</cx:pt>
          <cx:pt idx="8217">23500</cx:pt>
          <cx:pt idx="8218">23600</cx:pt>
          <cx:pt idx="8219">23600</cx:pt>
          <cx:pt idx="8220">23600</cx:pt>
          <cx:pt idx="8221">23700</cx:pt>
          <cx:pt idx="8222">23700</cx:pt>
          <cx:pt idx="8223">23700</cx:pt>
          <cx:pt idx="8224">23700</cx:pt>
          <cx:pt idx="8225">23700</cx:pt>
          <cx:pt idx="8226">23800</cx:pt>
          <cx:pt idx="8227">23800</cx:pt>
          <cx:pt idx="8228">23800</cx:pt>
          <cx:pt idx="8229">23800</cx:pt>
          <cx:pt idx="8230">23800</cx:pt>
          <cx:pt idx="8231">23800</cx:pt>
          <cx:pt idx="8232">23800</cx:pt>
          <cx:pt idx="8233">23800</cx:pt>
          <cx:pt idx="8234">23800</cx:pt>
          <cx:pt idx="8235">23820</cx:pt>
          <cx:pt idx="8236">23900</cx:pt>
          <cx:pt idx="8237">23900</cx:pt>
          <cx:pt idx="8238">23900</cx:pt>
          <cx:pt idx="8239">23900</cx:pt>
          <cx:pt idx="8240">23900</cx:pt>
          <cx:pt idx="8241">23900</cx:pt>
          <cx:pt idx="8242">23900</cx:pt>
          <cx:pt idx="8243">23900</cx:pt>
          <cx:pt idx="8244">23920</cx:pt>
          <cx:pt idx="8245">23920</cx:pt>
          <cx:pt idx="8246">24000</cx:pt>
          <cx:pt idx="8247">24000</cx:pt>
          <cx:pt idx="8248">24000</cx:pt>
          <cx:pt idx="8249">24000</cx:pt>
          <cx:pt idx="8250">24000</cx:pt>
          <cx:pt idx="8251">24000</cx:pt>
          <cx:pt idx="8252">24000</cx:pt>
          <cx:pt idx="8253">24000</cx:pt>
          <cx:pt idx="8254">24000</cx:pt>
          <cx:pt idx="8255">24000</cx:pt>
          <cx:pt idx="8256">24000</cx:pt>
          <cx:pt idx="8257">24000</cx:pt>
          <cx:pt idx="8258">24000</cx:pt>
          <cx:pt idx="8259">24000</cx:pt>
          <cx:pt idx="8260">24000</cx:pt>
          <cx:pt idx="8261">24000</cx:pt>
          <cx:pt idx="8262">24000</cx:pt>
          <cx:pt idx="8263">24000</cx:pt>
          <cx:pt idx="8264">24000</cx:pt>
          <cx:pt idx="8265">24000</cx:pt>
          <cx:pt idx="8266">24000</cx:pt>
          <cx:pt idx="8267">24000</cx:pt>
          <cx:pt idx="8268">24000</cx:pt>
          <cx:pt idx="8269">24000</cx:pt>
          <cx:pt idx="8270">24000</cx:pt>
          <cx:pt idx="8271">24000</cx:pt>
          <cx:pt idx="8272">24000</cx:pt>
          <cx:pt idx="8273">24000</cx:pt>
          <cx:pt idx="8274">24000</cx:pt>
          <cx:pt idx="8275">24000</cx:pt>
          <cx:pt idx="8276">24000</cx:pt>
          <cx:pt idx="8277">24000</cx:pt>
          <cx:pt idx="8278">24000</cx:pt>
          <cx:pt idx="8279">24000</cx:pt>
          <cx:pt idx="8280">24000</cx:pt>
          <cx:pt idx="8281">24000</cx:pt>
          <cx:pt idx="8282">24000</cx:pt>
          <cx:pt idx="8283">24000</cx:pt>
          <cx:pt idx="8284">24000</cx:pt>
          <cx:pt idx="8285">24000</cx:pt>
          <cx:pt idx="8286">24000</cx:pt>
          <cx:pt idx="8287">24000</cx:pt>
          <cx:pt idx="8288">24000</cx:pt>
          <cx:pt idx="8289">24000</cx:pt>
          <cx:pt idx="8290">24000</cx:pt>
          <cx:pt idx="8291">24000</cx:pt>
          <cx:pt idx="8292">24000</cx:pt>
          <cx:pt idx="8293">24000</cx:pt>
          <cx:pt idx="8294">24000</cx:pt>
          <cx:pt idx="8295">24000</cx:pt>
          <cx:pt idx="8296">24000</cx:pt>
          <cx:pt idx="8297">24000</cx:pt>
          <cx:pt idx="8298">24000</cx:pt>
          <cx:pt idx="8299">24000</cx:pt>
          <cx:pt idx="8300">24000</cx:pt>
          <cx:pt idx="8301">24000</cx:pt>
          <cx:pt idx="8302">24000</cx:pt>
          <cx:pt idx="8303">24000</cx:pt>
          <cx:pt idx="8304">24000</cx:pt>
          <cx:pt idx="8305">24000</cx:pt>
          <cx:pt idx="8306">24000</cx:pt>
          <cx:pt idx="8307">24000</cx:pt>
          <cx:pt idx="8308">24000</cx:pt>
          <cx:pt idx="8309">24000</cx:pt>
          <cx:pt idx="8310">24000</cx:pt>
          <cx:pt idx="8311">24000</cx:pt>
          <cx:pt idx="8312">24000</cx:pt>
          <cx:pt idx="8313">24000</cx:pt>
          <cx:pt idx="8314">24000</cx:pt>
          <cx:pt idx="8315">24000</cx:pt>
          <cx:pt idx="8316">24000</cx:pt>
          <cx:pt idx="8317">24000</cx:pt>
          <cx:pt idx="8318">24000</cx:pt>
          <cx:pt idx="8319">24000</cx:pt>
          <cx:pt idx="8320">24000</cx:pt>
          <cx:pt idx="8321">24000</cx:pt>
          <cx:pt idx="8322">24000</cx:pt>
          <cx:pt idx="8323">24000</cx:pt>
          <cx:pt idx="8324">24000</cx:pt>
          <cx:pt idx="8325">24000</cx:pt>
          <cx:pt idx="8326">24000</cx:pt>
          <cx:pt idx="8327">24000</cx:pt>
          <cx:pt idx="8328">24000</cx:pt>
          <cx:pt idx="8329">24000</cx:pt>
          <cx:pt idx="8330">24000</cx:pt>
          <cx:pt idx="8331">24000</cx:pt>
          <cx:pt idx="8332">24000</cx:pt>
          <cx:pt idx="8333">24000</cx:pt>
          <cx:pt idx="8334">24000</cx:pt>
          <cx:pt idx="8335">24000</cx:pt>
          <cx:pt idx="8336">24000</cx:pt>
          <cx:pt idx="8337">24000</cx:pt>
          <cx:pt idx="8338">24000</cx:pt>
          <cx:pt idx="8339">24000</cx:pt>
          <cx:pt idx="8340">24000</cx:pt>
          <cx:pt idx="8341">24000</cx:pt>
          <cx:pt idx="8342">24000</cx:pt>
          <cx:pt idx="8343">24000</cx:pt>
          <cx:pt idx="8344">24000</cx:pt>
          <cx:pt idx="8345">24000</cx:pt>
          <cx:pt idx="8346">24000</cx:pt>
          <cx:pt idx="8347">24000</cx:pt>
          <cx:pt idx="8348">24000</cx:pt>
          <cx:pt idx="8349">24000</cx:pt>
          <cx:pt idx="8350">24000</cx:pt>
          <cx:pt idx="8351">24000</cx:pt>
          <cx:pt idx="8352">24000</cx:pt>
          <cx:pt idx="8353">24000</cx:pt>
          <cx:pt idx="8354">24000</cx:pt>
          <cx:pt idx="8355">24000</cx:pt>
          <cx:pt idx="8356">24000</cx:pt>
          <cx:pt idx="8357">24000</cx:pt>
          <cx:pt idx="8358">24000</cx:pt>
          <cx:pt idx="8359">24000</cx:pt>
          <cx:pt idx="8360">24000</cx:pt>
          <cx:pt idx="8361">24000</cx:pt>
          <cx:pt idx="8362">24000</cx:pt>
          <cx:pt idx="8363">24000</cx:pt>
          <cx:pt idx="8364">24000</cx:pt>
          <cx:pt idx="8365">24000</cx:pt>
          <cx:pt idx="8366">24000</cx:pt>
          <cx:pt idx="8367">24000</cx:pt>
          <cx:pt idx="8368">24000</cx:pt>
          <cx:pt idx="8369">24000</cx:pt>
          <cx:pt idx="8370">24000</cx:pt>
          <cx:pt idx="8371">24000</cx:pt>
          <cx:pt idx="8372">24000</cx:pt>
          <cx:pt idx="8373">24000</cx:pt>
          <cx:pt idx="8374">24000</cx:pt>
          <cx:pt idx="8375">24000</cx:pt>
          <cx:pt idx="8376">24000</cx:pt>
          <cx:pt idx="8377">24000</cx:pt>
          <cx:pt idx="8378">24000</cx:pt>
          <cx:pt idx="8379">24000</cx:pt>
          <cx:pt idx="8380">24000</cx:pt>
          <cx:pt idx="8381">24000</cx:pt>
          <cx:pt idx="8382">24000</cx:pt>
          <cx:pt idx="8383">24000</cx:pt>
          <cx:pt idx="8384">24000</cx:pt>
          <cx:pt idx="8385">24000</cx:pt>
          <cx:pt idx="8386">24000</cx:pt>
          <cx:pt idx="8387">24000</cx:pt>
          <cx:pt idx="8388">24000</cx:pt>
          <cx:pt idx="8389">24000</cx:pt>
          <cx:pt idx="8390">24000</cx:pt>
          <cx:pt idx="8391">24000</cx:pt>
          <cx:pt idx="8392">24000</cx:pt>
          <cx:pt idx="8393">24000</cx:pt>
          <cx:pt idx="8394">24000</cx:pt>
          <cx:pt idx="8395">24000</cx:pt>
          <cx:pt idx="8396">24000</cx:pt>
          <cx:pt idx="8397">24000</cx:pt>
          <cx:pt idx="8398">24000</cx:pt>
          <cx:pt idx="8399">24000</cx:pt>
          <cx:pt idx="8400">24000</cx:pt>
          <cx:pt idx="8401">24000</cx:pt>
          <cx:pt idx="8402">24000</cx:pt>
          <cx:pt idx="8403">24050</cx:pt>
          <cx:pt idx="8404">24070</cx:pt>
          <cx:pt idx="8405">24100</cx:pt>
          <cx:pt idx="8406">24100</cx:pt>
          <cx:pt idx="8407">24100</cx:pt>
          <cx:pt idx="8408">24100</cx:pt>
          <cx:pt idx="8409">24100</cx:pt>
          <cx:pt idx="8410">24100</cx:pt>
          <cx:pt idx="8411">24100</cx:pt>
          <cx:pt idx="8412">24100</cx:pt>
          <cx:pt idx="8413">24100</cx:pt>
          <cx:pt idx="8414">24100</cx:pt>
          <cx:pt idx="8415">24100</cx:pt>
          <cx:pt idx="8416">24150</cx:pt>
          <cx:pt idx="8417">24200</cx:pt>
          <cx:pt idx="8418">24200</cx:pt>
          <cx:pt idx="8419">24200</cx:pt>
          <cx:pt idx="8420">24200</cx:pt>
          <cx:pt idx="8421">24200</cx:pt>
          <cx:pt idx="8422">24200</cx:pt>
          <cx:pt idx="8423">24200</cx:pt>
          <cx:pt idx="8424">24300</cx:pt>
          <cx:pt idx="8425">24300</cx:pt>
          <cx:pt idx="8426">24300</cx:pt>
          <cx:pt idx="8427">24300</cx:pt>
          <cx:pt idx="8428">24300</cx:pt>
          <cx:pt idx="8429">24300</cx:pt>
          <cx:pt idx="8430">24300</cx:pt>
          <cx:pt idx="8431">24400</cx:pt>
          <cx:pt idx="8432">24400</cx:pt>
          <cx:pt idx="8433">24400</cx:pt>
          <cx:pt idx="8434">24400</cx:pt>
          <cx:pt idx="8435">24400</cx:pt>
          <cx:pt idx="8436">24400</cx:pt>
          <cx:pt idx="8437">24400</cx:pt>
          <cx:pt idx="8438">24400</cx:pt>
          <cx:pt idx="8439">24400</cx:pt>
          <cx:pt idx="8440">24400</cx:pt>
          <cx:pt idx="8441">24500</cx:pt>
          <cx:pt idx="8442">24500</cx:pt>
          <cx:pt idx="8443">24500</cx:pt>
          <cx:pt idx="8444">24500</cx:pt>
          <cx:pt idx="8445">24500</cx:pt>
          <cx:pt idx="8446">24500</cx:pt>
          <cx:pt idx="8447">24500</cx:pt>
          <cx:pt idx="8448">24500</cx:pt>
          <cx:pt idx="8449">24500</cx:pt>
          <cx:pt idx="8450">24500</cx:pt>
          <cx:pt idx="8451">24500</cx:pt>
          <cx:pt idx="8452">24500</cx:pt>
          <cx:pt idx="8453">24500</cx:pt>
          <cx:pt idx="8454">24500</cx:pt>
          <cx:pt idx="8455">24560</cx:pt>
          <cx:pt idx="8456">24600</cx:pt>
          <cx:pt idx="8457">24600</cx:pt>
          <cx:pt idx="8458">24600</cx:pt>
          <cx:pt idx="8459">24600</cx:pt>
          <cx:pt idx="8460">24600</cx:pt>
          <cx:pt idx="8461">24600</cx:pt>
          <cx:pt idx="8462">24600</cx:pt>
          <cx:pt idx="8463">24600</cx:pt>
          <cx:pt idx="8464">24600</cx:pt>
          <cx:pt idx="8465">24600</cx:pt>
          <cx:pt idx="8466">24600</cx:pt>
          <cx:pt idx="8467">24700</cx:pt>
          <cx:pt idx="8468">24700</cx:pt>
          <cx:pt idx="8469">24700</cx:pt>
          <cx:pt idx="8470">24700</cx:pt>
          <cx:pt idx="8471">24700</cx:pt>
          <cx:pt idx="8472">24780</cx:pt>
          <cx:pt idx="8473">24800</cx:pt>
          <cx:pt idx="8474">24800</cx:pt>
          <cx:pt idx="8475">24800</cx:pt>
          <cx:pt idx="8476">24800</cx:pt>
          <cx:pt idx="8477">24840</cx:pt>
          <cx:pt idx="8478">24840</cx:pt>
          <cx:pt idx="8479">24900</cx:pt>
          <cx:pt idx="8480">24900</cx:pt>
          <cx:pt idx="8481">24900</cx:pt>
          <cx:pt idx="8482">24900</cx:pt>
          <cx:pt idx="8483">24900</cx:pt>
          <cx:pt idx="8484">24900</cx:pt>
          <cx:pt idx="8485">25000</cx:pt>
          <cx:pt idx="8486">25000</cx:pt>
          <cx:pt idx="8487">25000</cx:pt>
          <cx:pt idx="8488">25000</cx:pt>
          <cx:pt idx="8489">25000</cx:pt>
          <cx:pt idx="8490">25000</cx:pt>
          <cx:pt idx="8491">25000</cx:pt>
          <cx:pt idx="8492">25000</cx:pt>
          <cx:pt idx="8493">25000</cx:pt>
          <cx:pt idx="8494">25000</cx:pt>
          <cx:pt idx="8495">25000</cx:pt>
          <cx:pt idx="8496">25000</cx:pt>
          <cx:pt idx="8497">25000</cx:pt>
          <cx:pt idx="8498">25000</cx:pt>
          <cx:pt idx="8499">25000</cx:pt>
          <cx:pt idx="8500">25000</cx:pt>
          <cx:pt idx="8501">25000</cx:pt>
          <cx:pt idx="8502">25000</cx:pt>
          <cx:pt idx="8503">25000</cx:pt>
          <cx:pt idx="8504">25000</cx:pt>
          <cx:pt idx="8505">25000</cx:pt>
          <cx:pt idx="8506">25000</cx:pt>
          <cx:pt idx="8507">25000</cx:pt>
          <cx:pt idx="8508">25000</cx:pt>
          <cx:pt idx="8509">25000</cx:pt>
          <cx:pt idx="8510">25000</cx:pt>
          <cx:pt idx="8511">25000</cx:pt>
          <cx:pt idx="8512">25000</cx:pt>
          <cx:pt idx="8513">25000</cx:pt>
          <cx:pt idx="8514">25000</cx:pt>
          <cx:pt idx="8515">25000</cx:pt>
          <cx:pt idx="8516">25000</cx:pt>
          <cx:pt idx="8517">25000</cx:pt>
          <cx:pt idx="8518">25000</cx:pt>
          <cx:pt idx="8519">25000</cx:pt>
          <cx:pt idx="8520">25000</cx:pt>
          <cx:pt idx="8521">25000</cx:pt>
          <cx:pt idx="8522">25000</cx:pt>
          <cx:pt idx="8523">25000</cx:pt>
          <cx:pt idx="8524">25000</cx:pt>
          <cx:pt idx="8525">25000</cx:pt>
          <cx:pt idx="8526">25000</cx:pt>
          <cx:pt idx="8527">25000</cx:pt>
          <cx:pt idx="8528">25000</cx:pt>
          <cx:pt idx="8529">25000</cx:pt>
          <cx:pt idx="8530">25000</cx:pt>
          <cx:pt idx="8531">25000</cx:pt>
          <cx:pt idx="8532">25000</cx:pt>
          <cx:pt idx="8533">25000</cx:pt>
          <cx:pt idx="8534">25000</cx:pt>
          <cx:pt idx="8535">25000</cx:pt>
          <cx:pt idx="8536">25000</cx:pt>
          <cx:pt idx="8537">25000</cx:pt>
          <cx:pt idx="8538">25000</cx:pt>
          <cx:pt idx="8539">25000</cx:pt>
          <cx:pt idx="8540">25000</cx:pt>
          <cx:pt idx="8541">25000</cx:pt>
          <cx:pt idx="8542">25000</cx:pt>
          <cx:pt idx="8543">25000</cx:pt>
          <cx:pt idx="8544">25000</cx:pt>
          <cx:pt idx="8545">25000</cx:pt>
          <cx:pt idx="8546">25000</cx:pt>
          <cx:pt idx="8547">25000</cx:pt>
          <cx:pt idx="8548">25000</cx:pt>
          <cx:pt idx="8549">25000</cx:pt>
          <cx:pt idx="8550">25000</cx:pt>
          <cx:pt idx="8551">25000</cx:pt>
          <cx:pt idx="8552">25000</cx:pt>
          <cx:pt idx="8553">25000</cx:pt>
          <cx:pt idx="8554">25000</cx:pt>
          <cx:pt idx="8555">25000</cx:pt>
          <cx:pt idx="8556">25000</cx:pt>
          <cx:pt idx="8557">25000</cx:pt>
          <cx:pt idx="8558">25000</cx:pt>
          <cx:pt idx="8559">25000</cx:pt>
          <cx:pt idx="8560">25000</cx:pt>
          <cx:pt idx="8561">25000</cx:pt>
          <cx:pt idx="8562">25000</cx:pt>
          <cx:pt idx="8563">25000</cx:pt>
          <cx:pt idx="8564">25000</cx:pt>
          <cx:pt idx="8565">25000</cx:pt>
          <cx:pt idx="8566">25000</cx:pt>
          <cx:pt idx="8567">25000</cx:pt>
          <cx:pt idx="8568">25000</cx:pt>
          <cx:pt idx="8569">25000</cx:pt>
          <cx:pt idx="8570">25000</cx:pt>
          <cx:pt idx="8571">25000</cx:pt>
          <cx:pt idx="8572">25000</cx:pt>
          <cx:pt idx="8573">25000</cx:pt>
          <cx:pt idx="8574">25000</cx:pt>
          <cx:pt idx="8575">25000</cx:pt>
          <cx:pt idx="8576">25000</cx:pt>
          <cx:pt idx="8577">25000</cx:pt>
          <cx:pt idx="8578">25000</cx:pt>
          <cx:pt idx="8579">25000</cx:pt>
          <cx:pt idx="8580">25000</cx:pt>
          <cx:pt idx="8581">25000</cx:pt>
          <cx:pt idx="8582">25000</cx:pt>
          <cx:pt idx="8583">25000</cx:pt>
          <cx:pt idx="8584">25000</cx:pt>
          <cx:pt idx="8585">25000</cx:pt>
          <cx:pt idx="8586">25000</cx:pt>
          <cx:pt idx="8587">25000</cx:pt>
          <cx:pt idx="8588">25000</cx:pt>
          <cx:pt idx="8589">25000</cx:pt>
          <cx:pt idx="8590">25000</cx:pt>
          <cx:pt idx="8591">25000</cx:pt>
          <cx:pt idx="8592">25000</cx:pt>
          <cx:pt idx="8593">25000</cx:pt>
          <cx:pt idx="8594">25000</cx:pt>
          <cx:pt idx="8595">25000</cx:pt>
          <cx:pt idx="8596">25000</cx:pt>
          <cx:pt idx="8597">25000</cx:pt>
          <cx:pt idx="8598">25000</cx:pt>
          <cx:pt idx="8599">25000</cx:pt>
          <cx:pt idx="8600">25000</cx:pt>
          <cx:pt idx="8601">25000</cx:pt>
          <cx:pt idx="8602">25000</cx:pt>
          <cx:pt idx="8603">25000</cx:pt>
          <cx:pt idx="8604">25000</cx:pt>
          <cx:pt idx="8605">25000</cx:pt>
          <cx:pt idx="8606">25000</cx:pt>
          <cx:pt idx="8607">25000</cx:pt>
          <cx:pt idx="8608">25000</cx:pt>
          <cx:pt idx="8609">25000</cx:pt>
          <cx:pt idx="8610">25000</cx:pt>
          <cx:pt idx="8611">25000</cx:pt>
          <cx:pt idx="8612">25000</cx:pt>
          <cx:pt idx="8613">25000</cx:pt>
          <cx:pt idx="8614">25000</cx:pt>
          <cx:pt idx="8615">25000</cx:pt>
          <cx:pt idx="8616">25000</cx:pt>
          <cx:pt idx="8617">25000</cx:pt>
          <cx:pt idx="8618">25000</cx:pt>
          <cx:pt idx="8619">25000</cx:pt>
          <cx:pt idx="8620">25000</cx:pt>
          <cx:pt idx="8621">25000</cx:pt>
          <cx:pt idx="8622">25000</cx:pt>
          <cx:pt idx="8623">25000</cx:pt>
          <cx:pt idx="8624">25000</cx:pt>
          <cx:pt idx="8625">25000</cx:pt>
          <cx:pt idx="8626">25000</cx:pt>
          <cx:pt idx="8627">25000</cx:pt>
          <cx:pt idx="8628">25000</cx:pt>
          <cx:pt idx="8629">25000</cx:pt>
          <cx:pt idx="8630">25000</cx:pt>
          <cx:pt idx="8631">25000</cx:pt>
          <cx:pt idx="8632">25000</cx:pt>
          <cx:pt idx="8633">25000</cx:pt>
          <cx:pt idx="8634">25000</cx:pt>
          <cx:pt idx="8635">25000</cx:pt>
          <cx:pt idx="8636">25000</cx:pt>
          <cx:pt idx="8637">25000</cx:pt>
          <cx:pt idx="8638">25000</cx:pt>
          <cx:pt idx="8639">25000</cx:pt>
          <cx:pt idx="8640">25000</cx:pt>
          <cx:pt idx="8641">25000</cx:pt>
          <cx:pt idx="8642">25000</cx:pt>
          <cx:pt idx="8643">25000</cx:pt>
          <cx:pt idx="8644">25000</cx:pt>
          <cx:pt idx="8645">25000</cx:pt>
          <cx:pt idx="8646">25100</cx:pt>
          <cx:pt idx="8647">25100</cx:pt>
          <cx:pt idx="8648">25100</cx:pt>
          <cx:pt idx="8649">25100</cx:pt>
          <cx:pt idx="8650">25100</cx:pt>
          <cx:pt idx="8651">25100</cx:pt>
          <cx:pt idx="8652">25100</cx:pt>
          <cx:pt idx="8653">25100</cx:pt>
          <cx:pt idx="8654">25100</cx:pt>
          <cx:pt idx="8655">25200</cx:pt>
          <cx:pt idx="8656">25200</cx:pt>
          <cx:pt idx="8657">25200</cx:pt>
          <cx:pt idx="8658">25200</cx:pt>
          <cx:pt idx="8659">25200</cx:pt>
          <cx:pt idx="8660">25240</cx:pt>
          <cx:pt idx="8661">25300</cx:pt>
          <cx:pt idx="8662">25300</cx:pt>
          <cx:pt idx="8663">25300</cx:pt>
          <cx:pt idx="8664">25300</cx:pt>
          <cx:pt idx="8665">25300</cx:pt>
          <cx:pt idx="8666">25300</cx:pt>
          <cx:pt idx="8667">25330</cx:pt>
          <cx:pt idx="8668">25400</cx:pt>
          <cx:pt idx="8669">25400</cx:pt>
          <cx:pt idx="8670">25400</cx:pt>
          <cx:pt idx="8671">25400</cx:pt>
          <cx:pt idx="8672">25400</cx:pt>
          <cx:pt idx="8673">25400</cx:pt>
          <cx:pt idx="8674">25400</cx:pt>
          <cx:pt idx="8675">25400</cx:pt>
          <cx:pt idx="8676">25400</cx:pt>
          <cx:pt idx="8677">25430</cx:pt>
          <cx:pt idx="8678">25450</cx:pt>
          <cx:pt idx="8679">25490</cx:pt>
          <cx:pt idx="8680">25500</cx:pt>
          <cx:pt idx="8681">25500</cx:pt>
          <cx:pt idx="8682">25500</cx:pt>
          <cx:pt idx="8683">25500</cx:pt>
          <cx:pt idx="8684">25500</cx:pt>
          <cx:pt idx="8685">25500</cx:pt>
          <cx:pt idx="8686">25600</cx:pt>
          <cx:pt idx="8687">25600</cx:pt>
          <cx:pt idx="8688">25700</cx:pt>
          <cx:pt idx="8689">25700</cx:pt>
          <cx:pt idx="8690">25700</cx:pt>
          <cx:pt idx="8691">25700</cx:pt>
          <cx:pt idx="8692">25750</cx:pt>
          <cx:pt idx="8693">25800</cx:pt>
          <cx:pt idx="8694">25800</cx:pt>
          <cx:pt idx="8695">25800</cx:pt>
          <cx:pt idx="8696">25800</cx:pt>
          <cx:pt idx="8697">25800</cx:pt>
          <cx:pt idx="8698">25800</cx:pt>
          <cx:pt idx="8699">25900</cx:pt>
          <cx:pt idx="8700">25900</cx:pt>
          <cx:pt idx="8701">25900</cx:pt>
          <cx:pt idx="8702">25900</cx:pt>
          <cx:pt idx="8703">25900</cx:pt>
          <cx:pt idx="8704">25990</cx:pt>
          <cx:pt idx="8705">26000</cx:pt>
          <cx:pt idx="8706">26000</cx:pt>
          <cx:pt idx="8707">26000</cx:pt>
          <cx:pt idx="8708">26000</cx:pt>
          <cx:pt idx="8709">26000</cx:pt>
          <cx:pt idx="8710">26000</cx:pt>
          <cx:pt idx="8711">26000</cx:pt>
          <cx:pt idx="8712">26000</cx:pt>
          <cx:pt idx="8713">26000</cx:pt>
          <cx:pt idx="8714">26000</cx:pt>
          <cx:pt idx="8715">26000</cx:pt>
          <cx:pt idx="8716">26000</cx:pt>
          <cx:pt idx="8717">26000</cx:pt>
          <cx:pt idx="8718">26000</cx:pt>
          <cx:pt idx="8719">26000</cx:pt>
          <cx:pt idx="8720">26000</cx:pt>
          <cx:pt idx="8721">26000</cx:pt>
          <cx:pt idx="8722">26000</cx:pt>
          <cx:pt idx="8723">26000</cx:pt>
          <cx:pt idx="8724">26000</cx:pt>
          <cx:pt idx="8725">26000</cx:pt>
          <cx:pt idx="8726">26000</cx:pt>
          <cx:pt idx="8727">26000</cx:pt>
          <cx:pt idx="8728">26000</cx:pt>
          <cx:pt idx="8729">26000</cx:pt>
          <cx:pt idx="8730">26000</cx:pt>
          <cx:pt idx="8731">26000</cx:pt>
          <cx:pt idx="8732">26000</cx:pt>
          <cx:pt idx="8733">26000</cx:pt>
          <cx:pt idx="8734">26000</cx:pt>
          <cx:pt idx="8735">26000</cx:pt>
          <cx:pt idx="8736">26000</cx:pt>
          <cx:pt idx="8737">26000</cx:pt>
          <cx:pt idx="8738">26000</cx:pt>
          <cx:pt idx="8739">26000</cx:pt>
          <cx:pt idx="8740">26000</cx:pt>
          <cx:pt idx="8741">26000</cx:pt>
          <cx:pt idx="8742">26000</cx:pt>
          <cx:pt idx="8743">26000</cx:pt>
          <cx:pt idx="8744">26000</cx:pt>
          <cx:pt idx="8745">26000</cx:pt>
          <cx:pt idx="8746">26000</cx:pt>
          <cx:pt idx="8747">26000</cx:pt>
          <cx:pt idx="8748">26000</cx:pt>
          <cx:pt idx="8749">26000</cx:pt>
          <cx:pt idx="8750">26000</cx:pt>
          <cx:pt idx="8751">26000</cx:pt>
          <cx:pt idx="8752">26000</cx:pt>
          <cx:pt idx="8753">26000</cx:pt>
          <cx:pt idx="8754">26000</cx:pt>
          <cx:pt idx="8755">26000</cx:pt>
          <cx:pt idx="8756">26000</cx:pt>
          <cx:pt idx="8757">26000</cx:pt>
          <cx:pt idx="8758">26000</cx:pt>
          <cx:pt idx="8759">26000</cx:pt>
          <cx:pt idx="8760">26000</cx:pt>
          <cx:pt idx="8761">26000</cx:pt>
          <cx:pt idx="8762">26000</cx:pt>
          <cx:pt idx="8763">26000</cx:pt>
          <cx:pt idx="8764">26000</cx:pt>
          <cx:pt idx="8765">26000</cx:pt>
          <cx:pt idx="8766">26000</cx:pt>
          <cx:pt idx="8767">26000</cx:pt>
          <cx:pt idx="8768">26000</cx:pt>
          <cx:pt idx="8769">26000</cx:pt>
          <cx:pt idx="8770">26000</cx:pt>
          <cx:pt idx="8771">26000</cx:pt>
          <cx:pt idx="8772">26000</cx:pt>
          <cx:pt idx="8773">26000</cx:pt>
          <cx:pt idx="8774">26000</cx:pt>
          <cx:pt idx="8775">26000</cx:pt>
          <cx:pt idx="8776">26000</cx:pt>
          <cx:pt idx="8777">26000</cx:pt>
          <cx:pt idx="8778">26000</cx:pt>
          <cx:pt idx="8779">26000</cx:pt>
          <cx:pt idx="8780">26020</cx:pt>
          <cx:pt idx="8781">26030</cx:pt>
          <cx:pt idx="8782">26030</cx:pt>
          <cx:pt idx="8783">26100</cx:pt>
          <cx:pt idx="8784">26100</cx:pt>
          <cx:pt idx="8785">26130</cx:pt>
          <cx:pt idx="8786">26200</cx:pt>
          <cx:pt idx="8787">26200</cx:pt>
          <cx:pt idx="8788">26200</cx:pt>
          <cx:pt idx="8789">26200</cx:pt>
          <cx:pt idx="8790">26300</cx:pt>
          <cx:pt idx="8791">26300</cx:pt>
          <cx:pt idx="8792">26300</cx:pt>
          <cx:pt idx="8793">26400</cx:pt>
          <cx:pt idx="8794">26400</cx:pt>
          <cx:pt idx="8795">26400</cx:pt>
          <cx:pt idx="8796">26400</cx:pt>
          <cx:pt idx="8797">26400</cx:pt>
          <cx:pt idx="8798">26400</cx:pt>
          <cx:pt idx="8799">26400</cx:pt>
          <cx:pt idx="8800">26400</cx:pt>
          <cx:pt idx="8801">26400</cx:pt>
          <cx:pt idx="8802">26400</cx:pt>
          <cx:pt idx="8803">26400</cx:pt>
          <cx:pt idx="8804">26400</cx:pt>
          <cx:pt idx="8805">26400</cx:pt>
          <cx:pt idx="8806">26400</cx:pt>
          <cx:pt idx="8807">26400</cx:pt>
          <cx:pt idx="8808">26420</cx:pt>
          <cx:pt idx="8809">26500</cx:pt>
          <cx:pt idx="8810">26500</cx:pt>
          <cx:pt idx="8811">26500</cx:pt>
          <cx:pt idx="8812">26500</cx:pt>
          <cx:pt idx="8813">26500</cx:pt>
          <cx:pt idx="8814">26500</cx:pt>
          <cx:pt idx="8815">26500</cx:pt>
          <cx:pt idx="8816">26500</cx:pt>
          <cx:pt idx="8817">26500</cx:pt>
          <cx:pt idx="8818">26500</cx:pt>
          <cx:pt idx="8819">26600</cx:pt>
          <cx:pt idx="8820">26600</cx:pt>
          <cx:pt idx="8821">26700</cx:pt>
          <cx:pt idx="8822">26700</cx:pt>
          <cx:pt idx="8823">26700</cx:pt>
          <cx:pt idx="8824">26700</cx:pt>
          <cx:pt idx="8825">26700</cx:pt>
          <cx:pt idx="8826">26800</cx:pt>
          <cx:pt idx="8827">26800</cx:pt>
          <cx:pt idx="8828">26800</cx:pt>
          <cx:pt idx="8829">26800</cx:pt>
          <cx:pt idx="8830">26800</cx:pt>
          <cx:pt idx="8831">26800</cx:pt>
          <cx:pt idx="8832">26800</cx:pt>
          <cx:pt idx="8833">26800</cx:pt>
          <cx:pt idx="8834">26800</cx:pt>
          <cx:pt idx="8835">26800</cx:pt>
          <cx:pt idx="8836">26800</cx:pt>
          <cx:pt idx="8837">26800</cx:pt>
          <cx:pt idx="8838">26800</cx:pt>
          <cx:pt idx="8839">26900</cx:pt>
          <cx:pt idx="8840">26900</cx:pt>
          <cx:pt idx="8841">26900</cx:pt>
          <cx:pt idx="8842">26900</cx:pt>
          <cx:pt idx="8843">26900</cx:pt>
          <cx:pt idx="8844">26900</cx:pt>
          <cx:pt idx="8845">26900</cx:pt>
          <cx:pt idx="8846">27000</cx:pt>
          <cx:pt idx="8847">27000</cx:pt>
          <cx:pt idx="8848">27000</cx:pt>
          <cx:pt idx="8849">27000</cx:pt>
          <cx:pt idx="8850">27000</cx:pt>
          <cx:pt idx="8851">27000</cx:pt>
          <cx:pt idx="8852">27000</cx:pt>
          <cx:pt idx="8853">27000</cx:pt>
          <cx:pt idx="8854">27000</cx:pt>
          <cx:pt idx="8855">27000</cx:pt>
          <cx:pt idx="8856">27000</cx:pt>
          <cx:pt idx="8857">27000</cx:pt>
          <cx:pt idx="8858">27000</cx:pt>
          <cx:pt idx="8859">27000</cx:pt>
          <cx:pt idx="8860">27000</cx:pt>
          <cx:pt idx="8861">27000</cx:pt>
          <cx:pt idx="8862">27000</cx:pt>
          <cx:pt idx="8863">27000</cx:pt>
          <cx:pt idx="8864">27000</cx:pt>
          <cx:pt idx="8865">27000</cx:pt>
          <cx:pt idx="8866">27000</cx:pt>
          <cx:pt idx="8867">27000</cx:pt>
          <cx:pt idx="8868">27000</cx:pt>
          <cx:pt idx="8869">27000</cx:pt>
          <cx:pt idx="8870">27000</cx:pt>
          <cx:pt idx="8871">27000</cx:pt>
          <cx:pt idx="8872">27000</cx:pt>
          <cx:pt idx="8873">27000</cx:pt>
          <cx:pt idx="8874">27000</cx:pt>
          <cx:pt idx="8875">27000</cx:pt>
          <cx:pt idx="8876">27000</cx:pt>
          <cx:pt idx="8877">27000</cx:pt>
          <cx:pt idx="8878">27000</cx:pt>
          <cx:pt idx="8879">27000</cx:pt>
          <cx:pt idx="8880">27000</cx:pt>
          <cx:pt idx="8881">27000</cx:pt>
          <cx:pt idx="8882">27000</cx:pt>
          <cx:pt idx="8883">27000</cx:pt>
          <cx:pt idx="8884">27000</cx:pt>
          <cx:pt idx="8885">27000</cx:pt>
          <cx:pt idx="8886">27000</cx:pt>
          <cx:pt idx="8887">27000</cx:pt>
          <cx:pt idx="8888">27000</cx:pt>
          <cx:pt idx="8889">27000</cx:pt>
          <cx:pt idx="8890">27000</cx:pt>
          <cx:pt idx="8891">27000</cx:pt>
          <cx:pt idx="8892">27000</cx:pt>
          <cx:pt idx="8893">27000</cx:pt>
          <cx:pt idx="8894">27000</cx:pt>
          <cx:pt idx="8895">27000</cx:pt>
          <cx:pt idx="8896">27000</cx:pt>
          <cx:pt idx="8897">27000</cx:pt>
          <cx:pt idx="8898">27000</cx:pt>
          <cx:pt idx="8899">27000</cx:pt>
          <cx:pt idx="8900">27000</cx:pt>
          <cx:pt idx="8901">27000</cx:pt>
          <cx:pt idx="8902">27000</cx:pt>
          <cx:pt idx="8903">27000</cx:pt>
          <cx:pt idx="8904">27000</cx:pt>
          <cx:pt idx="8905">27000</cx:pt>
          <cx:pt idx="8906">27000</cx:pt>
          <cx:pt idx="8907">27000</cx:pt>
          <cx:pt idx="8908">27000</cx:pt>
          <cx:pt idx="8909">27000</cx:pt>
          <cx:pt idx="8910">27000</cx:pt>
          <cx:pt idx="8911">27000</cx:pt>
          <cx:pt idx="8912">27000</cx:pt>
          <cx:pt idx="8913">27000</cx:pt>
          <cx:pt idx="8914">27000</cx:pt>
          <cx:pt idx="8915">27000</cx:pt>
          <cx:pt idx="8916">27000</cx:pt>
          <cx:pt idx="8917">27050</cx:pt>
          <cx:pt idx="8918">27100</cx:pt>
          <cx:pt idx="8919">27100</cx:pt>
          <cx:pt idx="8920">27100</cx:pt>
          <cx:pt idx="8921">27100</cx:pt>
          <cx:pt idx="8922">27100</cx:pt>
          <cx:pt idx="8923">27100</cx:pt>
          <cx:pt idx="8924">27200</cx:pt>
          <cx:pt idx="8925">27200</cx:pt>
          <cx:pt idx="8926">27200</cx:pt>
          <cx:pt idx="8927">27300</cx:pt>
          <cx:pt idx="8928">27300</cx:pt>
          <cx:pt idx="8929">27300</cx:pt>
          <cx:pt idx="8930">27300</cx:pt>
          <cx:pt idx="8931">27300</cx:pt>
          <cx:pt idx="8932">27400</cx:pt>
          <cx:pt idx="8933">27400</cx:pt>
          <cx:pt idx="8934">27400</cx:pt>
          <cx:pt idx="8935">27400</cx:pt>
          <cx:pt idx="8936">27400</cx:pt>
          <cx:pt idx="8937">27400</cx:pt>
          <cx:pt idx="8938">27400</cx:pt>
          <cx:pt idx="8939">27500</cx:pt>
          <cx:pt idx="8940">27500</cx:pt>
          <cx:pt idx="8941">27500</cx:pt>
          <cx:pt idx="8942">27500</cx:pt>
          <cx:pt idx="8943">27500</cx:pt>
          <cx:pt idx="8944">27500</cx:pt>
          <cx:pt idx="8945">27540</cx:pt>
          <cx:pt idx="8946">27600</cx:pt>
          <cx:pt idx="8947">27600</cx:pt>
          <cx:pt idx="8948">27600</cx:pt>
          <cx:pt idx="8949">27600</cx:pt>
          <cx:pt idx="8950">27600</cx:pt>
          <cx:pt idx="8951">27600</cx:pt>
          <cx:pt idx="8952">27600</cx:pt>
          <cx:pt idx="8953">27600</cx:pt>
          <cx:pt idx="8954">27600</cx:pt>
          <cx:pt idx="8955">27690</cx:pt>
          <cx:pt idx="8956">27700</cx:pt>
          <cx:pt idx="8957">27700</cx:pt>
          <cx:pt idx="8958">27700</cx:pt>
          <cx:pt idx="8959">27700</cx:pt>
          <cx:pt idx="8960">27700</cx:pt>
          <cx:pt idx="8961">27700</cx:pt>
          <cx:pt idx="8962">27700</cx:pt>
          <cx:pt idx="8963">27800</cx:pt>
          <cx:pt idx="8964">27820</cx:pt>
          <cx:pt idx="8965">27860</cx:pt>
          <cx:pt idx="8966">27900</cx:pt>
          <cx:pt idx="8967">27900</cx:pt>
          <cx:pt idx="8968">27940</cx:pt>
          <cx:pt idx="8969">27950</cx:pt>
          <cx:pt idx="8970">27950</cx:pt>
          <cx:pt idx="8971">28000</cx:pt>
          <cx:pt idx="8972">28000</cx:pt>
          <cx:pt idx="8973">28000</cx:pt>
          <cx:pt idx="8974">28000</cx:pt>
          <cx:pt idx="8975">28000</cx:pt>
          <cx:pt idx="8976">28000</cx:pt>
          <cx:pt idx="8977">28000</cx:pt>
          <cx:pt idx="8978">28000</cx:pt>
          <cx:pt idx="8979">28000</cx:pt>
          <cx:pt idx="8980">28000</cx:pt>
          <cx:pt idx="8981">28000</cx:pt>
          <cx:pt idx="8982">28000</cx:pt>
          <cx:pt idx="8983">28000</cx:pt>
          <cx:pt idx="8984">28000</cx:pt>
          <cx:pt idx="8985">28000</cx:pt>
          <cx:pt idx="8986">28000</cx:pt>
          <cx:pt idx="8987">28000</cx:pt>
          <cx:pt idx="8988">28000</cx:pt>
          <cx:pt idx="8989">28000</cx:pt>
          <cx:pt idx="8990">28000</cx:pt>
          <cx:pt idx="8991">28000</cx:pt>
          <cx:pt idx="8992">28000</cx:pt>
          <cx:pt idx="8993">28000</cx:pt>
          <cx:pt idx="8994">28000</cx:pt>
          <cx:pt idx="8995">28000</cx:pt>
          <cx:pt idx="8996">28000</cx:pt>
          <cx:pt idx="8997">28000</cx:pt>
          <cx:pt idx="8998">28000</cx:pt>
          <cx:pt idx="8999">28000</cx:pt>
          <cx:pt idx="9000">28000</cx:pt>
          <cx:pt idx="9001">28000</cx:pt>
          <cx:pt idx="9002">28000</cx:pt>
          <cx:pt idx="9003">28000</cx:pt>
          <cx:pt idx="9004">28000</cx:pt>
          <cx:pt idx="9005">28000</cx:pt>
          <cx:pt idx="9006">28000</cx:pt>
          <cx:pt idx="9007">28000</cx:pt>
          <cx:pt idx="9008">28000</cx:pt>
          <cx:pt idx="9009">28000</cx:pt>
          <cx:pt idx="9010">28000</cx:pt>
          <cx:pt idx="9011">28000</cx:pt>
          <cx:pt idx="9012">28000</cx:pt>
          <cx:pt idx="9013">28000</cx:pt>
          <cx:pt idx="9014">28000</cx:pt>
          <cx:pt idx="9015">28000</cx:pt>
          <cx:pt idx="9016">28000</cx:pt>
          <cx:pt idx="9017">28000</cx:pt>
          <cx:pt idx="9018">28000</cx:pt>
          <cx:pt idx="9019">28000</cx:pt>
          <cx:pt idx="9020">28000</cx:pt>
          <cx:pt idx="9021">28000</cx:pt>
          <cx:pt idx="9022">28000</cx:pt>
          <cx:pt idx="9023">28000</cx:pt>
          <cx:pt idx="9024">28000</cx:pt>
          <cx:pt idx="9025">28000</cx:pt>
          <cx:pt idx="9026">28000</cx:pt>
          <cx:pt idx="9027">28000</cx:pt>
          <cx:pt idx="9028">28000</cx:pt>
          <cx:pt idx="9029">28000</cx:pt>
          <cx:pt idx="9030">28000</cx:pt>
          <cx:pt idx="9031">28000</cx:pt>
          <cx:pt idx="9032">28000</cx:pt>
          <cx:pt idx="9033">28000</cx:pt>
          <cx:pt idx="9034">28000</cx:pt>
          <cx:pt idx="9035">28000</cx:pt>
          <cx:pt idx="9036">28000</cx:pt>
          <cx:pt idx="9037">28000</cx:pt>
          <cx:pt idx="9038">28000</cx:pt>
          <cx:pt idx="9039">28000</cx:pt>
          <cx:pt idx="9040">28000</cx:pt>
          <cx:pt idx="9041">28000</cx:pt>
          <cx:pt idx="9042">28000</cx:pt>
          <cx:pt idx="9043">28000</cx:pt>
          <cx:pt idx="9044">28000</cx:pt>
          <cx:pt idx="9045">28000</cx:pt>
          <cx:pt idx="9046">28000</cx:pt>
          <cx:pt idx="9047">28000</cx:pt>
          <cx:pt idx="9048">28000</cx:pt>
          <cx:pt idx="9049">28000</cx:pt>
          <cx:pt idx="9050">28000</cx:pt>
          <cx:pt idx="9051">28000</cx:pt>
          <cx:pt idx="9052">28000</cx:pt>
          <cx:pt idx="9053">28000</cx:pt>
          <cx:pt idx="9054">28000</cx:pt>
          <cx:pt idx="9055">28000</cx:pt>
          <cx:pt idx="9056">28000</cx:pt>
          <cx:pt idx="9057">28000</cx:pt>
          <cx:pt idx="9058">28000</cx:pt>
          <cx:pt idx="9059">28000</cx:pt>
          <cx:pt idx="9060">28000</cx:pt>
          <cx:pt idx="9061">28000</cx:pt>
          <cx:pt idx="9062">28100</cx:pt>
          <cx:pt idx="9063">28300</cx:pt>
          <cx:pt idx="9064">28300</cx:pt>
          <cx:pt idx="9065">28300</cx:pt>
          <cx:pt idx="9066">28300</cx:pt>
          <cx:pt idx="9067">28300</cx:pt>
          <cx:pt idx="9068">28300</cx:pt>
          <cx:pt idx="9069">28300</cx:pt>
          <cx:pt idx="9070">28300</cx:pt>
          <cx:pt idx="9071">28304</cx:pt>
          <cx:pt idx="9072">28340</cx:pt>
          <cx:pt idx="9073">28400</cx:pt>
          <cx:pt idx="9074">28400</cx:pt>
          <cx:pt idx="9075">28400</cx:pt>
          <cx:pt idx="9076">28400</cx:pt>
          <cx:pt idx="9077">28400</cx:pt>
          <cx:pt idx="9078">28400</cx:pt>
          <cx:pt idx="9079">28400</cx:pt>
          <cx:pt idx="9080">28400</cx:pt>
          <cx:pt idx="9081">28500</cx:pt>
          <cx:pt idx="9082">28500</cx:pt>
          <cx:pt idx="9083">28500</cx:pt>
          <cx:pt idx="9084">28500</cx:pt>
          <cx:pt idx="9085">28500</cx:pt>
          <cx:pt idx="9086">28500</cx:pt>
          <cx:pt idx="9087">28550</cx:pt>
          <cx:pt idx="9088">28600</cx:pt>
          <cx:pt idx="9089">28600</cx:pt>
          <cx:pt idx="9090">28600</cx:pt>
          <cx:pt idx="9091">28600</cx:pt>
          <cx:pt idx="9092">28600</cx:pt>
          <cx:pt idx="9093">28600</cx:pt>
          <cx:pt idx="9094">28600</cx:pt>
          <cx:pt idx="9095">28600</cx:pt>
          <cx:pt idx="9096">28600</cx:pt>
          <cx:pt idx="9097">28700</cx:pt>
          <cx:pt idx="9098">28700</cx:pt>
          <cx:pt idx="9099">28700</cx:pt>
          <cx:pt idx="9100">28700</cx:pt>
          <cx:pt idx="9101">28800</cx:pt>
          <cx:pt idx="9102">28800</cx:pt>
          <cx:pt idx="9103">28800</cx:pt>
          <cx:pt idx="9104">28800</cx:pt>
          <cx:pt idx="9105">28800</cx:pt>
          <cx:pt idx="9106">28800</cx:pt>
          <cx:pt idx="9107">28800</cx:pt>
          <cx:pt idx="9108">28800</cx:pt>
          <cx:pt idx="9109">28800</cx:pt>
          <cx:pt idx="9110">28800</cx:pt>
          <cx:pt idx="9111">28800</cx:pt>
          <cx:pt idx="9112">28800</cx:pt>
          <cx:pt idx="9113">28800</cx:pt>
          <cx:pt idx="9114">28800</cx:pt>
          <cx:pt idx="9115">28800</cx:pt>
          <cx:pt idx="9116">28800</cx:pt>
          <cx:pt idx="9117">28810</cx:pt>
          <cx:pt idx="9118">28880</cx:pt>
          <cx:pt idx="9119">28900</cx:pt>
          <cx:pt idx="9120">28900</cx:pt>
          <cx:pt idx="9121">28900</cx:pt>
          <cx:pt idx="9122">28900</cx:pt>
          <cx:pt idx="9123">28900</cx:pt>
          <cx:pt idx="9124">29000</cx:pt>
          <cx:pt idx="9125">29000</cx:pt>
          <cx:pt idx="9126">29000</cx:pt>
          <cx:pt idx="9127">29000</cx:pt>
          <cx:pt idx="9128">29000</cx:pt>
          <cx:pt idx="9129">29000</cx:pt>
          <cx:pt idx="9130">29000</cx:pt>
          <cx:pt idx="9131">29000</cx:pt>
          <cx:pt idx="9132">29000</cx:pt>
          <cx:pt idx="9133">29000</cx:pt>
          <cx:pt idx="9134">29000</cx:pt>
          <cx:pt idx="9135">29000</cx:pt>
          <cx:pt idx="9136">29000</cx:pt>
          <cx:pt idx="9137">29000</cx:pt>
          <cx:pt idx="9138">29000</cx:pt>
          <cx:pt idx="9139">29000</cx:pt>
          <cx:pt idx="9140">29000</cx:pt>
          <cx:pt idx="9141">29000</cx:pt>
          <cx:pt idx="9142">29000</cx:pt>
          <cx:pt idx="9143">29000</cx:pt>
          <cx:pt idx="9144">29000</cx:pt>
          <cx:pt idx="9145">29000</cx:pt>
          <cx:pt idx="9146">29000</cx:pt>
          <cx:pt idx="9147">29000</cx:pt>
          <cx:pt idx="9148">29000</cx:pt>
          <cx:pt idx="9149">29000</cx:pt>
          <cx:pt idx="9150">29000</cx:pt>
          <cx:pt idx="9151">29000</cx:pt>
          <cx:pt idx="9152">29000</cx:pt>
          <cx:pt idx="9153">29000</cx:pt>
          <cx:pt idx="9154">29000</cx:pt>
          <cx:pt idx="9155">29000</cx:pt>
          <cx:pt idx="9156">29000</cx:pt>
          <cx:pt idx="9157">29000</cx:pt>
          <cx:pt idx="9158">29000</cx:pt>
          <cx:pt idx="9159">29000</cx:pt>
          <cx:pt idx="9160">29000</cx:pt>
          <cx:pt idx="9161">29000</cx:pt>
          <cx:pt idx="9162">29000</cx:pt>
          <cx:pt idx="9163">29000</cx:pt>
          <cx:pt idx="9164">29020</cx:pt>
          <cx:pt idx="9165">29100</cx:pt>
          <cx:pt idx="9166">29100</cx:pt>
          <cx:pt idx="9167">29100</cx:pt>
          <cx:pt idx="9168">29100</cx:pt>
          <cx:pt idx="9169">29100</cx:pt>
          <cx:pt idx="9170">29100</cx:pt>
          <cx:pt idx="9171">29100</cx:pt>
          <cx:pt idx="9172">29110</cx:pt>
          <cx:pt idx="9173">29200</cx:pt>
          <cx:pt idx="9174">29290</cx:pt>
          <cx:pt idx="9175">29300</cx:pt>
          <cx:pt idx="9176">29300</cx:pt>
          <cx:pt idx="9177">29300</cx:pt>
          <cx:pt idx="9178">29500</cx:pt>
          <cx:pt idx="9179">29500</cx:pt>
          <cx:pt idx="9180">29500</cx:pt>
          <cx:pt idx="9181">29600</cx:pt>
          <cx:pt idx="9182">29600</cx:pt>
          <cx:pt idx="9183">29600</cx:pt>
          <cx:pt idx="9184">29680</cx:pt>
          <cx:pt idx="9185">29700</cx:pt>
          <cx:pt idx="9186">29700</cx:pt>
          <cx:pt idx="9187">29800</cx:pt>
          <cx:pt idx="9188">29800</cx:pt>
          <cx:pt idx="9189">29800</cx:pt>
          <cx:pt idx="9190">29800</cx:pt>
          <cx:pt idx="9191">29900</cx:pt>
          <cx:pt idx="9192">29900</cx:pt>
          <cx:pt idx="9193">29900</cx:pt>
          <cx:pt idx="9194">29900</cx:pt>
          <cx:pt idx="9195">29900</cx:pt>
          <cx:pt idx="9196">29900</cx:pt>
          <cx:pt idx="9197">29900</cx:pt>
          <cx:pt idx="9198">29900</cx:pt>
          <cx:pt idx="9199">30000</cx:pt>
          <cx:pt idx="9200">30000</cx:pt>
          <cx:pt idx="9201">30000</cx:pt>
          <cx:pt idx="9202">30000</cx:pt>
          <cx:pt idx="9203">30000</cx:pt>
          <cx:pt idx="9204">30000</cx:pt>
          <cx:pt idx="9205">30000</cx:pt>
          <cx:pt idx="9206">30000</cx:pt>
          <cx:pt idx="9207">30000</cx:pt>
          <cx:pt idx="9208">30000</cx:pt>
          <cx:pt idx="9209">30000</cx:pt>
          <cx:pt idx="9210">30000</cx:pt>
          <cx:pt idx="9211">30000</cx:pt>
          <cx:pt idx="9212">30000</cx:pt>
          <cx:pt idx="9213">30000</cx:pt>
          <cx:pt idx="9214">30000</cx:pt>
          <cx:pt idx="9215">30000</cx:pt>
          <cx:pt idx="9216">30000</cx:pt>
          <cx:pt idx="9217">30000</cx:pt>
          <cx:pt idx="9218">30000</cx:pt>
          <cx:pt idx="9219">30000</cx:pt>
          <cx:pt idx="9220">30000</cx:pt>
          <cx:pt idx="9221">30000</cx:pt>
          <cx:pt idx="9222">30000</cx:pt>
          <cx:pt idx="9223">30000</cx:pt>
          <cx:pt idx="9224">30000</cx:pt>
          <cx:pt idx="9225">30000</cx:pt>
          <cx:pt idx="9226">30000</cx:pt>
          <cx:pt idx="9227">30000</cx:pt>
          <cx:pt idx="9228">30000</cx:pt>
          <cx:pt idx="9229">30000</cx:pt>
          <cx:pt idx="9230">30000</cx:pt>
          <cx:pt idx="9231">30000</cx:pt>
          <cx:pt idx="9232">30000</cx:pt>
          <cx:pt idx="9233">30000</cx:pt>
          <cx:pt idx="9234">30000</cx:pt>
          <cx:pt idx="9235">30000</cx:pt>
          <cx:pt idx="9236">30000</cx:pt>
          <cx:pt idx="9237">30000</cx:pt>
          <cx:pt idx="9238">30000</cx:pt>
          <cx:pt idx="9239">30000</cx:pt>
          <cx:pt idx="9240">30000</cx:pt>
          <cx:pt idx="9241">30000</cx:pt>
          <cx:pt idx="9242">30000</cx:pt>
          <cx:pt idx="9243">30000</cx:pt>
          <cx:pt idx="9244">30000</cx:pt>
          <cx:pt idx="9245">30000</cx:pt>
          <cx:pt idx="9246">30000</cx:pt>
          <cx:pt idx="9247">30000</cx:pt>
          <cx:pt idx="9248">30000</cx:pt>
          <cx:pt idx="9249">30000</cx:pt>
          <cx:pt idx="9250">30000</cx:pt>
          <cx:pt idx="9251">30000</cx:pt>
          <cx:pt idx="9252">30000</cx:pt>
          <cx:pt idx="9253">30000</cx:pt>
          <cx:pt idx="9254">30000</cx:pt>
          <cx:pt idx="9255">30000</cx:pt>
          <cx:pt idx="9256">30000</cx:pt>
          <cx:pt idx="9257">30000</cx:pt>
          <cx:pt idx="9258">30000</cx:pt>
          <cx:pt idx="9259">30000</cx:pt>
          <cx:pt idx="9260">30000</cx:pt>
          <cx:pt idx="9261">30000</cx:pt>
          <cx:pt idx="9262">30000</cx:pt>
          <cx:pt idx="9263">30000</cx:pt>
          <cx:pt idx="9264">30000</cx:pt>
          <cx:pt idx="9265">30000</cx:pt>
          <cx:pt idx="9266">30000</cx:pt>
          <cx:pt idx="9267">30000</cx:pt>
          <cx:pt idx="9268">30000</cx:pt>
          <cx:pt idx="9269">30000</cx:pt>
          <cx:pt idx="9270">30000</cx:pt>
          <cx:pt idx="9271">30000</cx:pt>
          <cx:pt idx="9272">30000</cx:pt>
          <cx:pt idx="9273">30000</cx:pt>
          <cx:pt idx="9274">30000</cx:pt>
          <cx:pt idx="9275">30000</cx:pt>
          <cx:pt idx="9276">30000</cx:pt>
          <cx:pt idx="9277">30000</cx:pt>
          <cx:pt idx="9278">30000</cx:pt>
          <cx:pt idx="9279">30000</cx:pt>
          <cx:pt idx="9280">30000</cx:pt>
          <cx:pt idx="9281">30000</cx:pt>
          <cx:pt idx="9282">30000</cx:pt>
          <cx:pt idx="9283">30000</cx:pt>
          <cx:pt idx="9284">30000</cx:pt>
          <cx:pt idx="9285">30000</cx:pt>
          <cx:pt idx="9286">30000</cx:pt>
          <cx:pt idx="9287">30000</cx:pt>
          <cx:pt idx="9288">30000</cx:pt>
          <cx:pt idx="9289">30000</cx:pt>
          <cx:pt idx="9290">30000</cx:pt>
          <cx:pt idx="9291">30000</cx:pt>
          <cx:pt idx="9292">30000</cx:pt>
          <cx:pt idx="9293">30000</cx:pt>
          <cx:pt idx="9294">30000</cx:pt>
          <cx:pt idx="9295">30000</cx:pt>
          <cx:pt idx="9296">30000</cx:pt>
          <cx:pt idx="9297">30000</cx:pt>
          <cx:pt idx="9298">30000</cx:pt>
          <cx:pt idx="9299">30000</cx:pt>
          <cx:pt idx="9300">30000</cx:pt>
          <cx:pt idx="9301">30000</cx:pt>
          <cx:pt idx="9302">30000</cx:pt>
          <cx:pt idx="9303">30000</cx:pt>
          <cx:pt idx="9304">30000</cx:pt>
          <cx:pt idx="9305">30000</cx:pt>
          <cx:pt idx="9306">30000</cx:pt>
          <cx:pt idx="9307">30000</cx:pt>
          <cx:pt idx="9308">30000</cx:pt>
          <cx:pt idx="9309">30000</cx:pt>
          <cx:pt idx="9310">30000</cx:pt>
          <cx:pt idx="9311">30000</cx:pt>
          <cx:pt idx="9312">30000</cx:pt>
          <cx:pt idx="9313">30000</cx:pt>
          <cx:pt idx="9314">30000</cx:pt>
          <cx:pt idx="9315">30000</cx:pt>
          <cx:pt idx="9316">30000</cx:pt>
          <cx:pt idx="9317">30000</cx:pt>
          <cx:pt idx="9318">30000</cx:pt>
          <cx:pt idx="9319">30000</cx:pt>
          <cx:pt idx="9320">30000</cx:pt>
          <cx:pt idx="9321">30000</cx:pt>
          <cx:pt idx="9322">30000</cx:pt>
          <cx:pt idx="9323">30000</cx:pt>
          <cx:pt idx="9324">30000</cx:pt>
          <cx:pt idx="9325">30000</cx:pt>
          <cx:pt idx="9326">30000</cx:pt>
          <cx:pt idx="9327">30000</cx:pt>
          <cx:pt idx="9328">30000</cx:pt>
          <cx:pt idx="9329">30000</cx:pt>
          <cx:pt idx="9330">30000</cx:pt>
          <cx:pt idx="9331">30000</cx:pt>
          <cx:pt idx="9332">30000</cx:pt>
          <cx:pt idx="9333">30000</cx:pt>
          <cx:pt idx="9334">30000</cx:pt>
          <cx:pt idx="9335">30000</cx:pt>
          <cx:pt idx="9336">30000</cx:pt>
          <cx:pt idx="9337">30000</cx:pt>
          <cx:pt idx="9338">30000</cx:pt>
          <cx:pt idx="9339">30000</cx:pt>
          <cx:pt idx="9340">30000</cx:pt>
          <cx:pt idx="9341">30000</cx:pt>
          <cx:pt idx="9342">30000</cx:pt>
          <cx:pt idx="9343">30000</cx:pt>
          <cx:pt idx="9344">30000</cx:pt>
          <cx:pt idx="9345">30000</cx:pt>
          <cx:pt idx="9346">30000</cx:pt>
          <cx:pt idx="9347">30000</cx:pt>
          <cx:pt idx="9348">30000</cx:pt>
          <cx:pt idx="9349">30000</cx:pt>
          <cx:pt idx="9350">30000</cx:pt>
          <cx:pt idx="9351">30000</cx:pt>
          <cx:pt idx="9352">30000</cx:pt>
          <cx:pt idx="9353">30000</cx:pt>
          <cx:pt idx="9354">30000</cx:pt>
          <cx:pt idx="9355">30000</cx:pt>
          <cx:pt idx="9356">30000</cx:pt>
          <cx:pt idx="9357">30000</cx:pt>
          <cx:pt idx="9358">30000</cx:pt>
          <cx:pt idx="9359">30000</cx:pt>
          <cx:pt idx="9360">30000</cx:pt>
          <cx:pt idx="9361">30000</cx:pt>
          <cx:pt idx="9362">30000</cx:pt>
          <cx:pt idx="9363">30000</cx:pt>
          <cx:pt idx="9364">30000</cx:pt>
          <cx:pt idx="9365">30000</cx:pt>
          <cx:pt idx="9366">30000</cx:pt>
          <cx:pt idx="9367">30000</cx:pt>
          <cx:pt idx="9368">30000</cx:pt>
          <cx:pt idx="9369">30000</cx:pt>
          <cx:pt idx="9370">30000</cx:pt>
          <cx:pt idx="9371">30000</cx:pt>
          <cx:pt idx="9372">30000</cx:pt>
          <cx:pt idx="9373">30000</cx:pt>
          <cx:pt idx="9374">30000</cx:pt>
          <cx:pt idx="9375">30000</cx:pt>
          <cx:pt idx="9376">30000</cx:pt>
          <cx:pt idx="9377">30000</cx:pt>
          <cx:pt idx="9378">30000</cx:pt>
          <cx:pt idx="9379">30000</cx:pt>
          <cx:pt idx="9380">30000</cx:pt>
          <cx:pt idx="9381">30000</cx:pt>
          <cx:pt idx="9382">30000</cx:pt>
          <cx:pt idx="9383">30000</cx:pt>
          <cx:pt idx="9384">30000</cx:pt>
          <cx:pt idx="9385">30000</cx:pt>
          <cx:pt idx="9386">30000</cx:pt>
          <cx:pt idx="9387">30000</cx:pt>
          <cx:pt idx="9388">30000</cx:pt>
          <cx:pt idx="9389">30000</cx:pt>
          <cx:pt idx="9390">30000</cx:pt>
          <cx:pt idx="9391">30000</cx:pt>
          <cx:pt idx="9392">30000</cx:pt>
          <cx:pt idx="9393">30000</cx:pt>
          <cx:pt idx="9394">30000</cx:pt>
          <cx:pt idx="9395">30000</cx:pt>
          <cx:pt idx="9396">30000</cx:pt>
          <cx:pt idx="9397">30000</cx:pt>
          <cx:pt idx="9398">30000</cx:pt>
          <cx:pt idx="9399">30000</cx:pt>
          <cx:pt idx="9400">30000</cx:pt>
          <cx:pt idx="9401">30000</cx:pt>
          <cx:pt idx="9402">30000</cx:pt>
          <cx:pt idx="9403">30000</cx:pt>
          <cx:pt idx="9404">30000</cx:pt>
          <cx:pt idx="9405">30000</cx:pt>
          <cx:pt idx="9406">30000</cx:pt>
          <cx:pt idx="9407">30000</cx:pt>
          <cx:pt idx="9408">30000</cx:pt>
          <cx:pt idx="9409">30000</cx:pt>
          <cx:pt idx="9410">30000</cx:pt>
          <cx:pt idx="9411">30000</cx:pt>
          <cx:pt idx="9412">30000</cx:pt>
          <cx:pt idx="9413">30000</cx:pt>
          <cx:pt idx="9414">30000</cx:pt>
          <cx:pt idx="9415">30000</cx:pt>
          <cx:pt idx="9416">30000</cx:pt>
          <cx:pt idx="9417">30000</cx:pt>
          <cx:pt idx="9418">30000</cx:pt>
          <cx:pt idx="9419">30000</cx:pt>
          <cx:pt idx="9420">30000</cx:pt>
          <cx:pt idx="9421">30000</cx:pt>
          <cx:pt idx="9422">30000</cx:pt>
          <cx:pt idx="9423">30000</cx:pt>
          <cx:pt idx="9424">30000</cx:pt>
          <cx:pt idx="9425">30000</cx:pt>
          <cx:pt idx="9426">30000</cx:pt>
          <cx:pt idx="9427">30000</cx:pt>
          <cx:pt idx="9428">30000</cx:pt>
          <cx:pt idx="9429">30000</cx:pt>
          <cx:pt idx="9430">30000</cx:pt>
          <cx:pt idx="9431">30000</cx:pt>
          <cx:pt idx="9432">30000</cx:pt>
          <cx:pt idx="9433">30000</cx:pt>
          <cx:pt idx="9434">30000</cx:pt>
          <cx:pt idx="9435">30000</cx:pt>
          <cx:pt idx="9436">30000</cx:pt>
          <cx:pt idx="9437">30000</cx:pt>
          <cx:pt idx="9438">30000</cx:pt>
          <cx:pt idx="9439">30000</cx:pt>
          <cx:pt idx="9440">30000</cx:pt>
          <cx:pt idx="9441">30000</cx:pt>
          <cx:pt idx="9442">30000</cx:pt>
          <cx:pt idx="9443">30000</cx:pt>
          <cx:pt idx="9444">30000</cx:pt>
          <cx:pt idx="9445">30000</cx:pt>
          <cx:pt idx="9446">30000</cx:pt>
          <cx:pt idx="9447">30000</cx:pt>
          <cx:pt idx="9448">30000</cx:pt>
          <cx:pt idx="9449">30000</cx:pt>
          <cx:pt idx="9450">30000</cx:pt>
          <cx:pt idx="9451">30000</cx:pt>
          <cx:pt idx="9452">30000</cx:pt>
          <cx:pt idx="9453">30000</cx:pt>
          <cx:pt idx="9454">30000</cx:pt>
          <cx:pt idx="9455">30000</cx:pt>
          <cx:pt idx="9456">30000</cx:pt>
          <cx:pt idx="9457">30000</cx:pt>
          <cx:pt idx="9458">30000</cx:pt>
          <cx:pt idx="9459">30000</cx:pt>
          <cx:pt idx="9460">30000</cx:pt>
          <cx:pt idx="9461">30000</cx:pt>
          <cx:pt idx="9462">30000</cx:pt>
          <cx:pt idx="9463">30000</cx:pt>
          <cx:pt idx="9464">30000</cx:pt>
          <cx:pt idx="9465">30000</cx:pt>
          <cx:pt idx="9466">30000</cx:pt>
          <cx:pt idx="9467">30000</cx:pt>
          <cx:pt idx="9468">30000</cx:pt>
          <cx:pt idx="9469">30000</cx:pt>
          <cx:pt idx="9470">30000</cx:pt>
          <cx:pt idx="9471">30000</cx:pt>
          <cx:pt idx="9472">30000</cx:pt>
          <cx:pt idx="9473">30000</cx:pt>
          <cx:pt idx="9474">30000</cx:pt>
          <cx:pt idx="9475">30000</cx:pt>
          <cx:pt idx="9476">30000</cx:pt>
          <cx:pt idx="9477">30000</cx:pt>
          <cx:pt idx="9478">30000</cx:pt>
          <cx:pt idx="9479">30000</cx:pt>
          <cx:pt idx="9480">30000</cx:pt>
          <cx:pt idx="9481">30000</cx:pt>
          <cx:pt idx="9482">30000</cx:pt>
          <cx:pt idx="9483">30000</cx:pt>
          <cx:pt idx="9484">30000</cx:pt>
          <cx:pt idx="9485">30000</cx:pt>
          <cx:pt idx="9486">30000</cx:pt>
          <cx:pt idx="9487">30000</cx:pt>
          <cx:pt idx="9488">30000</cx:pt>
          <cx:pt idx="9489">30000</cx:pt>
          <cx:pt idx="9490">30000</cx:pt>
          <cx:pt idx="9491">30000</cx:pt>
          <cx:pt idx="9492">30000</cx:pt>
          <cx:pt idx="9493">30000</cx:pt>
          <cx:pt idx="9494">30000</cx:pt>
          <cx:pt idx="9495">30000</cx:pt>
          <cx:pt idx="9496">30000</cx:pt>
          <cx:pt idx="9497">30000</cx:pt>
          <cx:pt idx="9498">30000</cx:pt>
          <cx:pt idx="9499">30000</cx:pt>
          <cx:pt idx="9500">30000</cx:pt>
          <cx:pt idx="9501">30000</cx:pt>
          <cx:pt idx="9502">30000</cx:pt>
          <cx:pt idx="9503">30000</cx:pt>
          <cx:pt idx="9504">30000</cx:pt>
          <cx:pt idx="9505">30000</cx:pt>
          <cx:pt idx="9506">30000</cx:pt>
          <cx:pt idx="9507">30000</cx:pt>
          <cx:pt idx="9508">30000</cx:pt>
          <cx:pt idx="9509">30004</cx:pt>
          <cx:pt idx="9510">30050</cx:pt>
          <cx:pt idx="9511">30050</cx:pt>
          <cx:pt idx="9512">30100</cx:pt>
          <cx:pt idx="9513">30100</cx:pt>
          <cx:pt idx="9514">30100</cx:pt>
          <cx:pt idx="9515">30100</cx:pt>
          <cx:pt idx="9516">30100</cx:pt>
          <cx:pt idx="9517">30100</cx:pt>
          <cx:pt idx="9518">30100</cx:pt>
          <cx:pt idx="9519">30150</cx:pt>
          <cx:pt idx="9520">30200</cx:pt>
          <cx:pt idx="9521">30200</cx:pt>
          <cx:pt idx="9522">30200</cx:pt>
          <cx:pt idx="9523">30200</cx:pt>
          <cx:pt idx="9524">30200</cx:pt>
          <cx:pt idx="9525">30220</cx:pt>
          <cx:pt idx="9526">30250</cx:pt>
          <cx:pt idx="9527">30250</cx:pt>
          <cx:pt idx="9528">30300</cx:pt>
          <cx:pt idx="9529">30300</cx:pt>
          <cx:pt idx="9530">30300</cx:pt>
          <cx:pt idx="9531">30300</cx:pt>
          <cx:pt idx="9532">30400</cx:pt>
          <cx:pt idx="9533">30400</cx:pt>
          <cx:pt idx="9534">30400</cx:pt>
          <cx:pt idx="9535">30400</cx:pt>
          <cx:pt idx="9536">30400</cx:pt>
          <cx:pt idx="9537">30500</cx:pt>
          <cx:pt idx="9538">30500</cx:pt>
          <cx:pt idx="9539">30500</cx:pt>
          <cx:pt idx="9540">30500</cx:pt>
          <cx:pt idx="9541">30500</cx:pt>
          <cx:pt idx="9542">30500</cx:pt>
          <cx:pt idx="9543">30500</cx:pt>
          <cx:pt idx="9544">30500</cx:pt>
          <cx:pt idx="9545">30600</cx:pt>
          <cx:pt idx="9546">30600</cx:pt>
          <cx:pt idx="9547">30600</cx:pt>
          <cx:pt idx="9548">30600</cx:pt>
          <cx:pt idx="9549">30700</cx:pt>
          <cx:pt idx="9550">30700</cx:pt>
          <cx:pt idx="9551">30700</cx:pt>
          <cx:pt idx="9552">30700</cx:pt>
          <cx:pt idx="9553">30700</cx:pt>
          <cx:pt idx="9554">30700</cx:pt>
          <cx:pt idx="9555">30700</cx:pt>
          <cx:pt idx="9556">30700</cx:pt>
          <cx:pt idx="9557">30800</cx:pt>
          <cx:pt idx="9558">30800</cx:pt>
          <cx:pt idx="9559">30800</cx:pt>
          <cx:pt idx="9560">30800</cx:pt>
          <cx:pt idx="9561">30800</cx:pt>
          <cx:pt idx="9562">30800</cx:pt>
          <cx:pt idx="9563">30900</cx:pt>
          <cx:pt idx="9564">30900</cx:pt>
          <cx:pt idx="9565">30900</cx:pt>
          <cx:pt idx="9566">30900</cx:pt>
          <cx:pt idx="9567">30904</cx:pt>
          <cx:pt idx="9568">30950</cx:pt>
          <cx:pt idx="9569">31000</cx:pt>
          <cx:pt idx="9570">31000</cx:pt>
          <cx:pt idx="9571">31000</cx:pt>
          <cx:pt idx="9572">31000</cx:pt>
          <cx:pt idx="9573">31000</cx:pt>
          <cx:pt idx="9574">31000</cx:pt>
          <cx:pt idx="9575">31000</cx:pt>
          <cx:pt idx="9576">31000</cx:pt>
          <cx:pt idx="9577">31000</cx:pt>
          <cx:pt idx="9578">31000</cx:pt>
          <cx:pt idx="9579">31000</cx:pt>
          <cx:pt idx="9580">31000</cx:pt>
          <cx:pt idx="9581">31000</cx:pt>
          <cx:pt idx="9582">31000</cx:pt>
          <cx:pt idx="9583">31000</cx:pt>
          <cx:pt idx="9584">31000</cx:pt>
          <cx:pt idx="9585">31000</cx:pt>
          <cx:pt idx="9586">31000</cx:pt>
          <cx:pt idx="9587">31000</cx:pt>
          <cx:pt idx="9588">31000</cx:pt>
          <cx:pt idx="9589">31000</cx:pt>
          <cx:pt idx="9590">31000</cx:pt>
          <cx:pt idx="9591">31000</cx:pt>
          <cx:pt idx="9592">31000</cx:pt>
          <cx:pt idx="9593">31000</cx:pt>
          <cx:pt idx="9594">31000</cx:pt>
          <cx:pt idx="9595">31000</cx:pt>
          <cx:pt idx="9596">31020</cx:pt>
          <cx:pt idx="9597">31050</cx:pt>
          <cx:pt idx="9598">31100</cx:pt>
          <cx:pt idx="9599">31100</cx:pt>
          <cx:pt idx="9600">31100</cx:pt>
          <cx:pt idx="9601">31100</cx:pt>
          <cx:pt idx="9602">31100</cx:pt>
          <cx:pt idx="9603">31100</cx:pt>
          <cx:pt idx="9604">31100</cx:pt>
          <cx:pt idx="9605">31150</cx:pt>
          <cx:pt idx="9606">31180</cx:pt>
          <cx:pt idx="9607">31200</cx:pt>
          <cx:pt idx="9608">31200</cx:pt>
          <cx:pt idx="9609">31200</cx:pt>
          <cx:pt idx="9610">31200</cx:pt>
          <cx:pt idx="9611">31200</cx:pt>
          <cx:pt idx="9612">31200</cx:pt>
          <cx:pt idx="9613">31200</cx:pt>
          <cx:pt idx="9614">31200</cx:pt>
          <cx:pt idx="9615">31200</cx:pt>
          <cx:pt idx="9616">31200</cx:pt>
          <cx:pt idx="9617">31200</cx:pt>
          <cx:pt idx="9618">31200</cx:pt>
          <cx:pt idx="9619">31200</cx:pt>
          <cx:pt idx="9620">31300</cx:pt>
          <cx:pt idx="9621">31300</cx:pt>
          <cx:pt idx="9622">31400</cx:pt>
          <cx:pt idx="9623">31400</cx:pt>
          <cx:pt idx="9624">31400</cx:pt>
          <cx:pt idx="9625">31400</cx:pt>
          <cx:pt idx="9626">31500</cx:pt>
          <cx:pt idx="9627">31500</cx:pt>
          <cx:pt idx="9628">31500</cx:pt>
          <cx:pt idx="9629">31500</cx:pt>
          <cx:pt idx="9630">31500</cx:pt>
          <cx:pt idx="9631">31500</cx:pt>
          <cx:pt idx="9632">31600</cx:pt>
          <cx:pt idx="9633">31600</cx:pt>
          <cx:pt idx="9634">31690</cx:pt>
          <cx:pt idx="9635">31700</cx:pt>
          <cx:pt idx="9636">31700</cx:pt>
          <cx:pt idx="9637">31700</cx:pt>
          <cx:pt idx="9638">31700</cx:pt>
          <cx:pt idx="9639">31700</cx:pt>
          <cx:pt idx="9640">31800</cx:pt>
          <cx:pt idx="9641">31800</cx:pt>
          <cx:pt idx="9642">31800</cx:pt>
          <cx:pt idx="9643">31800</cx:pt>
          <cx:pt idx="9644">31800</cx:pt>
          <cx:pt idx="9645">31900</cx:pt>
          <cx:pt idx="9646">31900</cx:pt>
          <cx:pt idx="9647">31900</cx:pt>
          <cx:pt idx="9648">31900</cx:pt>
          <cx:pt idx="9649">32000</cx:pt>
          <cx:pt idx="9650">32000</cx:pt>
          <cx:pt idx="9651">32000</cx:pt>
          <cx:pt idx="9652">32000</cx:pt>
          <cx:pt idx="9653">32000</cx:pt>
          <cx:pt idx="9654">32000</cx:pt>
          <cx:pt idx="9655">32000</cx:pt>
          <cx:pt idx="9656">32000</cx:pt>
          <cx:pt idx="9657">32000</cx:pt>
          <cx:pt idx="9658">32000</cx:pt>
          <cx:pt idx="9659">32000</cx:pt>
          <cx:pt idx="9660">32000</cx:pt>
          <cx:pt idx="9661">32000</cx:pt>
          <cx:pt idx="9662">32000</cx:pt>
          <cx:pt idx="9663">32000</cx:pt>
          <cx:pt idx="9664">32000</cx:pt>
          <cx:pt idx="9665">32000</cx:pt>
          <cx:pt idx="9666">32000</cx:pt>
          <cx:pt idx="9667">32000</cx:pt>
          <cx:pt idx="9668">32000</cx:pt>
          <cx:pt idx="9669">32000</cx:pt>
          <cx:pt idx="9670">32000</cx:pt>
          <cx:pt idx="9671">32000</cx:pt>
          <cx:pt idx="9672">32000</cx:pt>
          <cx:pt idx="9673">32000</cx:pt>
          <cx:pt idx="9674">32000</cx:pt>
          <cx:pt idx="9675">32000</cx:pt>
          <cx:pt idx="9676">32000</cx:pt>
          <cx:pt idx="9677">32000</cx:pt>
          <cx:pt idx="9678">32000</cx:pt>
          <cx:pt idx="9679">32000</cx:pt>
          <cx:pt idx="9680">32000</cx:pt>
          <cx:pt idx="9681">32000</cx:pt>
          <cx:pt idx="9682">32000</cx:pt>
          <cx:pt idx="9683">32000</cx:pt>
          <cx:pt idx="9684">32000</cx:pt>
          <cx:pt idx="9685">32000</cx:pt>
          <cx:pt idx="9686">32000</cx:pt>
          <cx:pt idx="9687">32000</cx:pt>
          <cx:pt idx="9688">32000</cx:pt>
          <cx:pt idx="9689">32000</cx:pt>
          <cx:pt idx="9690">32000</cx:pt>
          <cx:pt idx="9691">32000</cx:pt>
          <cx:pt idx="9692">32000</cx:pt>
          <cx:pt idx="9693">32000</cx:pt>
          <cx:pt idx="9694">32000</cx:pt>
          <cx:pt idx="9695">32000</cx:pt>
          <cx:pt idx="9696">32000</cx:pt>
          <cx:pt idx="9697">32000</cx:pt>
          <cx:pt idx="9698">32000</cx:pt>
          <cx:pt idx="9699">32000</cx:pt>
          <cx:pt idx="9700">32000</cx:pt>
          <cx:pt idx="9701">32000</cx:pt>
          <cx:pt idx="9702">32000</cx:pt>
          <cx:pt idx="9703">32000</cx:pt>
          <cx:pt idx="9704">32000</cx:pt>
          <cx:pt idx="9705">32000</cx:pt>
          <cx:pt idx="9706">32000</cx:pt>
          <cx:pt idx="9707">32000</cx:pt>
          <cx:pt idx="9708">32000</cx:pt>
          <cx:pt idx="9709">32000</cx:pt>
          <cx:pt idx="9710">32000</cx:pt>
          <cx:pt idx="9711">32000</cx:pt>
          <cx:pt idx="9712">32000</cx:pt>
          <cx:pt idx="9713">32000</cx:pt>
          <cx:pt idx="9714">32000</cx:pt>
          <cx:pt idx="9715">32000</cx:pt>
          <cx:pt idx="9716">32000</cx:pt>
          <cx:pt idx="9717">32000</cx:pt>
          <cx:pt idx="9718">32000</cx:pt>
          <cx:pt idx="9719">32000</cx:pt>
          <cx:pt idx="9720">32000</cx:pt>
          <cx:pt idx="9721">32000</cx:pt>
          <cx:pt idx="9722">32000</cx:pt>
          <cx:pt idx="9723">32000</cx:pt>
          <cx:pt idx="9724">32000</cx:pt>
          <cx:pt idx="9725">32000</cx:pt>
          <cx:pt idx="9726">32000</cx:pt>
          <cx:pt idx="9727">32030</cx:pt>
          <cx:pt idx="9728">32100</cx:pt>
          <cx:pt idx="9729">32100</cx:pt>
          <cx:pt idx="9730">32100</cx:pt>
          <cx:pt idx="9731">32100</cx:pt>
          <cx:pt idx="9732">32100</cx:pt>
          <cx:pt idx="9733">32100</cx:pt>
          <cx:pt idx="9734">32200</cx:pt>
          <cx:pt idx="9735">32200</cx:pt>
          <cx:pt idx="9736">32200</cx:pt>
          <cx:pt idx="9737">32200</cx:pt>
          <cx:pt idx="9738">32200</cx:pt>
          <cx:pt idx="9739">32200</cx:pt>
          <cx:pt idx="9740">32200</cx:pt>
          <cx:pt idx="9741">32200</cx:pt>
          <cx:pt idx="9742">32200</cx:pt>
          <cx:pt idx="9743">32200</cx:pt>
          <cx:pt idx="9744">32200</cx:pt>
          <cx:pt idx="9745">32200</cx:pt>
          <cx:pt idx="9746">32280</cx:pt>
          <cx:pt idx="9747">32300</cx:pt>
          <cx:pt idx="9748">32300</cx:pt>
          <cx:pt idx="9749">32300</cx:pt>
          <cx:pt idx="9750">32300</cx:pt>
          <cx:pt idx="9751">32300</cx:pt>
          <cx:pt idx="9752">32304</cx:pt>
          <cx:pt idx="9753">32320</cx:pt>
          <cx:pt idx="9754">32400</cx:pt>
          <cx:pt idx="9755">32400</cx:pt>
          <cx:pt idx="9756">32400</cx:pt>
          <cx:pt idx="9757">32400</cx:pt>
          <cx:pt idx="9758">32400</cx:pt>
          <cx:pt idx="9759">32400</cx:pt>
          <cx:pt idx="9760">32500</cx:pt>
          <cx:pt idx="9761">32500</cx:pt>
          <cx:pt idx="9762">32500</cx:pt>
          <cx:pt idx="9763">32500</cx:pt>
          <cx:pt idx="9764">32500</cx:pt>
          <cx:pt idx="9765">32500</cx:pt>
          <cx:pt idx="9766">32600</cx:pt>
          <cx:pt idx="9767">32600</cx:pt>
          <cx:pt idx="9768">32600</cx:pt>
          <cx:pt idx="9769">32600</cx:pt>
          <cx:pt idx="9770">32600</cx:pt>
          <cx:pt idx="9771">32600</cx:pt>
          <cx:pt idx="9772">32600</cx:pt>
          <cx:pt idx="9773">32700</cx:pt>
          <cx:pt idx="9774">32700</cx:pt>
          <cx:pt idx="9775">32800</cx:pt>
          <cx:pt idx="9776">32800</cx:pt>
          <cx:pt idx="9777">32800</cx:pt>
          <cx:pt idx="9778">32800</cx:pt>
          <cx:pt idx="9779">32800</cx:pt>
          <cx:pt idx="9780">32900</cx:pt>
          <cx:pt idx="9781">32900</cx:pt>
          <cx:pt idx="9782">32900</cx:pt>
          <cx:pt idx="9783">32900</cx:pt>
          <cx:pt idx="9784">32900</cx:pt>
          <cx:pt idx="9785">32900</cx:pt>
          <cx:pt idx="9786">32900</cx:pt>
          <cx:pt idx="9787">32920</cx:pt>
          <cx:pt idx="9788">32940</cx:pt>
          <cx:pt idx="9789">33000</cx:pt>
          <cx:pt idx="9790">33000</cx:pt>
          <cx:pt idx="9791">33000</cx:pt>
          <cx:pt idx="9792">33000</cx:pt>
          <cx:pt idx="9793">33000</cx:pt>
          <cx:pt idx="9794">33000</cx:pt>
          <cx:pt idx="9795">33000</cx:pt>
          <cx:pt idx="9796">33000</cx:pt>
          <cx:pt idx="9797">33000</cx:pt>
          <cx:pt idx="9798">33000</cx:pt>
          <cx:pt idx="9799">33000</cx:pt>
          <cx:pt idx="9800">33000</cx:pt>
          <cx:pt idx="9801">33000</cx:pt>
          <cx:pt idx="9802">33000</cx:pt>
          <cx:pt idx="9803">33000</cx:pt>
          <cx:pt idx="9804">33000</cx:pt>
          <cx:pt idx="9805">33000</cx:pt>
          <cx:pt idx="9806">33000</cx:pt>
          <cx:pt idx="9807">33000</cx:pt>
          <cx:pt idx="9808">33000</cx:pt>
          <cx:pt idx="9809">33000</cx:pt>
          <cx:pt idx="9810">33000</cx:pt>
          <cx:pt idx="9811">33000</cx:pt>
          <cx:pt idx="9812">33000</cx:pt>
          <cx:pt idx="9813">33000</cx:pt>
          <cx:pt idx="9814">33000</cx:pt>
          <cx:pt idx="9815">33000</cx:pt>
          <cx:pt idx="9816">33000</cx:pt>
          <cx:pt idx="9817">33000</cx:pt>
          <cx:pt idx="9818">33000</cx:pt>
          <cx:pt idx="9819">33000</cx:pt>
          <cx:pt idx="9820">33000</cx:pt>
          <cx:pt idx="9821">33000</cx:pt>
          <cx:pt idx="9822">33000</cx:pt>
          <cx:pt idx="9823">33000</cx:pt>
          <cx:pt idx="9824">33000</cx:pt>
          <cx:pt idx="9825">33000</cx:pt>
          <cx:pt idx="9826">33000</cx:pt>
          <cx:pt idx="9827">33000</cx:pt>
          <cx:pt idx="9828">33000</cx:pt>
          <cx:pt idx="9829">33000</cx:pt>
          <cx:pt idx="9830">33000</cx:pt>
          <cx:pt idx="9831">33000</cx:pt>
          <cx:pt idx="9832">33000</cx:pt>
          <cx:pt idx="9833">33000</cx:pt>
          <cx:pt idx="9834">33000</cx:pt>
          <cx:pt idx="9835">33000</cx:pt>
          <cx:pt idx="9836">33000</cx:pt>
          <cx:pt idx="9837">33000</cx:pt>
          <cx:pt idx="9838">33000</cx:pt>
          <cx:pt idx="9839">33050</cx:pt>
          <cx:pt idx="9840">33050</cx:pt>
          <cx:pt idx="9841">33070</cx:pt>
          <cx:pt idx="9842">33100</cx:pt>
          <cx:pt idx="9843">33180</cx:pt>
          <cx:pt idx="9844">33200</cx:pt>
          <cx:pt idx="9845">33200</cx:pt>
          <cx:pt idx="9846">33200</cx:pt>
          <cx:pt idx="9847">33300</cx:pt>
          <cx:pt idx="9848">33300</cx:pt>
          <cx:pt idx="9849">33300</cx:pt>
          <cx:pt idx="9850">33300</cx:pt>
          <cx:pt idx="9851">33300</cx:pt>
          <cx:pt idx="9852">33300</cx:pt>
          <cx:pt idx="9853">33300</cx:pt>
          <cx:pt idx="9854">33300</cx:pt>
          <cx:pt idx="9855">33300</cx:pt>
          <cx:pt idx="9856">33300</cx:pt>
          <cx:pt idx="9857">33300</cx:pt>
          <cx:pt idx="9858">33300</cx:pt>
          <cx:pt idx="9859">33300</cx:pt>
          <cx:pt idx="9860">33400</cx:pt>
          <cx:pt idx="9861">33400</cx:pt>
          <cx:pt idx="9862">33400</cx:pt>
          <cx:pt idx="9863">33450</cx:pt>
          <cx:pt idx="9864">33500</cx:pt>
          <cx:pt idx="9865">33500</cx:pt>
          <cx:pt idx="9866">33500</cx:pt>
          <cx:pt idx="9867">33500</cx:pt>
          <cx:pt idx="9868">33600</cx:pt>
          <cx:pt idx="9869">33600</cx:pt>
          <cx:pt idx="9870">33600</cx:pt>
          <cx:pt idx="9871">33600</cx:pt>
          <cx:pt idx="9872">33600</cx:pt>
          <cx:pt idx="9873">33600</cx:pt>
          <cx:pt idx="9874">33600</cx:pt>
          <cx:pt idx="9875">33600</cx:pt>
          <cx:pt idx="9876">33600</cx:pt>
          <cx:pt idx="9877">33600</cx:pt>
          <cx:pt idx="9878">33600</cx:pt>
          <cx:pt idx="9879">33600</cx:pt>
          <cx:pt idx="9880">33640</cx:pt>
          <cx:pt idx="9881">33700</cx:pt>
          <cx:pt idx="9882">33700</cx:pt>
          <cx:pt idx="9883">33700</cx:pt>
          <cx:pt idx="9884">33700</cx:pt>
          <cx:pt idx="9885">33700</cx:pt>
          <cx:pt idx="9886">33710</cx:pt>
          <cx:pt idx="9887">33800</cx:pt>
          <cx:pt idx="9888">33850</cx:pt>
          <cx:pt idx="9889">33900</cx:pt>
          <cx:pt idx="9890">33900</cx:pt>
          <cx:pt idx="9891">33900</cx:pt>
          <cx:pt idx="9892">33900</cx:pt>
          <cx:pt idx="9893">33900</cx:pt>
          <cx:pt idx="9894">33900</cx:pt>
          <cx:pt idx="9895">34000</cx:pt>
          <cx:pt idx="9896">34000</cx:pt>
          <cx:pt idx="9897">34000</cx:pt>
          <cx:pt idx="9898">34000</cx:pt>
          <cx:pt idx="9899">34000</cx:pt>
          <cx:pt idx="9900">34000</cx:pt>
          <cx:pt idx="9901">34000</cx:pt>
          <cx:pt idx="9902">34000</cx:pt>
          <cx:pt idx="9903">34000</cx:pt>
          <cx:pt idx="9904">34000</cx:pt>
          <cx:pt idx="9905">34000</cx:pt>
          <cx:pt idx="9906">34000</cx:pt>
          <cx:pt idx="9907">34000</cx:pt>
          <cx:pt idx="9908">34000</cx:pt>
          <cx:pt idx="9909">34000</cx:pt>
          <cx:pt idx="9910">34000</cx:pt>
          <cx:pt idx="9911">34000</cx:pt>
          <cx:pt idx="9912">34000</cx:pt>
          <cx:pt idx="9913">34000</cx:pt>
          <cx:pt idx="9914">34000</cx:pt>
          <cx:pt idx="9915">34000</cx:pt>
          <cx:pt idx="9916">34000</cx:pt>
          <cx:pt idx="9917">34000</cx:pt>
          <cx:pt idx="9918">34000</cx:pt>
          <cx:pt idx="9919">34000</cx:pt>
          <cx:pt idx="9920">34000</cx:pt>
          <cx:pt idx="9921">34000</cx:pt>
          <cx:pt idx="9922">34000</cx:pt>
          <cx:pt idx="9923">34000</cx:pt>
          <cx:pt idx="9924">34000</cx:pt>
          <cx:pt idx="9925">34000</cx:pt>
          <cx:pt idx="9926">34000</cx:pt>
          <cx:pt idx="9927">34000</cx:pt>
          <cx:pt idx="9928">34000</cx:pt>
          <cx:pt idx="9929">34000</cx:pt>
          <cx:pt idx="9930">34000</cx:pt>
          <cx:pt idx="9931">34000</cx:pt>
          <cx:pt idx="9932">34000</cx:pt>
          <cx:pt idx="9933">34000</cx:pt>
          <cx:pt idx="9934">34000</cx:pt>
          <cx:pt idx="9935">34000</cx:pt>
          <cx:pt idx="9936">34000</cx:pt>
          <cx:pt idx="9937">34030</cx:pt>
          <cx:pt idx="9938">34050</cx:pt>
          <cx:pt idx="9939">34100</cx:pt>
          <cx:pt idx="9940">34100</cx:pt>
          <cx:pt idx="9941">34100</cx:pt>
          <cx:pt idx="9942">34100</cx:pt>
          <cx:pt idx="9943">34200</cx:pt>
          <cx:pt idx="9944">34200</cx:pt>
          <cx:pt idx="9945">34200</cx:pt>
          <cx:pt idx="9946">34200</cx:pt>
          <cx:pt idx="9947">34200</cx:pt>
          <cx:pt idx="9948">34200</cx:pt>
          <cx:pt idx="9949">34200</cx:pt>
          <cx:pt idx="9950">34200</cx:pt>
          <cx:pt idx="9951">34200</cx:pt>
          <cx:pt idx="9952">34200</cx:pt>
          <cx:pt idx="9953">34220</cx:pt>
          <cx:pt idx="9954">34300</cx:pt>
          <cx:pt idx="9955">34300</cx:pt>
          <cx:pt idx="9956">34300</cx:pt>
          <cx:pt idx="9957">34300</cx:pt>
          <cx:pt idx="9958">34300</cx:pt>
          <cx:pt idx="9959">34320</cx:pt>
          <cx:pt idx="9960">34400</cx:pt>
          <cx:pt idx="9961">34400</cx:pt>
          <cx:pt idx="9962">34400</cx:pt>
          <cx:pt idx="9963">34400</cx:pt>
          <cx:pt idx="9964">34500</cx:pt>
          <cx:pt idx="9965">34600</cx:pt>
          <cx:pt idx="9966">34600</cx:pt>
          <cx:pt idx="9967">34600</cx:pt>
          <cx:pt idx="9968">34600</cx:pt>
          <cx:pt idx="9969">34700</cx:pt>
          <cx:pt idx="9970">34700</cx:pt>
          <cx:pt idx="9971">34700</cx:pt>
          <cx:pt idx="9972">34730</cx:pt>
          <cx:pt idx="9973">34800</cx:pt>
          <cx:pt idx="9974">34800</cx:pt>
          <cx:pt idx="9975">34800</cx:pt>
          <cx:pt idx="9976">34800</cx:pt>
          <cx:pt idx="9977">34800</cx:pt>
          <cx:pt idx="9978">34800</cx:pt>
          <cx:pt idx="9979">34800</cx:pt>
          <cx:pt idx="9980">34800</cx:pt>
          <cx:pt idx="9981">34900</cx:pt>
          <cx:pt idx="9982">34900</cx:pt>
          <cx:pt idx="9983">34900</cx:pt>
          <cx:pt idx="9984">34900</cx:pt>
          <cx:pt idx="9985">34900</cx:pt>
          <cx:pt idx="9986">34900</cx:pt>
          <cx:pt idx="9987">35000</cx:pt>
          <cx:pt idx="9988">35000</cx:pt>
          <cx:pt idx="9989">35000</cx:pt>
          <cx:pt idx="9990">35000</cx:pt>
          <cx:pt idx="9991">35000</cx:pt>
          <cx:pt idx="9992">35000</cx:pt>
          <cx:pt idx="9993">35000</cx:pt>
          <cx:pt idx="9994">35000</cx:pt>
          <cx:pt idx="9995">35000</cx:pt>
          <cx:pt idx="9996">35000</cx:pt>
          <cx:pt idx="9997">35000</cx:pt>
          <cx:pt idx="9998">35000</cx:pt>
          <cx:pt idx="9999">35000</cx:pt>
          <cx:pt idx="10000">35000</cx:pt>
          <cx:pt idx="10001">35000</cx:pt>
          <cx:pt idx="10002">35000</cx:pt>
          <cx:pt idx="10003">35000</cx:pt>
          <cx:pt idx="10004">35000</cx:pt>
          <cx:pt idx="10005">35000</cx:pt>
          <cx:pt idx="10006">35000</cx:pt>
          <cx:pt idx="10007">35000</cx:pt>
          <cx:pt idx="10008">35000</cx:pt>
          <cx:pt idx="10009">35000</cx:pt>
          <cx:pt idx="10010">35000</cx:pt>
          <cx:pt idx="10011">35000</cx:pt>
          <cx:pt idx="10012">35000</cx:pt>
          <cx:pt idx="10013">35000</cx:pt>
          <cx:pt idx="10014">35000</cx:pt>
          <cx:pt idx="10015">35000</cx:pt>
          <cx:pt idx="10016">35000</cx:pt>
          <cx:pt idx="10017">35000</cx:pt>
          <cx:pt idx="10018">35000</cx:pt>
          <cx:pt idx="10019">35000</cx:pt>
          <cx:pt idx="10020">35000</cx:pt>
          <cx:pt idx="10021">35000</cx:pt>
          <cx:pt idx="10022">35000</cx:pt>
          <cx:pt idx="10023">35000</cx:pt>
          <cx:pt idx="10024">35000</cx:pt>
          <cx:pt idx="10025">35000</cx:pt>
          <cx:pt idx="10026">35000</cx:pt>
          <cx:pt idx="10027">35000</cx:pt>
          <cx:pt idx="10028">35000</cx:pt>
          <cx:pt idx="10029">35000</cx:pt>
          <cx:pt idx="10030">35000</cx:pt>
          <cx:pt idx="10031">35000</cx:pt>
          <cx:pt idx="10032">35000</cx:pt>
          <cx:pt idx="10033">35000</cx:pt>
          <cx:pt idx="10034">35000</cx:pt>
          <cx:pt idx="10035">35000</cx:pt>
          <cx:pt idx="10036">35000</cx:pt>
          <cx:pt idx="10037">35000</cx:pt>
          <cx:pt idx="10038">35000</cx:pt>
          <cx:pt idx="10039">35000</cx:pt>
          <cx:pt idx="10040">35000</cx:pt>
          <cx:pt idx="10041">35000</cx:pt>
          <cx:pt idx="10042">35000</cx:pt>
          <cx:pt idx="10043">35000</cx:pt>
          <cx:pt idx="10044">35000</cx:pt>
          <cx:pt idx="10045">35000</cx:pt>
          <cx:pt idx="10046">35000</cx:pt>
          <cx:pt idx="10047">35000</cx:pt>
          <cx:pt idx="10048">35000</cx:pt>
          <cx:pt idx="10049">35000</cx:pt>
          <cx:pt idx="10050">35000</cx:pt>
          <cx:pt idx="10051">35000</cx:pt>
          <cx:pt idx="10052">35000</cx:pt>
          <cx:pt idx="10053">35000</cx:pt>
          <cx:pt idx="10054">35000</cx:pt>
          <cx:pt idx="10055">35000</cx:pt>
          <cx:pt idx="10056">35000</cx:pt>
          <cx:pt idx="10057">35000</cx:pt>
          <cx:pt idx="10058">35000</cx:pt>
          <cx:pt idx="10059">35000</cx:pt>
          <cx:pt idx="10060">35000</cx:pt>
          <cx:pt idx="10061">35000</cx:pt>
          <cx:pt idx="10062">35000</cx:pt>
          <cx:pt idx="10063">35000</cx:pt>
          <cx:pt idx="10064">35000</cx:pt>
          <cx:pt idx="10065">35000</cx:pt>
          <cx:pt idx="10066">35000</cx:pt>
          <cx:pt idx="10067">35000</cx:pt>
          <cx:pt idx="10068">35000</cx:pt>
          <cx:pt idx="10069">35000</cx:pt>
          <cx:pt idx="10070">35000</cx:pt>
          <cx:pt idx="10071">35000</cx:pt>
          <cx:pt idx="10072">35000</cx:pt>
          <cx:pt idx="10073">35000</cx:pt>
          <cx:pt idx="10074">35000</cx:pt>
          <cx:pt idx="10075">35000</cx:pt>
          <cx:pt idx="10076">35000</cx:pt>
          <cx:pt idx="10077">35000</cx:pt>
          <cx:pt idx="10078">35000</cx:pt>
          <cx:pt idx="10079">35000</cx:pt>
          <cx:pt idx="10080">35000</cx:pt>
          <cx:pt idx="10081">35000</cx:pt>
          <cx:pt idx="10082">35000</cx:pt>
          <cx:pt idx="10083">35000</cx:pt>
          <cx:pt idx="10084">35000</cx:pt>
          <cx:pt idx="10085">35000</cx:pt>
          <cx:pt idx="10086">35000</cx:pt>
          <cx:pt idx="10087">35000</cx:pt>
          <cx:pt idx="10088">35000</cx:pt>
          <cx:pt idx="10089">35000</cx:pt>
          <cx:pt idx="10090">35000</cx:pt>
          <cx:pt idx="10091">35000</cx:pt>
          <cx:pt idx="10092">35000</cx:pt>
          <cx:pt idx="10093">35000</cx:pt>
          <cx:pt idx="10094">35000</cx:pt>
          <cx:pt idx="10095">35000</cx:pt>
          <cx:pt idx="10096">35000</cx:pt>
          <cx:pt idx="10097">35000</cx:pt>
          <cx:pt idx="10098">35000</cx:pt>
          <cx:pt idx="10099">35000</cx:pt>
          <cx:pt idx="10100">35000</cx:pt>
          <cx:pt idx="10101">35000</cx:pt>
          <cx:pt idx="10102">35000</cx:pt>
          <cx:pt idx="10103">35000</cx:pt>
          <cx:pt idx="10104">35000</cx:pt>
          <cx:pt idx="10105">35000</cx:pt>
          <cx:pt idx="10106">35000</cx:pt>
          <cx:pt idx="10107">35000</cx:pt>
          <cx:pt idx="10108">35000</cx:pt>
          <cx:pt idx="10109">35000</cx:pt>
          <cx:pt idx="10110">35000</cx:pt>
          <cx:pt idx="10111">35000</cx:pt>
          <cx:pt idx="10112">35000</cx:pt>
          <cx:pt idx="10113">35000</cx:pt>
          <cx:pt idx="10114">35000</cx:pt>
          <cx:pt idx="10115">35000</cx:pt>
          <cx:pt idx="10116">35000</cx:pt>
          <cx:pt idx="10117">35000</cx:pt>
          <cx:pt idx="10118">35000</cx:pt>
          <cx:pt idx="10119">35000</cx:pt>
          <cx:pt idx="10120">35000</cx:pt>
          <cx:pt idx="10121">35000</cx:pt>
          <cx:pt idx="10122">35000</cx:pt>
          <cx:pt idx="10123">35000</cx:pt>
          <cx:pt idx="10124">35000</cx:pt>
          <cx:pt idx="10125">35000</cx:pt>
          <cx:pt idx="10126">35000</cx:pt>
          <cx:pt idx="10127">35000</cx:pt>
          <cx:pt idx="10128">35000</cx:pt>
          <cx:pt idx="10129">35000</cx:pt>
          <cx:pt idx="10130">35000</cx:pt>
          <cx:pt idx="10131">35000</cx:pt>
          <cx:pt idx="10132">35000</cx:pt>
          <cx:pt idx="10133">35000</cx:pt>
          <cx:pt idx="10134">35000</cx:pt>
          <cx:pt idx="10135">35000</cx:pt>
          <cx:pt idx="10136">35000</cx:pt>
          <cx:pt idx="10137">35000</cx:pt>
          <cx:pt idx="10138">35000</cx:pt>
          <cx:pt idx="10139">35000</cx:pt>
          <cx:pt idx="10140">35000</cx:pt>
          <cx:pt idx="10141">35000</cx:pt>
          <cx:pt idx="10142">35000</cx:pt>
          <cx:pt idx="10143">35000</cx:pt>
          <cx:pt idx="10144">35000</cx:pt>
          <cx:pt idx="10145">35001</cx:pt>
          <cx:pt idx="10146">35010</cx:pt>
          <cx:pt idx="10147">35050</cx:pt>
          <cx:pt idx="10148">35050</cx:pt>
          <cx:pt idx="10149">35080</cx:pt>
          <cx:pt idx="10150">35100</cx:pt>
          <cx:pt idx="10151">35100</cx:pt>
          <cx:pt idx="10152">35100</cx:pt>
          <cx:pt idx="10153">35200</cx:pt>
          <cx:pt idx="10154">35200</cx:pt>
          <cx:pt idx="10155">35200</cx:pt>
          <cx:pt idx="10156">35200</cx:pt>
          <cx:pt idx="10157">35200</cx:pt>
          <cx:pt idx="10158">35200</cx:pt>
          <cx:pt idx="10159">35230</cx:pt>
          <cx:pt idx="10160">35300</cx:pt>
          <cx:pt idx="10161">35300</cx:pt>
          <cx:pt idx="10162">35400</cx:pt>
          <cx:pt idx="10163">35400</cx:pt>
          <cx:pt idx="10164">35400</cx:pt>
          <cx:pt idx="10165">35400</cx:pt>
          <cx:pt idx="10166">35430</cx:pt>
          <cx:pt idx="10167">35500</cx:pt>
          <cx:pt idx="10168">35500</cx:pt>
          <cx:pt idx="10169">35500</cx:pt>
          <cx:pt idx="10170">35500</cx:pt>
          <cx:pt idx="10171">35500</cx:pt>
          <cx:pt idx="10172">35500</cx:pt>
          <cx:pt idx="10173">35500</cx:pt>
          <cx:pt idx="10174">35500</cx:pt>
          <cx:pt idx="10175">35550</cx:pt>
          <cx:pt idx="10176">35550</cx:pt>
          <cx:pt idx="10177">35600</cx:pt>
          <cx:pt idx="10178">35690</cx:pt>
          <cx:pt idx="10179">35700</cx:pt>
          <cx:pt idx="10180">35700</cx:pt>
          <cx:pt idx="10181">35700</cx:pt>
          <cx:pt idx="10182">35700</cx:pt>
          <cx:pt idx="10183">35700</cx:pt>
          <cx:pt idx="10184">35700</cx:pt>
          <cx:pt idx="10185">35740</cx:pt>
          <cx:pt idx="10186">35800</cx:pt>
          <cx:pt idx="10187">35800</cx:pt>
          <cx:pt idx="10188">35800</cx:pt>
          <cx:pt idx="10189">35800</cx:pt>
          <cx:pt idx="10190">35800</cx:pt>
          <cx:pt idx="10191">35800</cx:pt>
          <cx:pt idx="10192">35900</cx:pt>
          <cx:pt idx="10193">35980</cx:pt>
          <cx:pt idx="10194">36000</cx:pt>
          <cx:pt idx="10195">36000</cx:pt>
          <cx:pt idx="10196">36000</cx:pt>
          <cx:pt idx="10197">36000</cx:pt>
          <cx:pt idx="10198">36000</cx:pt>
          <cx:pt idx="10199">36000</cx:pt>
          <cx:pt idx="10200">36000</cx:pt>
          <cx:pt idx="10201">36000</cx:pt>
          <cx:pt idx="10202">36000</cx:pt>
          <cx:pt idx="10203">36000</cx:pt>
          <cx:pt idx="10204">36000</cx:pt>
          <cx:pt idx="10205">36000</cx:pt>
          <cx:pt idx="10206">36000</cx:pt>
          <cx:pt idx="10207">36000</cx:pt>
          <cx:pt idx="10208">36000</cx:pt>
          <cx:pt idx="10209">36000</cx:pt>
          <cx:pt idx="10210">36000</cx:pt>
          <cx:pt idx="10211">36000</cx:pt>
          <cx:pt idx="10212">36000</cx:pt>
          <cx:pt idx="10213">36000</cx:pt>
          <cx:pt idx="10214">36000</cx:pt>
          <cx:pt idx="10215">36000</cx:pt>
          <cx:pt idx="10216">36000</cx:pt>
          <cx:pt idx="10217">36000</cx:pt>
          <cx:pt idx="10218">36000</cx:pt>
          <cx:pt idx="10219">36000</cx:pt>
          <cx:pt idx="10220">36000</cx:pt>
          <cx:pt idx="10221">36000</cx:pt>
          <cx:pt idx="10222">36000</cx:pt>
          <cx:pt idx="10223">36000</cx:pt>
          <cx:pt idx="10224">36000</cx:pt>
          <cx:pt idx="10225">36000</cx:pt>
          <cx:pt idx="10226">36000</cx:pt>
          <cx:pt idx="10227">36000</cx:pt>
          <cx:pt idx="10228">36000</cx:pt>
          <cx:pt idx="10229">36000</cx:pt>
          <cx:pt idx="10230">36000</cx:pt>
          <cx:pt idx="10231">36000</cx:pt>
          <cx:pt idx="10232">36000</cx:pt>
          <cx:pt idx="10233">36000</cx:pt>
          <cx:pt idx="10234">36000</cx:pt>
          <cx:pt idx="10235">36000</cx:pt>
          <cx:pt idx="10236">36000</cx:pt>
          <cx:pt idx="10237">36000</cx:pt>
          <cx:pt idx="10238">36000</cx:pt>
          <cx:pt idx="10239">36000</cx:pt>
          <cx:pt idx="10240">36000</cx:pt>
          <cx:pt idx="10241">36000</cx:pt>
          <cx:pt idx="10242">36000</cx:pt>
          <cx:pt idx="10243">36000</cx:pt>
          <cx:pt idx="10244">36000</cx:pt>
          <cx:pt idx="10245">36000</cx:pt>
          <cx:pt idx="10246">36000</cx:pt>
          <cx:pt idx="10247">36000</cx:pt>
          <cx:pt idx="10248">36000</cx:pt>
          <cx:pt idx="10249">36000</cx:pt>
          <cx:pt idx="10250">36000</cx:pt>
          <cx:pt idx="10251">36000</cx:pt>
          <cx:pt idx="10252">36000</cx:pt>
          <cx:pt idx="10253">36000</cx:pt>
          <cx:pt idx="10254">36000</cx:pt>
          <cx:pt idx="10255">36000</cx:pt>
          <cx:pt idx="10256">36000</cx:pt>
          <cx:pt idx="10257">36000</cx:pt>
          <cx:pt idx="10258">36000</cx:pt>
          <cx:pt idx="10259">36000</cx:pt>
          <cx:pt idx="10260">36000</cx:pt>
          <cx:pt idx="10261">36000</cx:pt>
          <cx:pt idx="10262">36000</cx:pt>
          <cx:pt idx="10263">36000</cx:pt>
          <cx:pt idx="10264">36000</cx:pt>
          <cx:pt idx="10265">36000</cx:pt>
          <cx:pt idx="10266">36000</cx:pt>
          <cx:pt idx="10267">36000</cx:pt>
          <cx:pt idx="10268">36000</cx:pt>
          <cx:pt idx="10269">36000</cx:pt>
          <cx:pt idx="10270">36000</cx:pt>
          <cx:pt idx="10271">36000</cx:pt>
          <cx:pt idx="10272">36000</cx:pt>
          <cx:pt idx="10273">36000</cx:pt>
          <cx:pt idx="10274">36000</cx:pt>
          <cx:pt idx="10275">36000</cx:pt>
          <cx:pt idx="10276">36000</cx:pt>
          <cx:pt idx="10277">36000</cx:pt>
          <cx:pt idx="10278">36000</cx:pt>
          <cx:pt idx="10279">36000</cx:pt>
          <cx:pt idx="10280">36000</cx:pt>
          <cx:pt idx="10281">36000</cx:pt>
          <cx:pt idx="10282">36000</cx:pt>
          <cx:pt idx="10283">36000</cx:pt>
          <cx:pt idx="10284">36000</cx:pt>
          <cx:pt idx="10285">36000</cx:pt>
          <cx:pt idx="10286">36000</cx:pt>
          <cx:pt idx="10287">36000</cx:pt>
          <cx:pt idx="10288">36000</cx:pt>
          <cx:pt idx="10289">36000</cx:pt>
          <cx:pt idx="10290">36000</cx:pt>
          <cx:pt idx="10291">36000</cx:pt>
          <cx:pt idx="10292">36000</cx:pt>
          <cx:pt idx="10293">36000</cx:pt>
          <cx:pt idx="10294">36000</cx:pt>
          <cx:pt idx="10295">36000</cx:pt>
          <cx:pt idx="10296">36000</cx:pt>
          <cx:pt idx="10297">36000</cx:pt>
          <cx:pt idx="10298">36000</cx:pt>
          <cx:pt idx="10299">36000</cx:pt>
          <cx:pt idx="10300">36000</cx:pt>
          <cx:pt idx="10301">36000</cx:pt>
          <cx:pt idx="10302">36000</cx:pt>
          <cx:pt idx="10303">36100</cx:pt>
          <cx:pt idx="10304">36100</cx:pt>
          <cx:pt idx="10305">36100</cx:pt>
          <cx:pt idx="10306">36100</cx:pt>
          <cx:pt idx="10307">36100</cx:pt>
          <cx:pt idx="10308">36200</cx:pt>
          <cx:pt idx="10309">36200</cx:pt>
          <cx:pt idx="10310">36200</cx:pt>
          <cx:pt idx="10311">36200</cx:pt>
          <cx:pt idx="10312">36260</cx:pt>
          <cx:pt idx="10313">36300</cx:pt>
          <cx:pt idx="10314">36300</cx:pt>
          <cx:pt idx="10315">36300</cx:pt>
          <cx:pt idx="10316">36300</cx:pt>
          <cx:pt idx="10317">36400</cx:pt>
          <cx:pt idx="10318">36400</cx:pt>
          <cx:pt idx="10319">36400</cx:pt>
          <cx:pt idx="10320">36410</cx:pt>
          <cx:pt idx="10321">36440</cx:pt>
          <cx:pt idx="10322">36500</cx:pt>
          <cx:pt idx="10323">36500</cx:pt>
          <cx:pt idx="10324">36500</cx:pt>
          <cx:pt idx="10325">36500</cx:pt>
          <cx:pt idx="10326">36500</cx:pt>
          <cx:pt idx="10327">36500</cx:pt>
          <cx:pt idx="10328">36520</cx:pt>
          <cx:pt idx="10329">36600</cx:pt>
          <cx:pt idx="10330">36600</cx:pt>
          <cx:pt idx="10331">36600</cx:pt>
          <cx:pt idx="10332">36600</cx:pt>
          <cx:pt idx="10333">36600</cx:pt>
          <cx:pt idx="10334">36600</cx:pt>
          <cx:pt idx="10335">36700</cx:pt>
          <cx:pt idx="10336">36800</cx:pt>
          <cx:pt idx="10337">36800</cx:pt>
          <cx:pt idx="10338">36800</cx:pt>
          <cx:pt idx="10339">36800</cx:pt>
          <cx:pt idx="10340">36800</cx:pt>
          <cx:pt idx="10341">36800</cx:pt>
          <cx:pt idx="10342">36800</cx:pt>
          <cx:pt idx="10343">36800</cx:pt>
          <cx:pt idx="10344">36800</cx:pt>
          <cx:pt idx="10345">36900</cx:pt>
          <cx:pt idx="10346">36900</cx:pt>
          <cx:pt idx="10347">37000</cx:pt>
          <cx:pt idx="10348">37000</cx:pt>
          <cx:pt idx="10349">37000</cx:pt>
          <cx:pt idx="10350">37000</cx:pt>
          <cx:pt idx="10351">37000</cx:pt>
          <cx:pt idx="10352">37000</cx:pt>
          <cx:pt idx="10353">37000</cx:pt>
          <cx:pt idx="10354">37000</cx:pt>
          <cx:pt idx="10355">37000</cx:pt>
          <cx:pt idx="10356">37000</cx:pt>
          <cx:pt idx="10357">37000</cx:pt>
          <cx:pt idx="10358">37000</cx:pt>
          <cx:pt idx="10359">37000</cx:pt>
          <cx:pt idx="10360">37000</cx:pt>
          <cx:pt idx="10361">37000</cx:pt>
          <cx:pt idx="10362">37000</cx:pt>
          <cx:pt idx="10363">37000</cx:pt>
          <cx:pt idx="10364">37000</cx:pt>
          <cx:pt idx="10365">37000</cx:pt>
          <cx:pt idx="10366">37000</cx:pt>
          <cx:pt idx="10367">37000</cx:pt>
          <cx:pt idx="10368">37000</cx:pt>
          <cx:pt idx="10369">37000</cx:pt>
          <cx:pt idx="10370">37000</cx:pt>
          <cx:pt idx="10371">37000</cx:pt>
          <cx:pt idx="10372">37000</cx:pt>
          <cx:pt idx="10373">37000</cx:pt>
          <cx:pt idx="10374">37000</cx:pt>
          <cx:pt idx="10375">37000</cx:pt>
          <cx:pt idx="10376">37000</cx:pt>
          <cx:pt idx="10377">37000</cx:pt>
          <cx:pt idx="10378">37000</cx:pt>
          <cx:pt idx="10379">37000</cx:pt>
          <cx:pt idx="10380">37000</cx:pt>
          <cx:pt idx="10381">37000</cx:pt>
          <cx:pt idx="10382">37000</cx:pt>
          <cx:pt idx="10383">37000</cx:pt>
          <cx:pt idx="10384">37000</cx:pt>
          <cx:pt idx="10385">37000</cx:pt>
          <cx:pt idx="10386">37000</cx:pt>
          <cx:pt idx="10387">37000</cx:pt>
          <cx:pt idx="10388">37000</cx:pt>
          <cx:pt idx="10389">37000</cx:pt>
          <cx:pt idx="10390">37000</cx:pt>
          <cx:pt idx="10391">37000</cx:pt>
          <cx:pt idx="10392">37000</cx:pt>
          <cx:pt idx="10393">37000</cx:pt>
          <cx:pt idx="10394">37000</cx:pt>
          <cx:pt idx="10395">37000</cx:pt>
          <cx:pt idx="10396">37000</cx:pt>
          <cx:pt idx="10397">37000</cx:pt>
          <cx:pt idx="10398">37000</cx:pt>
          <cx:pt idx="10399">37000</cx:pt>
          <cx:pt idx="10400">37000</cx:pt>
          <cx:pt idx="10401">37100</cx:pt>
          <cx:pt idx="10402">37200</cx:pt>
          <cx:pt idx="10403">37200</cx:pt>
          <cx:pt idx="10404">37200</cx:pt>
          <cx:pt idx="10405">37200</cx:pt>
          <cx:pt idx="10406">37200</cx:pt>
          <cx:pt idx="10407">37200</cx:pt>
          <cx:pt idx="10408">37200</cx:pt>
          <cx:pt idx="10409">37300</cx:pt>
          <cx:pt idx="10410">37300</cx:pt>
          <cx:pt idx="10411">37300</cx:pt>
          <cx:pt idx="10412">37300</cx:pt>
          <cx:pt idx="10413">37400</cx:pt>
          <cx:pt idx="10414">37500</cx:pt>
          <cx:pt idx="10415">37500</cx:pt>
          <cx:pt idx="10416">37500</cx:pt>
          <cx:pt idx="10417">37500</cx:pt>
          <cx:pt idx="10418">37500</cx:pt>
          <cx:pt idx="10419">37500</cx:pt>
          <cx:pt idx="10420">37600</cx:pt>
          <cx:pt idx="10421">37600</cx:pt>
          <cx:pt idx="10422">37600</cx:pt>
          <cx:pt idx="10423">37600</cx:pt>
          <cx:pt idx="10424">37600</cx:pt>
          <cx:pt idx="10425">37600</cx:pt>
          <cx:pt idx="10426">37600</cx:pt>
          <cx:pt idx="10427">37700</cx:pt>
          <cx:pt idx="10428">37700</cx:pt>
          <cx:pt idx="10429">37700</cx:pt>
          <cx:pt idx="10430">37700</cx:pt>
          <cx:pt idx="10431">37770</cx:pt>
          <cx:pt idx="10432">37800</cx:pt>
          <cx:pt idx="10433">37800</cx:pt>
          <cx:pt idx="10434">37800</cx:pt>
          <cx:pt idx="10435">37900</cx:pt>
          <cx:pt idx="10436">37900</cx:pt>
          <cx:pt idx="10437">38000</cx:pt>
          <cx:pt idx="10438">38000</cx:pt>
          <cx:pt idx="10439">38000</cx:pt>
          <cx:pt idx="10440">38000</cx:pt>
          <cx:pt idx="10441">38000</cx:pt>
          <cx:pt idx="10442">38000</cx:pt>
          <cx:pt idx="10443">38000</cx:pt>
          <cx:pt idx="10444">38000</cx:pt>
          <cx:pt idx="10445">38000</cx:pt>
          <cx:pt idx="10446">38000</cx:pt>
          <cx:pt idx="10447">38000</cx:pt>
          <cx:pt idx="10448">38000</cx:pt>
          <cx:pt idx="10449">38000</cx:pt>
          <cx:pt idx="10450">38000</cx:pt>
          <cx:pt idx="10451">38000</cx:pt>
          <cx:pt idx="10452">38000</cx:pt>
          <cx:pt idx="10453">38000</cx:pt>
          <cx:pt idx="10454">38000</cx:pt>
          <cx:pt idx="10455">38000</cx:pt>
          <cx:pt idx="10456">38000</cx:pt>
          <cx:pt idx="10457">38000</cx:pt>
          <cx:pt idx="10458">38000</cx:pt>
          <cx:pt idx="10459">38000</cx:pt>
          <cx:pt idx="10460">38000</cx:pt>
          <cx:pt idx="10461">38000</cx:pt>
          <cx:pt idx="10462">38000</cx:pt>
          <cx:pt idx="10463">38000</cx:pt>
          <cx:pt idx="10464">38000</cx:pt>
          <cx:pt idx="10465">38000</cx:pt>
          <cx:pt idx="10466">38000</cx:pt>
          <cx:pt idx="10467">38000</cx:pt>
          <cx:pt idx="10468">38000</cx:pt>
          <cx:pt idx="10469">38000</cx:pt>
          <cx:pt idx="10470">38000</cx:pt>
          <cx:pt idx="10471">38000</cx:pt>
          <cx:pt idx="10472">38000</cx:pt>
          <cx:pt idx="10473">38000</cx:pt>
          <cx:pt idx="10474">38000</cx:pt>
          <cx:pt idx="10475">38000</cx:pt>
          <cx:pt idx="10476">38000</cx:pt>
          <cx:pt idx="10477">38000</cx:pt>
          <cx:pt idx="10478">38000</cx:pt>
          <cx:pt idx="10479">38000</cx:pt>
          <cx:pt idx="10480">38000</cx:pt>
          <cx:pt idx="10481">38000</cx:pt>
          <cx:pt idx="10482">38000</cx:pt>
          <cx:pt idx="10483">38000</cx:pt>
          <cx:pt idx="10484">38000</cx:pt>
          <cx:pt idx="10485">38000</cx:pt>
          <cx:pt idx="10486">38000</cx:pt>
          <cx:pt idx="10487">38000</cx:pt>
          <cx:pt idx="10488">38000</cx:pt>
          <cx:pt idx="10489">38000</cx:pt>
          <cx:pt idx="10490">38000</cx:pt>
          <cx:pt idx="10491">38000</cx:pt>
          <cx:pt idx="10492">38000</cx:pt>
          <cx:pt idx="10493">38000</cx:pt>
          <cx:pt idx="10494">38000</cx:pt>
          <cx:pt idx="10495">38000</cx:pt>
          <cx:pt idx="10496">38000</cx:pt>
          <cx:pt idx="10497">38000</cx:pt>
          <cx:pt idx="10498">38000</cx:pt>
          <cx:pt idx="10499">38000</cx:pt>
          <cx:pt idx="10500">38000</cx:pt>
          <cx:pt idx="10501">38000</cx:pt>
          <cx:pt idx="10502">38000</cx:pt>
          <cx:pt idx="10503">38000</cx:pt>
          <cx:pt idx="10504">38000</cx:pt>
          <cx:pt idx="10505">38000</cx:pt>
          <cx:pt idx="10506">38000</cx:pt>
          <cx:pt idx="10507">38000</cx:pt>
          <cx:pt idx="10508">38000</cx:pt>
          <cx:pt idx="10509">38000</cx:pt>
          <cx:pt idx="10510">38000</cx:pt>
          <cx:pt idx="10511">38000</cx:pt>
          <cx:pt idx="10512">38000</cx:pt>
          <cx:pt idx="10513">38000</cx:pt>
          <cx:pt idx="10514">38000</cx:pt>
          <cx:pt idx="10515">38000</cx:pt>
          <cx:pt idx="10516">38000</cx:pt>
          <cx:pt idx="10517">38000</cx:pt>
          <cx:pt idx="10518">38100</cx:pt>
          <cx:pt idx="10519">38100</cx:pt>
          <cx:pt idx="10520">38100</cx:pt>
          <cx:pt idx="10521">38130</cx:pt>
          <cx:pt idx="10522">38184</cx:pt>
          <cx:pt idx="10523">38200</cx:pt>
          <cx:pt idx="10524">38200</cx:pt>
          <cx:pt idx="10525">38200</cx:pt>
          <cx:pt idx="10526">38200</cx:pt>
          <cx:pt idx="10527">38300</cx:pt>
          <cx:pt idx="10528">38300</cx:pt>
          <cx:pt idx="10529">38300</cx:pt>
          <cx:pt idx="10530">38300</cx:pt>
          <cx:pt idx="10531">38300</cx:pt>
          <cx:pt idx="10532">38400</cx:pt>
          <cx:pt idx="10533">38400</cx:pt>
          <cx:pt idx="10534">38400</cx:pt>
          <cx:pt idx="10535">38400</cx:pt>
          <cx:pt idx="10536">38400</cx:pt>
          <cx:pt idx="10537">38400</cx:pt>
          <cx:pt idx="10538">38400</cx:pt>
          <cx:pt idx="10539">38400</cx:pt>
          <cx:pt idx="10540">38400</cx:pt>
          <cx:pt idx="10541">38500</cx:pt>
          <cx:pt idx="10542">38500</cx:pt>
          <cx:pt idx="10543">38500</cx:pt>
          <cx:pt idx="10544">38600</cx:pt>
          <cx:pt idx="10545">38600</cx:pt>
          <cx:pt idx="10546">38600</cx:pt>
          <cx:pt idx="10547">38600</cx:pt>
          <cx:pt idx="10548">38700</cx:pt>
          <cx:pt idx="10549">38700</cx:pt>
          <cx:pt idx="10550">38800</cx:pt>
          <cx:pt idx="10551">38800</cx:pt>
          <cx:pt idx="10552">38800</cx:pt>
          <cx:pt idx="10553">38800</cx:pt>
          <cx:pt idx="10554">38900</cx:pt>
          <cx:pt idx="10555">38900</cx:pt>
          <cx:pt idx="10556">38900</cx:pt>
          <cx:pt idx="10557">38900</cx:pt>
          <cx:pt idx="10558">38900</cx:pt>
          <cx:pt idx="10559">38970</cx:pt>
          <cx:pt idx="10560">38980</cx:pt>
          <cx:pt idx="10561">39000</cx:pt>
          <cx:pt idx="10562">39000</cx:pt>
          <cx:pt idx="10563">39000</cx:pt>
          <cx:pt idx="10564">39000</cx:pt>
          <cx:pt idx="10565">39000</cx:pt>
          <cx:pt idx="10566">39000</cx:pt>
          <cx:pt idx="10567">39000</cx:pt>
          <cx:pt idx="10568">39000</cx:pt>
          <cx:pt idx="10569">39000</cx:pt>
          <cx:pt idx="10570">39000</cx:pt>
          <cx:pt idx="10571">39000</cx:pt>
          <cx:pt idx="10572">39000</cx:pt>
          <cx:pt idx="10573">39000</cx:pt>
          <cx:pt idx="10574">39000</cx:pt>
          <cx:pt idx="10575">39000</cx:pt>
          <cx:pt idx="10576">39000</cx:pt>
          <cx:pt idx="10577">39000</cx:pt>
          <cx:pt idx="10578">39000</cx:pt>
          <cx:pt idx="10579">39000</cx:pt>
          <cx:pt idx="10580">39000</cx:pt>
          <cx:pt idx="10581">39000</cx:pt>
          <cx:pt idx="10582">39000</cx:pt>
          <cx:pt idx="10583">39000</cx:pt>
          <cx:pt idx="10584">39000</cx:pt>
          <cx:pt idx="10585">39000</cx:pt>
          <cx:pt idx="10586">39000</cx:pt>
          <cx:pt idx="10587">39000</cx:pt>
          <cx:pt idx="10588">39000</cx:pt>
          <cx:pt idx="10589">39000</cx:pt>
          <cx:pt idx="10590">39000</cx:pt>
          <cx:pt idx="10591">39000</cx:pt>
          <cx:pt idx="10592">39000</cx:pt>
          <cx:pt idx="10593">39000</cx:pt>
          <cx:pt idx="10594">39000</cx:pt>
          <cx:pt idx="10595">39000</cx:pt>
          <cx:pt idx="10596">39000</cx:pt>
          <cx:pt idx="10597">39000</cx:pt>
          <cx:pt idx="10598">39000</cx:pt>
          <cx:pt idx="10599">39000</cx:pt>
          <cx:pt idx="10600">39000</cx:pt>
          <cx:pt idx="10601">39000</cx:pt>
          <cx:pt idx="10602">39000</cx:pt>
          <cx:pt idx="10603">39000</cx:pt>
          <cx:pt idx="10604">39100</cx:pt>
          <cx:pt idx="10605">12696.496558227251</cx:pt>
          <cx:pt idx="10606">12696.496558227251</cx:pt>
          <cx:pt idx="10607">39150</cx:pt>
          <cx:pt idx="10608">39200</cx:pt>
          <cx:pt idx="10609">39200</cx:pt>
          <cx:pt idx="10610">39200</cx:pt>
          <cx:pt idx="10611">39200</cx:pt>
          <cx:pt idx="10612">39200</cx:pt>
          <cx:pt idx="10613">39300</cx:pt>
          <cx:pt idx="10614">39300</cx:pt>
          <cx:pt idx="10615">39300</cx:pt>
          <cx:pt idx="10616">39300</cx:pt>
          <cx:pt idx="10617">39400</cx:pt>
          <cx:pt idx="10618">39400</cx:pt>
          <cx:pt idx="10619">39400</cx:pt>
          <cx:pt idx="10620">39500</cx:pt>
          <cx:pt idx="10621">39500</cx:pt>
          <cx:pt idx="10622">39500</cx:pt>
          <cx:pt idx="10623">39500</cx:pt>
          <cx:pt idx="10624">39500</cx:pt>
          <cx:pt idx="10625">39600</cx:pt>
          <cx:pt idx="10626">39600</cx:pt>
          <cx:pt idx="10627">39700</cx:pt>
          <cx:pt idx="10628">39704</cx:pt>
          <cx:pt idx="10629">39800</cx:pt>
          <cx:pt idx="10630">39800</cx:pt>
          <cx:pt idx="10631">39900</cx:pt>
          <cx:pt idx="10632">39900</cx:pt>
          <cx:pt idx="10633">39900</cx:pt>
          <cx:pt idx="10634">39900</cx:pt>
          <cx:pt idx="10635">39900</cx:pt>
          <cx:pt idx="10636">40000</cx:pt>
          <cx:pt idx="10637">40000</cx:pt>
          <cx:pt idx="10638">40000</cx:pt>
          <cx:pt idx="10639">40000</cx:pt>
          <cx:pt idx="10640">40000</cx:pt>
          <cx:pt idx="10641">40000</cx:pt>
          <cx:pt idx="10642">40000</cx:pt>
          <cx:pt idx="10643">40000</cx:pt>
          <cx:pt idx="10644">40000</cx:pt>
          <cx:pt idx="10645">40000</cx:pt>
          <cx:pt idx="10646">40000</cx:pt>
          <cx:pt idx="10647">40000</cx:pt>
          <cx:pt idx="10648">40000</cx:pt>
          <cx:pt idx="10649">40000</cx:pt>
          <cx:pt idx="10650">40000</cx:pt>
          <cx:pt idx="10651">40000</cx:pt>
          <cx:pt idx="10652">40000</cx:pt>
          <cx:pt idx="10653">40000</cx:pt>
          <cx:pt idx="10654">40000</cx:pt>
          <cx:pt idx="10655">40000</cx:pt>
          <cx:pt idx="10656">40000</cx:pt>
          <cx:pt idx="10657">40000</cx:pt>
          <cx:pt idx="10658">40000</cx:pt>
          <cx:pt idx="10659">40000</cx:pt>
          <cx:pt idx="10660">40000</cx:pt>
          <cx:pt idx="10661">40000</cx:pt>
          <cx:pt idx="10662">40000</cx:pt>
          <cx:pt idx="10663">40000</cx:pt>
          <cx:pt idx="10664">40000</cx:pt>
          <cx:pt idx="10665">40000</cx:pt>
          <cx:pt idx="10666">40000</cx:pt>
          <cx:pt idx="10667">40000</cx:pt>
          <cx:pt idx="10668">40000</cx:pt>
          <cx:pt idx="10669">40000</cx:pt>
          <cx:pt idx="10670">40000</cx:pt>
          <cx:pt idx="10671">40000</cx:pt>
          <cx:pt idx="10672">40000</cx:pt>
          <cx:pt idx="10673">40000</cx:pt>
          <cx:pt idx="10674">40000</cx:pt>
          <cx:pt idx="10675">40000</cx:pt>
          <cx:pt idx="10676">40000</cx:pt>
          <cx:pt idx="10677">40000</cx:pt>
          <cx:pt idx="10678">40000</cx:pt>
          <cx:pt idx="10679">40000</cx:pt>
          <cx:pt idx="10680">40000</cx:pt>
          <cx:pt idx="10681">40000</cx:pt>
          <cx:pt idx="10682">40000</cx:pt>
          <cx:pt idx="10683">40000</cx:pt>
          <cx:pt idx="10684">40000</cx:pt>
          <cx:pt idx="10685">40000</cx:pt>
          <cx:pt idx="10686">40000</cx:pt>
          <cx:pt idx="10687">40000</cx:pt>
          <cx:pt idx="10688">40000</cx:pt>
          <cx:pt idx="10689">40000</cx:pt>
          <cx:pt idx="10690">40000</cx:pt>
          <cx:pt idx="10691">40000</cx:pt>
          <cx:pt idx="10692">40000</cx:pt>
          <cx:pt idx="10693">40000</cx:pt>
          <cx:pt idx="10694">40000</cx:pt>
          <cx:pt idx="10695">40000</cx:pt>
          <cx:pt idx="10696">40000</cx:pt>
          <cx:pt idx="10697">40000</cx:pt>
          <cx:pt idx="10698">40000</cx:pt>
          <cx:pt idx="10699">40000</cx:pt>
          <cx:pt idx="10700">40000</cx:pt>
          <cx:pt idx="10701">40000</cx:pt>
          <cx:pt idx="10702">40000</cx:pt>
          <cx:pt idx="10703">40000</cx:pt>
          <cx:pt idx="10704">40000</cx:pt>
          <cx:pt idx="10705">40000</cx:pt>
          <cx:pt idx="10706">40000</cx:pt>
          <cx:pt idx="10707">40000</cx:pt>
          <cx:pt idx="10708">40000</cx:pt>
          <cx:pt idx="10709">40000</cx:pt>
          <cx:pt idx="10710">40000</cx:pt>
          <cx:pt idx="10711">40000</cx:pt>
          <cx:pt idx="10712">40000</cx:pt>
          <cx:pt idx="10713">40000</cx:pt>
          <cx:pt idx="10714">40000</cx:pt>
          <cx:pt idx="10715">40000</cx:pt>
          <cx:pt idx="10716">40000</cx:pt>
          <cx:pt idx="10717">40000</cx:pt>
          <cx:pt idx="10718">40000</cx:pt>
          <cx:pt idx="10719">40000</cx:pt>
          <cx:pt idx="10720">40000</cx:pt>
          <cx:pt idx="10721">40000</cx:pt>
          <cx:pt idx="10722">40000</cx:pt>
          <cx:pt idx="10723">40000</cx:pt>
          <cx:pt idx="10724">40000</cx:pt>
          <cx:pt idx="10725">40000</cx:pt>
          <cx:pt idx="10726">40000</cx:pt>
          <cx:pt idx="10727">40000</cx:pt>
          <cx:pt idx="10728">40000</cx:pt>
          <cx:pt idx="10729">40000</cx:pt>
          <cx:pt idx="10730">40000</cx:pt>
          <cx:pt idx="10731">40000</cx:pt>
          <cx:pt idx="10732">40000</cx:pt>
          <cx:pt idx="10733">40000</cx:pt>
          <cx:pt idx="10734">40000</cx:pt>
          <cx:pt idx="10735">40000</cx:pt>
          <cx:pt idx="10736">40000</cx:pt>
          <cx:pt idx="10737">40000</cx:pt>
          <cx:pt idx="10738">40000</cx:pt>
          <cx:pt idx="10739">40000</cx:pt>
          <cx:pt idx="10740">40000</cx:pt>
          <cx:pt idx="10741">40000</cx:pt>
          <cx:pt idx="10742">40000</cx:pt>
          <cx:pt idx="10743">40000</cx:pt>
          <cx:pt idx="10744">40000</cx:pt>
          <cx:pt idx="10745">40000</cx:pt>
          <cx:pt idx="10746">40000</cx:pt>
          <cx:pt idx="10747">40000</cx:pt>
          <cx:pt idx="10748">40000</cx:pt>
          <cx:pt idx="10749">40000</cx:pt>
          <cx:pt idx="10750">40000</cx:pt>
          <cx:pt idx="10751">40000</cx:pt>
          <cx:pt idx="10752">40000</cx:pt>
          <cx:pt idx="10753">40000</cx:pt>
          <cx:pt idx="10754">40000</cx:pt>
          <cx:pt idx="10755">40000</cx:pt>
          <cx:pt idx="10756">40000</cx:pt>
          <cx:pt idx="10757">40000</cx:pt>
          <cx:pt idx="10758">40000</cx:pt>
          <cx:pt idx="10759">40000</cx:pt>
          <cx:pt idx="10760">40000</cx:pt>
          <cx:pt idx="10761">40000</cx:pt>
          <cx:pt idx="10762">40000</cx:pt>
          <cx:pt idx="10763">40000</cx:pt>
          <cx:pt idx="10764">40000</cx:pt>
          <cx:pt idx="10765">40000</cx:pt>
          <cx:pt idx="10766">40000</cx:pt>
          <cx:pt idx="10767">40000</cx:pt>
          <cx:pt idx="10768">40000</cx:pt>
          <cx:pt idx="10769">40000</cx:pt>
          <cx:pt idx="10770">40000</cx:pt>
          <cx:pt idx="10771">40000</cx:pt>
          <cx:pt idx="10772">40000</cx:pt>
          <cx:pt idx="10773">40000</cx:pt>
          <cx:pt idx="10774">40000</cx:pt>
          <cx:pt idx="10775">40000</cx:pt>
          <cx:pt idx="10776">40000</cx:pt>
          <cx:pt idx="10777">40000</cx:pt>
          <cx:pt idx="10778">40000</cx:pt>
          <cx:pt idx="10779">40000</cx:pt>
          <cx:pt idx="10780">40000</cx:pt>
          <cx:pt idx="10781">40000</cx:pt>
          <cx:pt idx="10782">40000</cx:pt>
          <cx:pt idx="10783">40000</cx:pt>
          <cx:pt idx="10784">40000</cx:pt>
          <cx:pt idx="10785">40000</cx:pt>
          <cx:pt idx="10786">40000</cx:pt>
          <cx:pt idx="10787">40000</cx:pt>
          <cx:pt idx="10788">40000</cx:pt>
          <cx:pt idx="10789">40000</cx:pt>
          <cx:pt idx="10790">40000</cx:pt>
          <cx:pt idx="10791">40000</cx:pt>
          <cx:pt idx="10792">40000</cx:pt>
          <cx:pt idx="10793">40000</cx:pt>
          <cx:pt idx="10794">40000</cx:pt>
          <cx:pt idx="10795">40000</cx:pt>
          <cx:pt idx="10796">40000</cx:pt>
          <cx:pt idx="10797">40000</cx:pt>
          <cx:pt idx="10798">40000</cx:pt>
          <cx:pt idx="10799">40000</cx:pt>
          <cx:pt idx="10800">40000</cx:pt>
          <cx:pt idx="10801">40000</cx:pt>
          <cx:pt idx="10802">40000</cx:pt>
          <cx:pt idx="10803">40000</cx:pt>
          <cx:pt idx="10804">40000</cx:pt>
          <cx:pt idx="10805">40000</cx:pt>
          <cx:pt idx="10806">40000</cx:pt>
          <cx:pt idx="10807">40000</cx:pt>
          <cx:pt idx="10808">40000</cx:pt>
          <cx:pt idx="10809">40000</cx:pt>
          <cx:pt idx="10810">40000</cx:pt>
          <cx:pt idx="10811">40000</cx:pt>
          <cx:pt idx="10812">40000</cx:pt>
          <cx:pt idx="10813">40000</cx:pt>
          <cx:pt idx="10814">40000</cx:pt>
          <cx:pt idx="10815">40000</cx:pt>
          <cx:pt idx="10816">40000</cx:pt>
          <cx:pt idx="10817">40000</cx:pt>
          <cx:pt idx="10818">40000</cx:pt>
          <cx:pt idx="10819">40000</cx:pt>
          <cx:pt idx="10820">40000</cx:pt>
          <cx:pt idx="10821">40000</cx:pt>
          <cx:pt idx="10822">40000</cx:pt>
          <cx:pt idx="10823">40000</cx:pt>
          <cx:pt idx="10824">40000</cx:pt>
          <cx:pt idx="10825">40000</cx:pt>
          <cx:pt idx="10826">40000</cx:pt>
          <cx:pt idx="10827">40000</cx:pt>
          <cx:pt idx="10828">40000</cx:pt>
          <cx:pt idx="10829">40000</cx:pt>
          <cx:pt idx="10830">40000</cx:pt>
          <cx:pt idx="10831">40000</cx:pt>
          <cx:pt idx="10832">40000</cx:pt>
          <cx:pt idx="10833">40000</cx:pt>
          <cx:pt idx="10834">40000</cx:pt>
          <cx:pt idx="10835">40000</cx:pt>
          <cx:pt idx="10836">40000</cx:pt>
          <cx:pt idx="10837">40000</cx:pt>
          <cx:pt idx="10838">40000</cx:pt>
          <cx:pt idx="10839">40000</cx:pt>
          <cx:pt idx="10840">40000</cx:pt>
          <cx:pt idx="10841">40000</cx:pt>
          <cx:pt idx="10842">40000</cx:pt>
          <cx:pt idx="10843">40000</cx:pt>
          <cx:pt idx="10844">40000</cx:pt>
          <cx:pt idx="10845">40000</cx:pt>
          <cx:pt idx="10846">40000</cx:pt>
          <cx:pt idx="10847">40000</cx:pt>
          <cx:pt idx="10848">40000</cx:pt>
          <cx:pt idx="10849">40000</cx:pt>
          <cx:pt idx="10850">40000</cx:pt>
          <cx:pt idx="10851">40000</cx:pt>
          <cx:pt idx="10852">40000</cx:pt>
          <cx:pt idx="10853">40000</cx:pt>
          <cx:pt idx="10854">40000</cx:pt>
          <cx:pt idx="10855">40000</cx:pt>
          <cx:pt idx="10856">40000</cx:pt>
          <cx:pt idx="10857">40000</cx:pt>
          <cx:pt idx="10858">40000</cx:pt>
          <cx:pt idx="10859">40000</cx:pt>
          <cx:pt idx="10860">40000</cx:pt>
          <cx:pt idx="10861">40000</cx:pt>
          <cx:pt idx="10862">40000</cx:pt>
          <cx:pt idx="10863">40000</cx:pt>
          <cx:pt idx="10864">40000</cx:pt>
          <cx:pt idx="10865">40000</cx:pt>
          <cx:pt idx="10866">40000</cx:pt>
          <cx:pt idx="10867">40000</cx:pt>
          <cx:pt idx="10868">40000</cx:pt>
          <cx:pt idx="10869">40000</cx:pt>
          <cx:pt idx="10870">40000</cx:pt>
          <cx:pt idx="10871">40000</cx:pt>
          <cx:pt idx="10872">40000</cx:pt>
          <cx:pt idx="10873">40000</cx:pt>
          <cx:pt idx="10874">40000</cx:pt>
          <cx:pt idx="10875">40000</cx:pt>
          <cx:pt idx="10876">40000</cx:pt>
          <cx:pt idx="10877">40000</cx:pt>
          <cx:pt idx="10878">40000</cx:pt>
          <cx:pt idx="10879">40000</cx:pt>
          <cx:pt idx="10880">40000</cx:pt>
          <cx:pt idx="10881">40000</cx:pt>
          <cx:pt idx="10882">40000</cx:pt>
          <cx:pt idx="10883">40000</cx:pt>
          <cx:pt idx="10884">40000</cx:pt>
          <cx:pt idx="10885">40050</cx:pt>
          <cx:pt idx="10886">40050</cx:pt>
          <cx:pt idx="10887">40051</cx:pt>
          <cx:pt idx="10888">40080</cx:pt>
          <cx:pt idx="10889">40100</cx:pt>
          <cx:pt idx="10890">40100</cx:pt>
          <cx:pt idx="10891">40100</cx:pt>
          <cx:pt idx="10892">40100</cx:pt>
          <cx:pt idx="10893">40200</cx:pt>
          <cx:pt idx="10894">40200</cx:pt>
          <cx:pt idx="10895">40200</cx:pt>
          <cx:pt idx="10896">40200</cx:pt>
          <cx:pt idx="10897">40200</cx:pt>
          <cx:pt idx="10898">40200</cx:pt>
          <cx:pt idx="10899">40200</cx:pt>
          <cx:pt idx="10900">40200</cx:pt>
          <cx:pt idx="10901">40200</cx:pt>
          <cx:pt idx="10902">40200</cx:pt>
          <cx:pt idx="10903">40300</cx:pt>
          <cx:pt idx="10904">40300</cx:pt>
          <cx:pt idx="10905">40300</cx:pt>
          <cx:pt idx="10906">40300</cx:pt>
          <cx:pt idx="10907">40300</cx:pt>
          <cx:pt idx="10908">40400</cx:pt>
          <cx:pt idx="10909">40400</cx:pt>
          <cx:pt idx="10910">40400</cx:pt>
          <cx:pt idx="10911">40400</cx:pt>
          <cx:pt idx="10912">40450</cx:pt>
          <cx:pt idx="10913">40450</cx:pt>
          <cx:pt idx="10914">40500</cx:pt>
          <cx:pt idx="10915">40500</cx:pt>
          <cx:pt idx="10916">40500</cx:pt>
          <cx:pt idx="10917">40500</cx:pt>
          <cx:pt idx="10918">40500</cx:pt>
          <cx:pt idx="10919">40500</cx:pt>
          <cx:pt idx="10920">40600</cx:pt>
          <cx:pt idx="10921">40600</cx:pt>
          <cx:pt idx="10922">40600</cx:pt>
          <cx:pt idx="10923">40600</cx:pt>
          <cx:pt idx="10924">40600</cx:pt>
          <cx:pt idx="10925">40600</cx:pt>
          <cx:pt idx="10926">40600</cx:pt>
          <cx:pt idx="10927">40600</cx:pt>
          <cx:pt idx="10928">40600</cx:pt>
          <cx:pt idx="10929">40700</cx:pt>
          <cx:pt idx="10930">40700</cx:pt>
          <cx:pt idx="10931">40750</cx:pt>
          <cx:pt idx="10932">40800</cx:pt>
          <cx:pt idx="10933">40800</cx:pt>
          <cx:pt idx="10934">40800</cx:pt>
          <cx:pt idx="10935">40840</cx:pt>
          <cx:pt idx="10936">40900</cx:pt>
          <cx:pt idx="10937">40900</cx:pt>
          <cx:pt idx="10938">40900</cx:pt>
          <cx:pt idx="10939">40900</cx:pt>
          <cx:pt idx="10940">40900</cx:pt>
          <cx:pt idx="10941">40910</cx:pt>
          <cx:pt idx="10942">41000</cx:pt>
          <cx:pt idx="10943">41000</cx:pt>
          <cx:pt idx="10944">41000</cx:pt>
          <cx:pt idx="10945">41000</cx:pt>
          <cx:pt idx="10946">41000</cx:pt>
          <cx:pt idx="10947">41000</cx:pt>
          <cx:pt idx="10948">41000</cx:pt>
          <cx:pt idx="10949">41000</cx:pt>
          <cx:pt idx="10950">41000</cx:pt>
          <cx:pt idx="10951">41000</cx:pt>
          <cx:pt idx="10952">41000</cx:pt>
          <cx:pt idx="10953">41000</cx:pt>
          <cx:pt idx="10954">41000</cx:pt>
          <cx:pt idx="10955">41000</cx:pt>
          <cx:pt idx="10956">41000</cx:pt>
          <cx:pt idx="10957">41000</cx:pt>
          <cx:pt idx="10958">41000</cx:pt>
          <cx:pt idx="10959">41000</cx:pt>
          <cx:pt idx="10960">41000</cx:pt>
          <cx:pt idx="10961">41000</cx:pt>
          <cx:pt idx="10962">41000</cx:pt>
          <cx:pt idx="10963">41000</cx:pt>
          <cx:pt idx="10964">41000</cx:pt>
          <cx:pt idx="10965">41000</cx:pt>
          <cx:pt idx="10966">41000</cx:pt>
          <cx:pt idx="10967">41000</cx:pt>
          <cx:pt idx="10968">41000</cx:pt>
          <cx:pt idx="10969">41000</cx:pt>
          <cx:pt idx="10970">41000</cx:pt>
          <cx:pt idx="10971">41000</cx:pt>
          <cx:pt idx="10972">41000</cx:pt>
          <cx:pt idx="10973">41000</cx:pt>
          <cx:pt idx="10974">41000</cx:pt>
          <cx:pt idx="10975">41000</cx:pt>
          <cx:pt idx="10976">41000</cx:pt>
          <cx:pt idx="10977">41010</cx:pt>
          <cx:pt idx="10978">41020</cx:pt>
          <cx:pt idx="10979">41060</cx:pt>
          <cx:pt idx="10980">41100</cx:pt>
          <cx:pt idx="10981">41100</cx:pt>
          <cx:pt idx="10982">41100</cx:pt>
          <cx:pt idx="10983">41100</cx:pt>
          <cx:pt idx="10984">41100</cx:pt>
          <cx:pt idx="10985">41200</cx:pt>
          <cx:pt idx="10986">41200</cx:pt>
          <cx:pt idx="10987">41300</cx:pt>
          <cx:pt idx="10988">41300</cx:pt>
          <cx:pt idx="10989">41300</cx:pt>
          <cx:pt idx="10990">41400</cx:pt>
          <cx:pt idx="10991">41400</cx:pt>
          <cx:pt idx="10992">41400</cx:pt>
          <cx:pt idx="10993">41400</cx:pt>
          <cx:pt idx="10994">41410</cx:pt>
          <cx:pt idx="10995">41450</cx:pt>
          <cx:pt idx="10996">41500</cx:pt>
          <cx:pt idx="10997">41500</cx:pt>
          <cx:pt idx="10998">41500</cx:pt>
          <cx:pt idx="10999">41550</cx:pt>
          <cx:pt idx="11000">41600</cx:pt>
          <cx:pt idx="11001">41600</cx:pt>
          <cx:pt idx="11002">41600</cx:pt>
          <cx:pt idx="11003">41600</cx:pt>
          <cx:pt idx="11004">41600</cx:pt>
          <cx:pt idx="11005">41600</cx:pt>
          <cx:pt idx="11006">41600</cx:pt>
          <cx:pt idx="11007">41700</cx:pt>
          <cx:pt idx="11008">41700</cx:pt>
          <cx:pt idx="11009">41800</cx:pt>
          <cx:pt idx="11010">41800</cx:pt>
          <cx:pt idx="11011">41900</cx:pt>
          <cx:pt idx="11012">41900</cx:pt>
          <cx:pt idx="11013">41900</cx:pt>
          <cx:pt idx="11014">41900</cx:pt>
          <cx:pt idx="11015">41900</cx:pt>
          <cx:pt idx="11016">42000</cx:pt>
          <cx:pt idx="11017">42000</cx:pt>
          <cx:pt idx="11018">42000</cx:pt>
          <cx:pt idx="11019">42000</cx:pt>
          <cx:pt idx="11020">42000</cx:pt>
          <cx:pt idx="11021">42000</cx:pt>
          <cx:pt idx="11022">42000</cx:pt>
          <cx:pt idx="11023">42000</cx:pt>
          <cx:pt idx="11024">42000</cx:pt>
          <cx:pt idx="11025">42000</cx:pt>
          <cx:pt idx="11026">42000</cx:pt>
          <cx:pt idx="11027">42000</cx:pt>
          <cx:pt idx="11028">42000</cx:pt>
          <cx:pt idx="11029">42000</cx:pt>
          <cx:pt idx="11030">42000</cx:pt>
          <cx:pt idx="11031">42000</cx:pt>
          <cx:pt idx="11032">42000</cx:pt>
          <cx:pt idx="11033">42000</cx:pt>
          <cx:pt idx="11034">42000</cx:pt>
          <cx:pt idx="11035">42000</cx:pt>
          <cx:pt idx="11036">42000</cx:pt>
          <cx:pt idx="11037">42000</cx:pt>
          <cx:pt idx="11038">42000</cx:pt>
          <cx:pt idx="11039">42000</cx:pt>
          <cx:pt idx="11040">42000</cx:pt>
          <cx:pt idx="11041">42000</cx:pt>
          <cx:pt idx="11042">42000</cx:pt>
          <cx:pt idx="11043">42000</cx:pt>
          <cx:pt idx="11044">42000</cx:pt>
          <cx:pt idx="11045">42000</cx:pt>
          <cx:pt idx="11046">42000</cx:pt>
          <cx:pt idx="11047">42000</cx:pt>
          <cx:pt idx="11048">42000</cx:pt>
          <cx:pt idx="11049">42000</cx:pt>
          <cx:pt idx="11050">42000</cx:pt>
          <cx:pt idx="11051">42000</cx:pt>
          <cx:pt idx="11052">42000</cx:pt>
          <cx:pt idx="11053">42000</cx:pt>
          <cx:pt idx="11054">42000</cx:pt>
          <cx:pt idx="11055">42000</cx:pt>
          <cx:pt idx="11056">42000</cx:pt>
          <cx:pt idx="11057">42000</cx:pt>
          <cx:pt idx="11058">42000</cx:pt>
          <cx:pt idx="11059">42000</cx:pt>
          <cx:pt idx="11060">42000</cx:pt>
          <cx:pt idx="11061">42000</cx:pt>
          <cx:pt idx="11062">42000</cx:pt>
          <cx:pt idx="11063">42000</cx:pt>
          <cx:pt idx="11064">42000</cx:pt>
          <cx:pt idx="11065">42000</cx:pt>
          <cx:pt idx="11066">42000</cx:pt>
          <cx:pt idx="11067">42000</cx:pt>
          <cx:pt idx="11068">42000</cx:pt>
          <cx:pt idx="11069">42000</cx:pt>
          <cx:pt idx="11070">42000</cx:pt>
          <cx:pt idx="11071">42000</cx:pt>
          <cx:pt idx="11072">42000</cx:pt>
          <cx:pt idx="11073">42000</cx:pt>
          <cx:pt idx="11074">42000</cx:pt>
          <cx:pt idx="11075">42000</cx:pt>
          <cx:pt idx="11076">42000</cx:pt>
          <cx:pt idx="11077">42000</cx:pt>
          <cx:pt idx="11078">42000</cx:pt>
          <cx:pt idx="11079">42000</cx:pt>
          <cx:pt idx="11080">42000</cx:pt>
          <cx:pt idx="11081">42000</cx:pt>
          <cx:pt idx="11082">42000</cx:pt>
          <cx:pt idx="11083">42000</cx:pt>
          <cx:pt idx="11084">42000</cx:pt>
          <cx:pt idx="11085">42000</cx:pt>
          <cx:pt idx="11086">42000</cx:pt>
          <cx:pt idx="11087">42000</cx:pt>
          <cx:pt idx="11088">42000</cx:pt>
          <cx:pt idx="11089">42000</cx:pt>
          <cx:pt idx="11090">42000</cx:pt>
          <cx:pt idx="11091">42000</cx:pt>
          <cx:pt idx="11092">42000</cx:pt>
          <cx:pt idx="11093">42000</cx:pt>
          <cx:pt idx="11094">42000</cx:pt>
          <cx:pt idx="11095">42000</cx:pt>
          <cx:pt idx="11096">42000</cx:pt>
          <cx:pt idx="11097">42000</cx:pt>
          <cx:pt idx="11098">42000</cx:pt>
          <cx:pt idx="11099">42000</cx:pt>
          <cx:pt idx="11100">42000</cx:pt>
          <cx:pt idx="11101">42000</cx:pt>
          <cx:pt idx="11102">42000</cx:pt>
          <cx:pt idx="11103">42000</cx:pt>
          <cx:pt idx="11104">42000</cx:pt>
          <cx:pt idx="11105">42000</cx:pt>
          <cx:pt idx="11106">42000</cx:pt>
          <cx:pt idx="11107">42000</cx:pt>
          <cx:pt idx="11108">42000</cx:pt>
          <cx:pt idx="11109">42000</cx:pt>
          <cx:pt idx="11110">42000</cx:pt>
          <cx:pt idx="11111">42000</cx:pt>
          <cx:pt idx="11112">42000</cx:pt>
          <cx:pt idx="11113">42000</cx:pt>
          <cx:pt idx="11114">42000</cx:pt>
          <cx:pt idx="11115">42030</cx:pt>
          <cx:pt idx="11116">42090</cx:pt>
          <cx:pt idx="11117">42100</cx:pt>
          <cx:pt idx="11118">42100</cx:pt>
          <cx:pt idx="11119">42100</cx:pt>
          <cx:pt idx="11120">42100</cx:pt>
          <cx:pt idx="11121">42100</cx:pt>
          <cx:pt idx="11122">42100</cx:pt>
          <cx:pt idx="11123">42100</cx:pt>
          <cx:pt idx="11124">42200</cx:pt>
          <cx:pt idx="11125">42200</cx:pt>
          <cx:pt idx="11126">42200</cx:pt>
          <cx:pt idx="11127">42200</cx:pt>
          <cx:pt idx="11128">42300</cx:pt>
          <cx:pt idx="11129">42300</cx:pt>
          <cx:pt idx="11130">42300</cx:pt>
          <cx:pt idx="11131">42300</cx:pt>
          <cx:pt idx="11132">42300</cx:pt>
          <cx:pt idx="11133">42300</cx:pt>
          <cx:pt idx="11134">42350</cx:pt>
          <cx:pt idx="11135">42400</cx:pt>
          <cx:pt idx="11136">42400</cx:pt>
          <cx:pt idx="11137">42400</cx:pt>
          <cx:pt idx="11138">42400</cx:pt>
          <cx:pt idx="11139">42400</cx:pt>
          <cx:pt idx="11140">42420</cx:pt>
          <cx:pt idx="11141">42500</cx:pt>
          <cx:pt idx="11142">42500</cx:pt>
          <cx:pt idx="11143">42500</cx:pt>
          <cx:pt idx="11144">42500</cx:pt>
          <cx:pt idx="11145">42500</cx:pt>
          <cx:pt idx="11146">42500</cx:pt>
          <cx:pt idx="11147">42500</cx:pt>
          <cx:pt idx="11148">42500</cx:pt>
          <cx:pt idx="11149">42500</cx:pt>
          <cx:pt idx="11150">42600</cx:pt>
          <cx:pt idx="11151">42600</cx:pt>
          <cx:pt idx="11152">42600</cx:pt>
          <cx:pt idx="11153">42600</cx:pt>
          <cx:pt idx="11154">42600</cx:pt>
          <cx:pt idx="11155">42600</cx:pt>
          <cx:pt idx="11156">42700</cx:pt>
          <cx:pt idx="11157">42700</cx:pt>
          <cx:pt idx="11158">42700</cx:pt>
          <cx:pt idx="11159">42700</cx:pt>
          <cx:pt idx="11160">42800</cx:pt>
          <cx:pt idx="11161">42800</cx:pt>
          <cx:pt idx="11162">42800</cx:pt>
          <cx:pt idx="11163">42800</cx:pt>
          <cx:pt idx="11164">42800</cx:pt>
          <cx:pt idx="11165">42800</cx:pt>
          <cx:pt idx="11166">42800</cx:pt>
          <cx:pt idx="11167">42800</cx:pt>
          <cx:pt idx="11168">42830</cx:pt>
          <cx:pt idx="11169">42900</cx:pt>
          <cx:pt idx="11170">43000</cx:pt>
          <cx:pt idx="11171">43000</cx:pt>
          <cx:pt idx="11172">43000</cx:pt>
          <cx:pt idx="11173">43000</cx:pt>
          <cx:pt idx="11174">43000</cx:pt>
          <cx:pt idx="11175">43000</cx:pt>
          <cx:pt idx="11176">43000</cx:pt>
          <cx:pt idx="11177">43000</cx:pt>
          <cx:pt idx="11178">43000</cx:pt>
          <cx:pt idx="11179">43000</cx:pt>
          <cx:pt idx="11180">43000</cx:pt>
          <cx:pt idx="11181">43000</cx:pt>
          <cx:pt idx="11182">43000</cx:pt>
          <cx:pt idx="11183">43000</cx:pt>
          <cx:pt idx="11184">43000</cx:pt>
          <cx:pt idx="11185">43000</cx:pt>
          <cx:pt idx="11186">43000</cx:pt>
          <cx:pt idx="11187">43000</cx:pt>
          <cx:pt idx="11188">43000</cx:pt>
          <cx:pt idx="11189">43000</cx:pt>
          <cx:pt idx="11190">43000</cx:pt>
          <cx:pt idx="11191">43000</cx:pt>
          <cx:pt idx="11192">43000</cx:pt>
          <cx:pt idx="11193">43000</cx:pt>
          <cx:pt idx="11194">43050</cx:pt>
          <cx:pt idx="11195">43100</cx:pt>
          <cx:pt idx="11196">43100</cx:pt>
          <cx:pt idx="11197">43100</cx:pt>
          <cx:pt idx="11198">43100</cx:pt>
          <cx:pt idx="11199">43100</cx:pt>
          <cx:pt idx="11200">43120</cx:pt>
          <cx:pt idx="11201">43200</cx:pt>
          <cx:pt idx="11202">43200</cx:pt>
          <cx:pt idx="11203">43200</cx:pt>
          <cx:pt idx="11204">43200</cx:pt>
          <cx:pt idx="11205">43200</cx:pt>
          <cx:pt idx="11206">43200</cx:pt>
          <cx:pt idx="11207">43200</cx:pt>
          <cx:pt idx="11208">43200</cx:pt>
          <cx:pt idx="11209">43200</cx:pt>
          <cx:pt idx="11210">43200</cx:pt>
          <cx:pt idx="11211">43300</cx:pt>
          <cx:pt idx="11212">43360</cx:pt>
          <cx:pt idx="11213">43400</cx:pt>
          <cx:pt idx="11214">43400</cx:pt>
          <cx:pt idx="11215">43460</cx:pt>
          <cx:pt idx="11216">43500</cx:pt>
          <cx:pt idx="11217">43500</cx:pt>
          <cx:pt idx="11218">43500</cx:pt>
          <cx:pt idx="11219">43500</cx:pt>
          <cx:pt idx="11220">43500</cx:pt>
          <cx:pt idx="11221">43500</cx:pt>
          <cx:pt idx="11222">43500</cx:pt>
          <cx:pt idx="11223">43600</cx:pt>
          <cx:pt idx="11224">43600</cx:pt>
          <cx:pt idx="11225">43600</cx:pt>
          <cx:pt idx="11226">43700</cx:pt>
          <cx:pt idx="11227">43700</cx:pt>
          <cx:pt idx="11228">43700</cx:pt>
          <cx:pt idx="11229">43700</cx:pt>
          <cx:pt idx="11230">43800</cx:pt>
          <cx:pt idx="11231">43800</cx:pt>
          <cx:pt idx="11232">43800</cx:pt>
          <cx:pt idx="11233">43800</cx:pt>
          <cx:pt idx="11234">43800</cx:pt>
          <cx:pt idx="11235">43860</cx:pt>
          <cx:pt idx="11236">43900</cx:pt>
          <cx:pt idx="11237">43900</cx:pt>
          <cx:pt idx="11238">43900</cx:pt>
          <cx:pt idx="11239">44000</cx:pt>
          <cx:pt idx="11240">44000</cx:pt>
          <cx:pt idx="11241">44000</cx:pt>
          <cx:pt idx="11242">44000</cx:pt>
          <cx:pt idx="11243">44000</cx:pt>
          <cx:pt idx="11244">44000</cx:pt>
          <cx:pt idx="11245">44000</cx:pt>
          <cx:pt idx="11246">44000</cx:pt>
          <cx:pt idx="11247">44000</cx:pt>
          <cx:pt idx="11248">44000</cx:pt>
          <cx:pt idx="11249">44000</cx:pt>
          <cx:pt idx="11250">44000</cx:pt>
          <cx:pt idx="11251">44000</cx:pt>
          <cx:pt idx="11252">44000</cx:pt>
          <cx:pt idx="11253">44000</cx:pt>
          <cx:pt idx="11254">44000</cx:pt>
          <cx:pt idx="11255">44000</cx:pt>
          <cx:pt idx="11256">44000</cx:pt>
          <cx:pt idx="11257">44000</cx:pt>
          <cx:pt idx="11258">44000</cx:pt>
          <cx:pt idx="11259">44000</cx:pt>
          <cx:pt idx="11260">44000</cx:pt>
          <cx:pt idx="11261">44000</cx:pt>
          <cx:pt idx="11262">44000</cx:pt>
          <cx:pt idx="11263">44000</cx:pt>
          <cx:pt idx="11264">44000</cx:pt>
          <cx:pt idx="11265">44000</cx:pt>
          <cx:pt idx="11266">44000</cx:pt>
          <cx:pt idx="11267">44000</cx:pt>
          <cx:pt idx="11268">44000</cx:pt>
          <cx:pt idx="11269">44000</cx:pt>
          <cx:pt idx="11270">44000</cx:pt>
          <cx:pt idx="11271">44000</cx:pt>
          <cx:pt idx="11272">44000</cx:pt>
          <cx:pt idx="11273">44000</cx:pt>
          <cx:pt idx="11274">44000</cx:pt>
          <cx:pt idx="11275">44000</cx:pt>
          <cx:pt idx="11276">44000</cx:pt>
          <cx:pt idx="11277">44000</cx:pt>
          <cx:pt idx="11278">44000</cx:pt>
          <cx:pt idx="11279">44000</cx:pt>
          <cx:pt idx="11280">44020</cx:pt>
          <cx:pt idx="11281">44100</cx:pt>
          <cx:pt idx="11282">44100</cx:pt>
          <cx:pt idx="11283">44100</cx:pt>
          <cx:pt idx="11284">44150</cx:pt>
          <cx:pt idx="11285">44200</cx:pt>
          <cx:pt idx="11286">44200</cx:pt>
          <cx:pt idx="11287">44200</cx:pt>
          <cx:pt idx="11288">44200</cx:pt>
          <cx:pt idx="11289">44200</cx:pt>
          <cx:pt idx="11290">44200</cx:pt>
          <cx:pt idx="11291">44220</cx:pt>
          <cx:pt idx="11292">44300</cx:pt>
          <cx:pt idx="11293">44300</cx:pt>
          <cx:pt idx="11294">44400</cx:pt>
          <cx:pt idx="11295">44400</cx:pt>
          <cx:pt idx="11296">44400</cx:pt>
          <cx:pt idx="11297">44400</cx:pt>
          <cx:pt idx="11298">44400</cx:pt>
          <cx:pt idx="11299">44400</cx:pt>
          <cx:pt idx="11300">44450</cx:pt>
          <cx:pt idx="11301">44500</cx:pt>
          <cx:pt idx="11302">44500</cx:pt>
          <cx:pt idx="11303">44500</cx:pt>
          <cx:pt idx="11304">44500</cx:pt>
          <cx:pt idx="11305">44500</cx:pt>
          <cx:pt idx="11306">44500</cx:pt>
          <cx:pt idx="11307">44500</cx:pt>
          <cx:pt idx="11308">44500</cx:pt>
          <cx:pt idx="11309">44570</cx:pt>
          <cx:pt idx="11310">44600</cx:pt>
          <cx:pt idx="11311">44600</cx:pt>
          <cx:pt idx="11312">44690</cx:pt>
          <cx:pt idx="11313">44700</cx:pt>
          <cx:pt idx="11314">44700</cx:pt>
          <cx:pt idx="11315">44700</cx:pt>
          <cx:pt idx="11316">44700</cx:pt>
          <cx:pt idx="11317">44800</cx:pt>
          <cx:pt idx="11318">44800</cx:pt>
          <cx:pt idx="11319">44800</cx:pt>
          <cx:pt idx="11320">44800</cx:pt>
          <cx:pt idx="11321">44800</cx:pt>
          <cx:pt idx="11322">44800</cx:pt>
          <cx:pt idx="11323">44820</cx:pt>
          <cx:pt idx="11324">44840</cx:pt>
          <cx:pt idx="11325">44974</cx:pt>
          <cx:pt idx="11326">45000</cx:pt>
          <cx:pt idx="11327">45000</cx:pt>
          <cx:pt idx="11328">45000</cx:pt>
          <cx:pt idx="11329">45000</cx:pt>
          <cx:pt idx="11330">45000</cx:pt>
          <cx:pt idx="11331">45000</cx:pt>
          <cx:pt idx="11332">45000</cx:pt>
          <cx:pt idx="11333">45000</cx:pt>
          <cx:pt idx="11334">45000</cx:pt>
          <cx:pt idx="11335">45000</cx:pt>
          <cx:pt idx="11336">45000</cx:pt>
          <cx:pt idx="11337">45000</cx:pt>
          <cx:pt idx="11338">45000</cx:pt>
          <cx:pt idx="11339">45000</cx:pt>
          <cx:pt idx="11340">45000</cx:pt>
          <cx:pt idx="11341">45000</cx:pt>
          <cx:pt idx="11342">45000</cx:pt>
          <cx:pt idx="11343">45000</cx:pt>
          <cx:pt idx="11344">45000</cx:pt>
          <cx:pt idx="11345">45000</cx:pt>
          <cx:pt idx="11346">45000</cx:pt>
          <cx:pt idx="11347">45000</cx:pt>
          <cx:pt idx="11348">45000</cx:pt>
          <cx:pt idx="11349">45000</cx:pt>
          <cx:pt idx="11350">45000</cx:pt>
          <cx:pt idx="11351">45000</cx:pt>
          <cx:pt idx="11352">45000</cx:pt>
          <cx:pt idx="11353">45000</cx:pt>
          <cx:pt idx="11354">45000</cx:pt>
          <cx:pt idx="11355">45000</cx:pt>
          <cx:pt idx="11356">45000</cx:pt>
          <cx:pt idx="11357">45000</cx:pt>
          <cx:pt idx="11358">45000</cx:pt>
          <cx:pt idx="11359">45000</cx:pt>
          <cx:pt idx="11360">45000</cx:pt>
          <cx:pt idx="11361">45000</cx:pt>
          <cx:pt idx="11362">45000</cx:pt>
          <cx:pt idx="11363">45000</cx:pt>
          <cx:pt idx="11364">45000</cx:pt>
          <cx:pt idx="11365">45000</cx:pt>
          <cx:pt idx="11366">45000</cx:pt>
          <cx:pt idx="11367">45000</cx:pt>
          <cx:pt idx="11368">45000</cx:pt>
          <cx:pt idx="11369">45000</cx:pt>
          <cx:pt idx="11370">45000</cx:pt>
          <cx:pt idx="11371">45000</cx:pt>
          <cx:pt idx="11372">45000</cx:pt>
          <cx:pt idx="11373">45000</cx:pt>
          <cx:pt idx="11374">45000</cx:pt>
          <cx:pt idx="11375">45000</cx:pt>
          <cx:pt idx="11376">45000</cx:pt>
          <cx:pt idx="11377">45000</cx:pt>
          <cx:pt idx="11378">45000</cx:pt>
          <cx:pt idx="11379">45000</cx:pt>
          <cx:pt idx="11380">45000</cx:pt>
          <cx:pt idx="11381">45000</cx:pt>
          <cx:pt idx="11382">45000</cx:pt>
          <cx:pt idx="11383">45000</cx:pt>
          <cx:pt idx="11384">45000</cx:pt>
          <cx:pt idx="11385">45000</cx:pt>
          <cx:pt idx="11386">45000</cx:pt>
          <cx:pt idx="11387">45000</cx:pt>
          <cx:pt idx="11388">45000</cx:pt>
          <cx:pt idx="11389">45000</cx:pt>
          <cx:pt idx="11390">45000</cx:pt>
          <cx:pt idx="11391">45000</cx:pt>
          <cx:pt idx="11392">45000</cx:pt>
          <cx:pt idx="11393">45000</cx:pt>
          <cx:pt idx="11394">45000</cx:pt>
          <cx:pt idx="11395">45000</cx:pt>
          <cx:pt idx="11396">45000</cx:pt>
          <cx:pt idx="11397">45000</cx:pt>
          <cx:pt idx="11398">45000</cx:pt>
          <cx:pt idx="11399">45000</cx:pt>
          <cx:pt idx="11400">45000</cx:pt>
          <cx:pt idx="11401">45000</cx:pt>
          <cx:pt idx="11402">45000</cx:pt>
          <cx:pt idx="11403">45000</cx:pt>
          <cx:pt idx="11404">45000</cx:pt>
          <cx:pt idx="11405">45000</cx:pt>
          <cx:pt idx="11406">45000</cx:pt>
          <cx:pt idx="11407">45000</cx:pt>
          <cx:pt idx="11408">45000</cx:pt>
          <cx:pt idx="11409">45000</cx:pt>
          <cx:pt idx="11410">45000</cx:pt>
          <cx:pt idx="11411">45000</cx:pt>
          <cx:pt idx="11412">45000</cx:pt>
          <cx:pt idx="11413">45000</cx:pt>
          <cx:pt idx="11414">45000</cx:pt>
          <cx:pt idx="11415">45000</cx:pt>
          <cx:pt idx="11416">45000</cx:pt>
          <cx:pt idx="11417">45000</cx:pt>
          <cx:pt idx="11418">45000</cx:pt>
          <cx:pt idx="11419">45000</cx:pt>
          <cx:pt idx="11420">45000</cx:pt>
          <cx:pt idx="11421">45000</cx:pt>
          <cx:pt idx="11422">45000</cx:pt>
          <cx:pt idx="11423">45000</cx:pt>
          <cx:pt idx="11424">45000</cx:pt>
          <cx:pt idx="11425">45000</cx:pt>
          <cx:pt idx="11426">45000</cx:pt>
          <cx:pt idx="11427">45000</cx:pt>
          <cx:pt idx="11428">45000</cx:pt>
          <cx:pt idx="11429">45000</cx:pt>
          <cx:pt idx="11430">45000</cx:pt>
          <cx:pt idx="11431">45000</cx:pt>
          <cx:pt idx="11432">45000</cx:pt>
          <cx:pt idx="11433">45000</cx:pt>
          <cx:pt idx="11434">45000</cx:pt>
          <cx:pt idx="11435">45000</cx:pt>
          <cx:pt idx="11436">45000</cx:pt>
          <cx:pt idx="11437">45000</cx:pt>
          <cx:pt idx="11438">45000</cx:pt>
          <cx:pt idx="11439">45000</cx:pt>
          <cx:pt idx="11440">45000</cx:pt>
          <cx:pt idx="11441">45000</cx:pt>
          <cx:pt idx="11442">45000</cx:pt>
          <cx:pt idx="11443">45000</cx:pt>
          <cx:pt idx="11444">45000</cx:pt>
          <cx:pt idx="11445">45000</cx:pt>
          <cx:pt idx="11446">45000</cx:pt>
          <cx:pt idx="11447">45000</cx:pt>
          <cx:pt idx="11448">45000</cx:pt>
          <cx:pt idx="11449">45000</cx:pt>
          <cx:pt idx="11450">45000</cx:pt>
          <cx:pt idx="11451">45000</cx:pt>
          <cx:pt idx="11452">45000</cx:pt>
          <cx:pt idx="11453">45000</cx:pt>
          <cx:pt idx="11454">45000</cx:pt>
          <cx:pt idx="11455">45000</cx:pt>
          <cx:pt idx="11456">45000</cx:pt>
          <cx:pt idx="11457">45000</cx:pt>
          <cx:pt idx="11458">45000</cx:pt>
          <cx:pt idx="11459">45000</cx:pt>
          <cx:pt idx="11460">45000</cx:pt>
          <cx:pt idx="11461">45000</cx:pt>
          <cx:pt idx="11462">45000</cx:pt>
          <cx:pt idx="11463">45000</cx:pt>
          <cx:pt idx="11464">45000</cx:pt>
          <cx:pt idx="11465">45000</cx:pt>
          <cx:pt idx="11466">45000</cx:pt>
          <cx:pt idx="11467">45000</cx:pt>
          <cx:pt idx="11468">45000</cx:pt>
          <cx:pt idx="11469">45000</cx:pt>
          <cx:pt idx="11470">45000</cx:pt>
          <cx:pt idx="11471">45000</cx:pt>
          <cx:pt idx="11472">45000</cx:pt>
          <cx:pt idx="11473">45000</cx:pt>
          <cx:pt idx="11474">45000</cx:pt>
          <cx:pt idx="11475">45000</cx:pt>
          <cx:pt idx="11476">45000</cx:pt>
          <cx:pt idx="11477">45000</cx:pt>
          <cx:pt idx="11478">45000</cx:pt>
          <cx:pt idx="11479">45000</cx:pt>
          <cx:pt idx="11480">45000</cx:pt>
          <cx:pt idx="11481">45000</cx:pt>
          <cx:pt idx="11482">45000</cx:pt>
          <cx:pt idx="11483">45010</cx:pt>
          <cx:pt idx="11484">45030</cx:pt>
          <cx:pt idx="11485">45050</cx:pt>
          <cx:pt idx="11486">45100</cx:pt>
          <cx:pt idx="11487">45100</cx:pt>
          <cx:pt idx="11488">45200</cx:pt>
          <cx:pt idx="11489">45200</cx:pt>
          <cx:pt idx="11490">45200</cx:pt>
          <cx:pt idx="11491">45200</cx:pt>
          <cx:pt idx="11492">45200</cx:pt>
          <cx:pt idx="11493">45200</cx:pt>
          <cx:pt idx="11494">45220</cx:pt>
          <cx:pt idx="11495">45250</cx:pt>
          <cx:pt idx="11496">45300</cx:pt>
          <cx:pt idx="11497">45300</cx:pt>
          <cx:pt idx="11498">45300</cx:pt>
          <cx:pt idx="11499">45300</cx:pt>
          <cx:pt idx="11500">45300</cx:pt>
          <cx:pt idx="11501">45400</cx:pt>
          <cx:pt idx="11502">45400</cx:pt>
          <cx:pt idx="11503">45500</cx:pt>
          <cx:pt idx="11504">45500</cx:pt>
          <cx:pt idx="11505">45500</cx:pt>
          <cx:pt idx="11506">45500</cx:pt>
          <cx:pt idx="11507">45500</cx:pt>
          <cx:pt idx="11508">45500</cx:pt>
          <cx:pt idx="11509">45500</cx:pt>
          <cx:pt idx="11510">45500</cx:pt>
          <cx:pt idx="11511">45600</cx:pt>
          <cx:pt idx="11512">45600</cx:pt>
          <cx:pt idx="11513">45600</cx:pt>
          <cx:pt idx="11514">45600</cx:pt>
          <cx:pt idx="11515">45600</cx:pt>
          <cx:pt idx="11516">45600</cx:pt>
          <cx:pt idx="11517">45600</cx:pt>
          <cx:pt idx="11518">45610</cx:pt>
          <cx:pt idx="11519">45700</cx:pt>
          <cx:pt idx="11520">45700</cx:pt>
          <cx:pt idx="11521">45730</cx:pt>
          <cx:pt idx="11522">45800</cx:pt>
          <cx:pt idx="11523">45800</cx:pt>
          <cx:pt idx="11524">45800</cx:pt>
          <cx:pt idx="11525">45900</cx:pt>
          <cx:pt idx="11526">45900</cx:pt>
          <cx:pt idx="11527">46000</cx:pt>
          <cx:pt idx="11528">46000</cx:pt>
          <cx:pt idx="11529">46000</cx:pt>
          <cx:pt idx="11530">46000</cx:pt>
          <cx:pt idx="11531">46000</cx:pt>
          <cx:pt idx="11532">46000</cx:pt>
          <cx:pt idx="11533">46000</cx:pt>
          <cx:pt idx="11534">46000</cx:pt>
          <cx:pt idx="11535">46000</cx:pt>
          <cx:pt idx="11536">46000</cx:pt>
          <cx:pt idx="11537">46000</cx:pt>
          <cx:pt idx="11538">46000</cx:pt>
          <cx:pt idx="11539">46000</cx:pt>
          <cx:pt idx="11540">46000</cx:pt>
          <cx:pt idx="11541">46000</cx:pt>
          <cx:pt idx="11542">46000</cx:pt>
          <cx:pt idx="11543">46000</cx:pt>
          <cx:pt idx="11544">46000</cx:pt>
          <cx:pt idx="11545">46000</cx:pt>
          <cx:pt idx="11546">46000</cx:pt>
          <cx:pt idx="11547">46000</cx:pt>
          <cx:pt idx="11548">46000</cx:pt>
          <cx:pt idx="11549">46000</cx:pt>
          <cx:pt idx="11550">46000</cx:pt>
          <cx:pt idx="11551">46000</cx:pt>
          <cx:pt idx="11552">46000</cx:pt>
          <cx:pt idx="11553">46000</cx:pt>
          <cx:pt idx="11554">46000</cx:pt>
          <cx:pt idx="11555">46000</cx:pt>
          <cx:pt idx="11556">46000</cx:pt>
          <cx:pt idx="11557">46000</cx:pt>
          <cx:pt idx="11558">46000</cx:pt>
          <cx:pt idx="11559">46000</cx:pt>
          <cx:pt idx="11560">46010</cx:pt>
          <cx:pt idx="11561">46020</cx:pt>
          <cx:pt idx="11562">46080</cx:pt>
          <cx:pt idx="11563">46100</cx:pt>
          <cx:pt idx="11564">46100</cx:pt>
          <cx:pt idx="11565">46100</cx:pt>
          <cx:pt idx="11566">46120</cx:pt>
          <cx:pt idx="11567">46200</cx:pt>
          <cx:pt idx="11568">46200</cx:pt>
          <cx:pt idx="11569">46250</cx:pt>
          <cx:pt idx="11570">46300</cx:pt>
          <cx:pt idx="11571">46300</cx:pt>
          <cx:pt idx="11572">46300</cx:pt>
          <cx:pt idx="11573">46310</cx:pt>
          <cx:pt idx="11574">46500</cx:pt>
          <cx:pt idx="11575">46500</cx:pt>
          <cx:pt idx="11576">46500</cx:pt>
          <cx:pt idx="11577">46500</cx:pt>
          <cx:pt idx="11578">46500</cx:pt>
          <cx:pt idx="11579">46500</cx:pt>
          <cx:pt idx="11580">46500</cx:pt>
          <cx:pt idx="11581">46500</cx:pt>
          <cx:pt idx="11582">46500</cx:pt>
          <cx:pt idx="11583">46550</cx:pt>
          <cx:pt idx="11584">46600</cx:pt>
          <cx:pt idx="11585">46700</cx:pt>
          <cx:pt idx="11586">46700</cx:pt>
          <cx:pt idx="11587">46700</cx:pt>
          <cx:pt idx="11588">46700</cx:pt>
          <cx:pt idx="11589">46700</cx:pt>
          <cx:pt idx="11590">46700</cx:pt>
          <cx:pt idx="11591">46800</cx:pt>
          <cx:pt idx="11592">46800</cx:pt>
          <cx:pt idx="11593">46800</cx:pt>
          <cx:pt idx="11594">46800</cx:pt>
          <cx:pt idx="11595">46800</cx:pt>
          <cx:pt idx="11596">46800</cx:pt>
          <cx:pt idx="11597">46800</cx:pt>
          <cx:pt idx="11598">47000</cx:pt>
          <cx:pt idx="11599">47000</cx:pt>
          <cx:pt idx="11600">47000</cx:pt>
          <cx:pt idx="11601">47000</cx:pt>
          <cx:pt idx="11602">47000</cx:pt>
          <cx:pt idx="11603">47000</cx:pt>
          <cx:pt idx="11604">47000</cx:pt>
          <cx:pt idx="11605">47000</cx:pt>
          <cx:pt idx="11606">47000</cx:pt>
          <cx:pt idx="11607">47000</cx:pt>
          <cx:pt idx="11608">47000</cx:pt>
          <cx:pt idx="11609">47000</cx:pt>
          <cx:pt idx="11610">47000</cx:pt>
          <cx:pt idx="11611">47000</cx:pt>
          <cx:pt idx="11612">47000</cx:pt>
          <cx:pt idx="11613">47000</cx:pt>
          <cx:pt idx="11614">47000</cx:pt>
          <cx:pt idx="11615">47000</cx:pt>
          <cx:pt idx="11616">47000</cx:pt>
          <cx:pt idx="11617">47000</cx:pt>
          <cx:pt idx="11618">47000</cx:pt>
          <cx:pt idx="11619">47000</cx:pt>
          <cx:pt idx="11620">47000</cx:pt>
          <cx:pt idx="11621">47000</cx:pt>
          <cx:pt idx="11622">47000</cx:pt>
          <cx:pt idx="11623">47000</cx:pt>
          <cx:pt idx="11624">47000</cx:pt>
          <cx:pt idx="11625">47000</cx:pt>
          <cx:pt idx="11626">47000</cx:pt>
          <cx:pt idx="11627">47000</cx:pt>
          <cx:pt idx="11628">47000</cx:pt>
          <cx:pt idx="11629">47000</cx:pt>
          <cx:pt idx="11630">47100</cx:pt>
          <cx:pt idx="11631">47100</cx:pt>
          <cx:pt idx="11632">47100</cx:pt>
          <cx:pt idx="11633">47120</cx:pt>
          <cx:pt idx="11634">47200</cx:pt>
          <cx:pt idx="11635">47200</cx:pt>
          <cx:pt idx="11636">47200</cx:pt>
          <cx:pt idx="11637">47200</cx:pt>
          <cx:pt idx="11638">47200</cx:pt>
          <cx:pt idx="11639">47200</cx:pt>
          <cx:pt idx="11640">47240</cx:pt>
          <cx:pt idx="11641">47300</cx:pt>
          <cx:pt idx="11642">47300</cx:pt>
          <cx:pt idx="11643">47300</cx:pt>
          <cx:pt idx="11644">47300</cx:pt>
          <cx:pt idx="11645">47360</cx:pt>
          <cx:pt idx="11646">47400</cx:pt>
          <cx:pt idx="11647">47400</cx:pt>
          <cx:pt idx="11648">47400</cx:pt>
          <cx:pt idx="11649">47400</cx:pt>
          <cx:pt idx="11650">47400</cx:pt>
          <cx:pt idx="11651">47460</cx:pt>
          <cx:pt idx="11652">47500</cx:pt>
          <cx:pt idx="11653">47500</cx:pt>
          <cx:pt idx="11654">47500</cx:pt>
          <cx:pt idx="11655">47500</cx:pt>
          <cx:pt idx="11656">47500</cx:pt>
          <cx:pt idx="11657">47500</cx:pt>
          <cx:pt idx="11658">47600</cx:pt>
          <cx:pt idx="11659">47600</cx:pt>
          <cx:pt idx="11660">47600</cx:pt>
          <cx:pt idx="11661">47700</cx:pt>
          <cx:pt idx="11662">47700</cx:pt>
          <cx:pt idx="11663">47700</cx:pt>
          <cx:pt idx="11664">47700</cx:pt>
          <cx:pt idx="11665">47700</cx:pt>
          <cx:pt idx="11666">47700</cx:pt>
          <cx:pt idx="11667">47800</cx:pt>
          <cx:pt idx="11668">47900</cx:pt>
          <cx:pt idx="11669">48000</cx:pt>
          <cx:pt idx="11670">48000</cx:pt>
          <cx:pt idx="11671">48000</cx:pt>
          <cx:pt idx="11672">48000</cx:pt>
          <cx:pt idx="11673">48000</cx:pt>
          <cx:pt idx="11674">48000</cx:pt>
          <cx:pt idx="11675">48000</cx:pt>
          <cx:pt idx="11676">48000</cx:pt>
          <cx:pt idx="11677">48000</cx:pt>
          <cx:pt idx="11678">48000</cx:pt>
          <cx:pt idx="11679">48000</cx:pt>
          <cx:pt idx="11680">48000</cx:pt>
          <cx:pt idx="11681">48000</cx:pt>
          <cx:pt idx="11682">48000</cx:pt>
          <cx:pt idx="11683">48000</cx:pt>
          <cx:pt idx="11684">48000</cx:pt>
          <cx:pt idx="11685">48000</cx:pt>
          <cx:pt idx="11686">48000</cx:pt>
          <cx:pt idx="11687">48000</cx:pt>
          <cx:pt idx="11688">48000</cx:pt>
          <cx:pt idx="11689">48000</cx:pt>
          <cx:pt idx="11690">48000</cx:pt>
          <cx:pt idx="11691">48000</cx:pt>
          <cx:pt idx="11692">48000</cx:pt>
          <cx:pt idx="11693">48000</cx:pt>
          <cx:pt idx="11694">48000</cx:pt>
          <cx:pt idx="11695">48000</cx:pt>
          <cx:pt idx="11696">48000</cx:pt>
          <cx:pt idx="11697">48000</cx:pt>
          <cx:pt idx="11698">48000</cx:pt>
          <cx:pt idx="11699">48000</cx:pt>
          <cx:pt idx="11700">48000</cx:pt>
          <cx:pt idx="11701">48000</cx:pt>
          <cx:pt idx="11702">48000</cx:pt>
          <cx:pt idx="11703">48000</cx:pt>
          <cx:pt idx="11704">48000</cx:pt>
          <cx:pt idx="11705">48000</cx:pt>
          <cx:pt idx="11706">48000</cx:pt>
          <cx:pt idx="11707">48000</cx:pt>
          <cx:pt idx="11708">48000</cx:pt>
          <cx:pt idx="11709">48000</cx:pt>
          <cx:pt idx="11710">48000</cx:pt>
          <cx:pt idx="11711">48000</cx:pt>
          <cx:pt idx="11712">48000</cx:pt>
          <cx:pt idx="11713">48000</cx:pt>
          <cx:pt idx="11714">48000</cx:pt>
          <cx:pt idx="11715">48000</cx:pt>
          <cx:pt idx="11716">48000</cx:pt>
          <cx:pt idx="11717">48000</cx:pt>
          <cx:pt idx="11718">48000</cx:pt>
          <cx:pt idx="11719">48000</cx:pt>
          <cx:pt idx="11720">48000</cx:pt>
          <cx:pt idx="11721">48000</cx:pt>
          <cx:pt idx="11722">48000</cx:pt>
          <cx:pt idx="11723">48000</cx:pt>
          <cx:pt idx="11724">48000</cx:pt>
          <cx:pt idx="11725">48000</cx:pt>
          <cx:pt idx="11726">48000</cx:pt>
          <cx:pt idx="11727">48000</cx:pt>
          <cx:pt idx="11728">48000</cx:pt>
          <cx:pt idx="11729">48000</cx:pt>
          <cx:pt idx="11730">48000</cx:pt>
          <cx:pt idx="11731">48000</cx:pt>
          <cx:pt idx="11732">48000</cx:pt>
          <cx:pt idx="11733">48000</cx:pt>
          <cx:pt idx="11734">48000</cx:pt>
          <cx:pt idx="11735">48000</cx:pt>
          <cx:pt idx="11736">48000</cx:pt>
          <cx:pt idx="11737">48000</cx:pt>
          <cx:pt idx="11738">48000</cx:pt>
          <cx:pt idx="11739">48000</cx:pt>
          <cx:pt idx="11740">48000</cx:pt>
          <cx:pt idx="11741">48000</cx:pt>
          <cx:pt idx="11742">48004</cx:pt>
          <cx:pt idx="11743">48004</cx:pt>
          <cx:pt idx="11744">48004</cx:pt>
          <cx:pt idx="11745">48100</cx:pt>
          <cx:pt idx="11746">48100</cx:pt>
          <cx:pt idx="11747">48100</cx:pt>
          <cx:pt idx="11748">48100</cx:pt>
          <cx:pt idx="11749">48100</cx:pt>
          <cx:pt idx="11750">48100</cx:pt>
          <cx:pt idx="11751">48100</cx:pt>
          <cx:pt idx="11752">48100</cx:pt>
          <cx:pt idx="11753">48150</cx:pt>
          <cx:pt idx="11754">48200</cx:pt>
          <cx:pt idx="11755">48200</cx:pt>
          <cx:pt idx="11756">48200</cx:pt>
          <cx:pt idx="11757">48200</cx:pt>
          <cx:pt idx="11758">48200</cx:pt>
          <cx:pt idx="11759">48200</cx:pt>
          <cx:pt idx="11760">48300</cx:pt>
          <cx:pt idx="11761">48400</cx:pt>
          <cx:pt idx="11762">48400</cx:pt>
          <cx:pt idx="11763">48400</cx:pt>
          <cx:pt idx="11764">48400</cx:pt>
          <cx:pt idx="11765">48500</cx:pt>
          <cx:pt idx="11766">48500</cx:pt>
          <cx:pt idx="11767">48500</cx:pt>
          <cx:pt idx="11768">48500</cx:pt>
          <cx:pt idx="11769">48500</cx:pt>
          <cx:pt idx="11770">48500</cx:pt>
          <cx:pt idx="11771">48500</cx:pt>
          <cx:pt idx="11772">48600</cx:pt>
          <cx:pt idx="11773">48700</cx:pt>
          <cx:pt idx="11774">48700</cx:pt>
          <cx:pt idx="11775">48700</cx:pt>
          <cx:pt idx="11776">48700</cx:pt>
          <cx:pt idx="11777">48700</cx:pt>
          <cx:pt idx="11778">48700</cx:pt>
          <cx:pt idx="11779">48800</cx:pt>
          <cx:pt idx="11780">48800</cx:pt>
          <cx:pt idx="11781">48800</cx:pt>
          <cx:pt idx="11782">48800</cx:pt>
          <cx:pt idx="11783">48800</cx:pt>
          <cx:pt idx="11784">48800</cx:pt>
          <cx:pt idx="11785">48900</cx:pt>
          <cx:pt idx="11786">49000</cx:pt>
          <cx:pt idx="11787">49000</cx:pt>
          <cx:pt idx="11788">49000</cx:pt>
          <cx:pt idx="11789">49000</cx:pt>
          <cx:pt idx="11790">49000</cx:pt>
          <cx:pt idx="11791">49000</cx:pt>
          <cx:pt idx="11792">49000</cx:pt>
          <cx:pt idx="11793">49000</cx:pt>
          <cx:pt idx="11794">49000</cx:pt>
          <cx:pt idx="11795">49000</cx:pt>
          <cx:pt idx="11796">49000</cx:pt>
          <cx:pt idx="11797">49000</cx:pt>
          <cx:pt idx="11798">49000</cx:pt>
          <cx:pt idx="11799">49000</cx:pt>
          <cx:pt idx="11800">49000</cx:pt>
          <cx:pt idx="11801">49000</cx:pt>
          <cx:pt idx="11802">49000</cx:pt>
          <cx:pt idx="11803">49000</cx:pt>
          <cx:pt idx="11804">49000</cx:pt>
          <cx:pt idx="11805">49000</cx:pt>
          <cx:pt idx="11806">49000</cx:pt>
          <cx:pt idx="11807">49000</cx:pt>
          <cx:pt idx="11808">49000</cx:pt>
          <cx:pt idx="11809">49000</cx:pt>
          <cx:pt idx="11810">49000</cx:pt>
          <cx:pt idx="11811">49000</cx:pt>
          <cx:pt idx="11812">49000</cx:pt>
          <cx:pt idx="11813">49000</cx:pt>
          <cx:pt idx="11814">49000</cx:pt>
          <cx:pt idx="11815">49000</cx:pt>
          <cx:pt idx="11816">49000</cx:pt>
          <cx:pt idx="11817">49000</cx:pt>
          <cx:pt idx="11818">49000</cx:pt>
          <cx:pt idx="11819">49040</cx:pt>
          <cx:pt idx="11820">49100</cx:pt>
          <cx:pt idx="11821">49100</cx:pt>
          <cx:pt idx="11822">49124</cx:pt>
          <cx:pt idx="11823">49200</cx:pt>
          <cx:pt idx="11824">49200</cx:pt>
          <cx:pt idx="11825">49200</cx:pt>
          <cx:pt idx="11826">49200</cx:pt>
          <cx:pt idx="11827">49200</cx:pt>
          <cx:pt idx="11828">49200</cx:pt>
          <cx:pt idx="11829">49300</cx:pt>
          <cx:pt idx="11830">49300</cx:pt>
          <cx:pt idx="11831">49300</cx:pt>
          <cx:pt idx="11832">49300</cx:pt>
          <cx:pt idx="11833">49400</cx:pt>
          <cx:pt idx="11834">49500</cx:pt>
          <cx:pt idx="11835">49500</cx:pt>
          <cx:pt idx="11836">49600</cx:pt>
          <cx:pt idx="11837">49600</cx:pt>
          <cx:pt idx="11838">49600</cx:pt>
          <cx:pt idx="11839">49700</cx:pt>
          <cx:pt idx="11840">49750</cx:pt>
          <cx:pt idx="11841">49750</cx:pt>
          <cx:pt idx="11842">49800</cx:pt>
          <cx:pt idx="11843">49800</cx:pt>
          <cx:pt idx="11844">49800</cx:pt>
          <cx:pt idx="11845">49830</cx:pt>
          <cx:pt idx="11846">49830</cx:pt>
          <cx:pt idx="11847">49880</cx:pt>
          <cx:pt idx="11848">49900</cx:pt>
          <cx:pt idx="11849">49900</cx:pt>
          <cx:pt idx="11850">49900</cx:pt>
          <cx:pt idx="11851">50000</cx:pt>
          <cx:pt idx="11852">50000</cx:pt>
          <cx:pt idx="11853">50000</cx:pt>
          <cx:pt idx="11854">50000</cx:pt>
          <cx:pt idx="11855">50000</cx:pt>
          <cx:pt idx="11856">50000</cx:pt>
          <cx:pt idx="11857">50000</cx:pt>
          <cx:pt idx="11858">50000</cx:pt>
          <cx:pt idx="11859">50000</cx:pt>
          <cx:pt idx="11860">50000</cx:pt>
          <cx:pt idx="11861">50000</cx:pt>
          <cx:pt idx="11862">50000</cx:pt>
          <cx:pt idx="11863">50000</cx:pt>
          <cx:pt idx="11864">50000</cx:pt>
          <cx:pt idx="11865">50000</cx:pt>
          <cx:pt idx="11866">50000</cx:pt>
          <cx:pt idx="11867">50000</cx:pt>
          <cx:pt idx="11868">50000</cx:pt>
          <cx:pt idx="11869">50000</cx:pt>
          <cx:pt idx="11870">50000</cx:pt>
          <cx:pt idx="11871">50000</cx:pt>
          <cx:pt idx="11872">50000</cx:pt>
          <cx:pt idx="11873">50000</cx:pt>
          <cx:pt idx="11874">50000</cx:pt>
          <cx:pt idx="11875">50000</cx:pt>
          <cx:pt idx="11876">50000</cx:pt>
          <cx:pt idx="11877">50000</cx:pt>
          <cx:pt idx="11878">50000</cx:pt>
          <cx:pt idx="11879">50000</cx:pt>
          <cx:pt idx="11880">50000</cx:pt>
          <cx:pt idx="11881">50000</cx:pt>
          <cx:pt idx="11882">50000</cx:pt>
          <cx:pt idx="11883">50000</cx:pt>
          <cx:pt idx="11884">50000</cx:pt>
          <cx:pt idx="11885">50000</cx:pt>
          <cx:pt idx="11886">50000</cx:pt>
          <cx:pt idx="11887">50000</cx:pt>
          <cx:pt idx="11888">50000</cx:pt>
          <cx:pt idx="11889">50000</cx:pt>
          <cx:pt idx="11890">50000</cx:pt>
          <cx:pt idx="11891">50000</cx:pt>
          <cx:pt idx="11892">50000</cx:pt>
          <cx:pt idx="11893">50000</cx:pt>
          <cx:pt idx="11894">50000</cx:pt>
          <cx:pt idx="11895">50000</cx:pt>
          <cx:pt idx="11896">50000</cx:pt>
          <cx:pt idx="11897">50000</cx:pt>
          <cx:pt idx="11898">50000</cx:pt>
          <cx:pt idx="11899">50000</cx:pt>
          <cx:pt idx="11900">50000</cx:pt>
          <cx:pt idx="11901">50000</cx:pt>
          <cx:pt idx="11902">50000</cx:pt>
          <cx:pt idx="11903">50000</cx:pt>
          <cx:pt idx="11904">50000</cx:pt>
          <cx:pt idx="11905">50000</cx:pt>
          <cx:pt idx="11906">50000</cx:pt>
          <cx:pt idx="11907">50000</cx:pt>
          <cx:pt idx="11908">50000</cx:pt>
          <cx:pt idx="11909">50000</cx:pt>
          <cx:pt idx="11910">50000</cx:pt>
          <cx:pt idx="11911">50000</cx:pt>
          <cx:pt idx="11912">50000</cx:pt>
          <cx:pt idx="11913">50000</cx:pt>
          <cx:pt idx="11914">50000</cx:pt>
          <cx:pt idx="11915">50000</cx:pt>
          <cx:pt idx="11916">50000</cx:pt>
          <cx:pt idx="11917">50000</cx:pt>
          <cx:pt idx="11918">50000</cx:pt>
          <cx:pt idx="11919">50000</cx:pt>
          <cx:pt idx="11920">50000</cx:pt>
          <cx:pt idx="11921">50000</cx:pt>
          <cx:pt idx="11922">50000</cx:pt>
          <cx:pt idx="11923">50000</cx:pt>
          <cx:pt idx="11924">50000</cx:pt>
          <cx:pt idx="11925">50000</cx:pt>
          <cx:pt idx="11926">50000</cx:pt>
          <cx:pt idx="11927">50000</cx:pt>
          <cx:pt idx="11928">50000</cx:pt>
          <cx:pt idx="11929">50000</cx:pt>
          <cx:pt idx="11930">50000</cx:pt>
          <cx:pt idx="11931">50000</cx:pt>
          <cx:pt idx="11932">50000</cx:pt>
          <cx:pt idx="11933">50000</cx:pt>
          <cx:pt idx="11934">50000</cx:pt>
          <cx:pt idx="11935">50000</cx:pt>
          <cx:pt idx="11936">50000</cx:pt>
          <cx:pt idx="11937">50000</cx:pt>
          <cx:pt idx="11938">50000</cx:pt>
          <cx:pt idx="11939">50000</cx:pt>
          <cx:pt idx="11940">50000</cx:pt>
          <cx:pt idx="11941">50000</cx:pt>
          <cx:pt idx="11942">50000</cx:pt>
          <cx:pt idx="11943">50000</cx:pt>
          <cx:pt idx="11944">50000</cx:pt>
          <cx:pt idx="11945">50000</cx:pt>
          <cx:pt idx="11946">50000</cx:pt>
          <cx:pt idx="11947">50000</cx:pt>
          <cx:pt idx="11948">50000</cx:pt>
          <cx:pt idx="11949">50000</cx:pt>
          <cx:pt idx="11950">50000</cx:pt>
          <cx:pt idx="11951">50000</cx:pt>
          <cx:pt idx="11952">50000</cx:pt>
          <cx:pt idx="11953">50000</cx:pt>
          <cx:pt idx="11954">50000</cx:pt>
          <cx:pt idx="11955">50000</cx:pt>
          <cx:pt idx="11956">50000</cx:pt>
          <cx:pt idx="11957">50000</cx:pt>
          <cx:pt idx="11958">50000</cx:pt>
          <cx:pt idx="11959">50000</cx:pt>
          <cx:pt idx="11960">50000</cx:pt>
          <cx:pt idx="11961">50000</cx:pt>
          <cx:pt idx="11962">50000</cx:pt>
          <cx:pt idx="11963">50000</cx:pt>
          <cx:pt idx="11964">50000</cx:pt>
          <cx:pt idx="11965">50000</cx:pt>
          <cx:pt idx="11966">50000</cx:pt>
          <cx:pt idx="11967">50000</cx:pt>
          <cx:pt idx="11968">50000</cx:pt>
          <cx:pt idx="11969">50000</cx:pt>
          <cx:pt idx="11970">50000</cx:pt>
          <cx:pt idx="11971">50000</cx:pt>
          <cx:pt idx="11972">50000</cx:pt>
          <cx:pt idx="11973">50000</cx:pt>
          <cx:pt idx="11974">50000</cx:pt>
          <cx:pt idx="11975">50000</cx:pt>
          <cx:pt idx="11976">50000</cx:pt>
          <cx:pt idx="11977">50000</cx:pt>
          <cx:pt idx="11978">50000</cx:pt>
          <cx:pt idx="11979">50000</cx:pt>
          <cx:pt idx="11980">50000</cx:pt>
          <cx:pt idx="11981">50000</cx:pt>
          <cx:pt idx="11982">50000</cx:pt>
          <cx:pt idx="11983">50000</cx:pt>
          <cx:pt idx="11984">50000</cx:pt>
          <cx:pt idx="11985">50000</cx:pt>
          <cx:pt idx="11986">50000</cx:pt>
          <cx:pt idx="11987">50000</cx:pt>
          <cx:pt idx="11988">50000</cx:pt>
          <cx:pt idx="11989">50000</cx:pt>
          <cx:pt idx="11990">50000</cx:pt>
          <cx:pt idx="11991">50000</cx:pt>
          <cx:pt idx="11992">50000</cx:pt>
          <cx:pt idx="11993">50000</cx:pt>
          <cx:pt idx="11994">50000</cx:pt>
          <cx:pt idx="11995">50000</cx:pt>
          <cx:pt idx="11996">50000</cx:pt>
          <cx:pt idx="11997">50000</cx:pt>
          <cx:pt idx="11998">50000</cx:pt>
          <cx:pt idx="11999">50000</cx:pt>
          <cx:pt idx="12000">50000</cx:pt>
          <cx:pt idx="12001">50000</cx:pt>
          <cx:pt idx="12002">50000</cx:pt>
          <cx:pt idx="12003">50000</cx:pt>
          <cx:pt idx="12004">50000</cx:pt>
          <cx:pt idx="12005">50000</cx:pt>
          <cx:pt idx="12006">50000</cx:pt>
          <cx:pt idx="12007">50000</cx:pt>
          <cx:pt idx="12008">50000</cx:pt>
          <cx:pt idx="12009">50000</cx:pt>
          <cx:pt idx="12010">50000</cx:pt>
          <cx:pt idx="12011">50000</cx:pt>
          <cx:pt idx="12012">50000</cx:pt>
          <cx:pt idx="12013">50000</cx:pt>
          <cx:pt idx="12014">50000</cx:pt>
          <cx:pt idx="12015">50000</cx:pt>
          <cx:pt idx="12016">50000</cx:pt>
          <cx:pt idx="12017">50000</cx:pt>
          <cx:pt idx="12018">50000</cx:pt>
          <cx:pt idx="12019">50000</cx:pt>
          <cx:pt idx="12020">50000</cx:pt>
          <cx:pt idx="12021">50000</cx:pt>
          <cx:pt idx="12022">50000</cx:pt>
          <cx:pt idx="12023">50000</cx:pt>
          <cx:pt idx="12024">50000</cx:pt>
          <cx:pt idx="12025">50000</cx:pt>
          <cx:pt idx="12026">50000</cx:pt>
          <cx:pt idx="12027">50000</cx:pt>
          <cx:pt idx="12028">50000</cx:pt>
          <cx:pt idx="12029">50000</cx:pt>
          <cx:pt idx="12030">50000</cx:pt>
          <cx:pt idx="12031">50000</cx:pt>
          <cx:pt idx="12032">50000</cx:pt>
          <cx:pt idx="12033">50000</cx:pt>
          <cx:pt idx="12034">50000</cx:pt>
          <cx:pt idx="12035">50000</cx:pt>
          <cx:pt idx="12036">50000</cx:pt>
          <cx:pt idx="12037">50000</cx:pt>
          <cx:pt idx="12038">50000</cx:pt>
          <cx:pt idx="12039">50000</cx:pt>
          <cx:pt idx="12040">50000</cx:pt>
          <cx:pt idx="12041">50000</cx:pt>
          <cx:pt idx="12042">50000</cx:pt>
          <cx:pt idx="12043">50000</cx:pt>
          <cx:pt idx="12044">50000</cx:pt>
          <cx:pt idx="12045">50000</cx:pt>
          <cx:pt idx="12046">50000</cx:pt>
          <cx:pt idx="12047">50000</cx:pt>
          <cx:pt idx="12048">50000</cx:pt>
          <cx:pt idx="12049">50000</cx:pt>
          <cx:pt idx="12050">50000</cx:pt>
          <cx:pt idx="12051">50000</cx:pt>
          <cx:pt idx="12052">50000</cx:pt>
          <cx:pt idx="12053">50000</cx:pt>
          <cx:pt idx="12054">50000</cx:pt>
          <cx:pt idx="12055">50000</cx:pt>
          <cx:pt idx="12056">50000</cx:pt>
          <cx:pt idx="12057">50000</cx:pt>
          <cx:pt idx="12058">50000</cx:pt>
          <cx:pt idx="12059">50000</cx:pt>
          <cx:pt idx="12060">50000</cx:pt>
          <cx:pt idx="12061">50000</cx:pt>
          <cx:pt idx="12062">50000</cx:pt>
          <cx:pt idx="12063">50000</cx:pt>
          <cx:pt idx="12064">50000</cx:pt>
          <cx:pt idx="12065">50000</cx:pt>
          <cx:pt idx="12066">50000</cx:pt>
          <cx:pt idx="12067">50000</cx:pt>
          <cx:pt idx="12068">50000</cx:pt>
          <cx:pt idx="12069">50000</cx:pt>
          <cx:pt idx="12070">50000</cx:pt>
          <cx:pt idx="12071">50000</cx:pt>
          <cx:pt idx="12072">50000</cx:pt>
          <cx:pt idx="12073">50000</cx:pt>
          <cx:pt idx="12074">50000</cx:pt>
          <cx:pt idx="12075">50001</cx:pt>
          <cx:pt idx="12076">50001</cx:pt>
          <cx:pt idx="12077">50004</cx:pt>
          <cx:pt idx="12078">50004</cx:pt>
          <cx:pt idx="12079">50010</cx:pt>
          <cx:pt idx="12080">50020</cx:pt>
          <cx:pt idx="12081">50020</cx:pt>
          <cx:pt idx="12082">50050</cx:pt>
          <cx:pt idx="12083">50050</cx:pt>
          <cx:pt idx="12084">50050</cx:pt>
          <cx:pt idx="12085">50050</cx:pt>
          <cx:pt idx="12086">50060</cx:pt>
          <cx:pt idx="12087">50060</cx:pt>
          <cx:pt idx="12088">50100</cx:pt>
          <cx:pt idx="12089">50100</cx:pt>
          <cx:pt idx="12090">50200</cx:pt>
          <cx:pt idx="12091">50200</cx:pt>
          <cx:pt idx="12092">50200</cx:pt>
          <cx:pt idx="12093">50300</cx:pt>
          <cx:pt idx="12094">50350</cx:pt>
          <cx:pt idx="12095">50400</cx:pt>
          <cx:pt idx="12096">50420</cx:pt>
          <cx:pt idx="12097">50500</cx:pt>
          <cx:pt idx="12098">50500</cx:pt>
          <cx:pt idx="12099">50500</cx:pt>
          <cx:pt idx="12100">50500</cx:pt>
          <cx:pt idx="12101">50500</cx:pt>
          <cx:pt idx="12102">50600</cx:pt>
          <cx:pt idx="12103">50600</cx:pt>
          <cx:pt idx="12104">50600</cx:pt>
          <cx:pt idx="12105">50700</cx:pt>
          <cx:pt idx="12106">50700</cx:pt>
          <cx:pt idx="12107">50800</cx:pt>
          <cx:pt idx="12108">50800</cx:pt>
          <cx:pt idx="12109">50900</cx:pt>
          <cx:pt idx="12110">51000</cx:pt>
          <cx:pt idx="12111">51000</cx:pt>
          <cx:pt idx="12112">51000</cx:pt>
          <cx:pt idx="12113">51000</cx:pt>
          <cx:pt idx="12114">51000</cx:pt>
          <cx:pt idx="12115">51000</cx:pt>
          <cx:pt idx="12116">51000</cx:pt>
          <cx:pt idx="12117">51000</cx:pt>
          <cx:pt idx="12118">51000</cx:pt>
          <cx:pt idx="12119">51000</cx:pt>
          <cx:pt idx="12120">51000</cx:pt>
          <cx:pt idx="12121">51000</cx:pt>
          <cx:pt idx="12122">51000</cx:pt>
          <cx:pt idx="12123">51000</cx:pt>
          <cx:pt idx="12124">51000</cx:pt>
          <cx:pt idx="12125">51000</cx:pt>
          <cx:pt idx="12126">51000</cx:pt>
          <cx:pt idx="12127">51000</cx:pt>
          <cx:pt idx="12128">51000</cx:pt>
          <cx:pt idx="12129">51000</cx:pt>
          <cx:pt idx="12130">51000</cx:pt>
          <cx:pt idx="12131">51000</cx:pt>
          <cx:pt idx="12132">51000</cx:pt>
          <cx:pt idx="12133">51000</cx:pt>
          <cx:pt idx="12134">51000</cx:pt>
          <cx:pt idx="12135">51000</cx:pt>
          <cx:pt idx="12136">51000</cx:pt>
          <cx:pt idx="12137">51004</cx:pt>
          <cx:pt idx="12138">51020</cx:pt>
          <cx:pt idx="12139">51100</cx:pt>
          <cx:pt idx="12140">51120</cx:pt>
          <cx:pt idx="12141">51200</cx:pt>
          <cx:pt idx="12142">51200</cx:pt>
          <cx:pt idx="12143">51200</cx:pt>
          <cx:pt idx="12144">51300</cx:pt>
          <cx:pt idx="12145">51300</cx:pt>
          <cx:pt idx="12146">51300</cx:pt>
          <cx:pt idx="12147">51400</cx:pt>
          <cx:pt idx="12148">51400</cx:pt>
          <cx:pt idx="12149">51500</cx:pt>
          <cx:pt idx="12150">51600</cx:pt>
          <cx:pt idx="12151">51600</cx:pt>
          <cx:pt idx="12152">51600</cx:pt>
          <cx:pt idx="12153">51600</cx:pt>
          <cx:pt idx="12154">51600</cx:pt>
          <cx:pt idx="12155">51600</cx:pt>
          <cx:pt idx="12156">51700</cx:pt>
          <cx:pt idx="12157">51700</cx:pt>
          <cx:pt idx="12158">51700</cx:pt>
          <cx:pt idx="12159">51800</cx:pt>
          <cx:pt idx="12160">51800</cx:pt>
          <cx:pt idx="12161">51800</cx:pt>
          <cx:pt idx="12162">51800</cx:pt>
          <cx:pt idx="12163">51800</cx:pt>
          <cx:pt idx="12164">51900</cx:pt>
          <cx:pt idx="12165">51900</cx:pt>
          <cx:pt idx="12166">51900</cx:pt>
          <cx:pt idx="12167">51900</cx:pt>
          <cx:pt idx="12168">52000</cx:pt>
          <cx:pt idx="12169">52000</cx:pt>
          <cx:pt idx="12170">52000</cx:pt>
          <cx:pt idx="12171">52000</cx:pt>
          <cx:pt idx="12172">52000</cx:pt>
          <cx:pt idx="12173">52000</cx:pt>
          <cx:pt idx="12174">52000</cx:pt>
          <cx:pt idx="12175">52000</cx:pt>
          <cx:pt idx="12176">52000</cx:pt>
          <cx:pt idx="12177">52000</cx:pt>
          <cx:pt idx="12178">52000</cx:pt>
          <cx:pt idx="12179">52000</cx:pt>
          <cx:pt idx="12180">52000</cx:pt>
          <cx:pt idx="12181">52000</cx:pt>
          <cx:pt idx="12182">52000</cx:pt>
          <cx:pt idx="12183">52000</cx:pt>
          <cx:pt idx="12184">52000</cx:pt>
          <cx:pt idx="12185">52000</cx:pt>
          <cx:pt idx="12186">52000</cx:pt>
          <cx:pt idx="12187">52000</cx:pt>
          <cx:pt idx="12188">52000</cx:pt>
          <cx:pt idx="12189">52000</cx:pt>
          <cx:pt idx="12190">52000</cx:pt>
          <cx:pt idx="12191">52000</cx:pt>
          <cx:pt idx="12192">52000</cx:pt>
          <cx:pt idx="12193">52000</cx:pt>
          <cx:pt idx="12194">52000</cx:pt>
          <cx:pt idx="12195">52000</cx:pt>
          <cx:pt idx="12196">52000</cx:pt>
          <cx:pt idx="12197">52000</cx:pt>
          <cx:pt idx="12198">52000</cx:pt>
          <cx:pt idx="12199">52000</cx:pt>
          <cx:pt idx="12200">52000</cx:pt>
          <cx:pt idx="12201">52000</cx:pt>
          <cx:pt idx="12202">52000</cx:pt>
          <cx:pt idx="12203">52000</cx:pt>
          <cx:pt idx="12204">52000</cx:pt>
          <cx:pt idx="12205">52000</cx:pt>
          <cx:pt idx="12206">52000</cx:pt>
          <cx:pt idx="12207">52000</cx:pt>
          <cx:pt idx="12208">52000</cx:pt>
          <cx:pt idx="12209">52000</cx:pt>
          <cx:pt idx="12210">52000</cx:pt>
          <cx:pt idx="12211">52000</cx:pt>
          <cx:pt idx="12212">52000</cx:pt>
          <cx:pt idx="12213">52000</cx:pt>
          <cx:pt idx="12214">52000</cx:pt>
          <cx:pt idx="12215">52000</cx:pt>
          <cx:pt idx="12216">52000</cx:pt>
          <cx:pt idx="12217">52000</cx:pt>
          <cx:pt idx="12218">52000</cx:pt>
          <cx:pt idx="12219">52000</cx:pt>
          <cx:pt idx="12220">52000</cx:pt>
          <cx:pt idx="12221">52000</cx:pt>
          <cx:pt idx="12222">52000</cx:pt>
          <cx:pt idx="12223">52000</cx:pt>
          <cx:pt idx="12224">52000</cx:pt>
          <cx:pt idx="12225">52000</cx:pt>
          <cx:pt idx="12226">52010</cx:pt>
          <cx:pt idx="12227">52040</cx:pt>
          <cx:pt idx="12228">52070</cx:pt>
          <cx:pt idx="12229">52100</cx:pt>
          <cx:pt idx="12230">52100</cx:pt>
          <cx:pt idx="12231">52100</cx:pt>
          <cx:pt idx="12232">52100</cx:pt>
          <cx:pt idx="12233">52100</cx:pt>
          <cx:pt idx="12234">52200</cx:pt>
          <cx:pt idx="12235">52200</cx:pt>
          <cx:pt idx="12236">52200</cx:pt>
          <cx:pt idx="12237">52210</cx:pt>
          <cx:pt idx="12238">52300</cx:pt>
          <cx:pt idx="12239">52300</cx:pt>
          <cx:pt idx="12240">52300</cx:pt>
          <cx:pt idx="12241">52300</cx:pt>
          <cx:pt idx="12242">52400</cx:pt>
          <cx:pt idx="12243">52400</cx:pt>
          <cx:pt idx="12244">52400</cx:pt>
          <cx:pt idx="12245">52400</cx:pt>
          <cx:pt idx="12246">52500</cx:pt>
          <cx:pt idx="12247">52600</cx:pt>
          <cx:pt idx="12248">52600</cx:pt>
          <cx:pt idx="12249">52600</cx:pt>
          <cx:pt idx="12250">52600</cx:pt>
          <cx:pt idx="12251">52700</cx:pt>
          <cx:pt idx="12252">52800</cx:pt>
          <cx:pt idx="12253">52800</cx:pt>
          <cx:pt idx="12254">52800</cx:pt>
          <cx:pt idx="12255">52800</cx:pt>
          <cx:pt idx="12256">52900</cx:pt>
          <cx:pt idx="12257">53000</cx:pt>
          <cx:pt idx="12258">53000</cx:pt>
          <cx:pt idx="12259">53000</cx:pt>
          <cx:pt idx="12260">53000</cx:pt>
          <cx:pt idx="12261">53000</cx:pt>
          <cx:pt idx="12262">53000</cx:pt>
          <cx:pt idx="12263">53000</cx:pt>
          <cx:pt idx="12264">53000</cx:pt>
          <cx:pt idx="12265">53000</cx:pt>
          <cx:pt idx="12266">53000</cx:pt>
          <cx:pt idx="12267">53000</cx:pt>
          <cx:pt idx="12268">53000</cx:pt>
          <cx:pt idx="12269">53000</cx:pt>
          <cx:pt idx="12270">53000</cx:pt>
          <cx:pt idx="12271">53000</cx:pt>
          <cx:pt idx="12272">53000</cx:pt>
          <cx:pt idx="12273">53000</cx:pt>
          <cx:pt idx="12274">53000</cx:pt>
          <cx:pt idx="12275">53000</cx:pt>
          <cx:pt idx="12276">53000</cx:pt>
          <cx:pt idx="12277">53000</cx:pt>
          <cx:pt idx="12278">53000</cx:pt>
          <cx:pt idx="12279">53000</cx:pt>
          <cx:pt idx="12280">53000</cx:pt>
          <cx:pt idx="12281">53000</cx:pt>
          <cx:pt idx="12282">53000</cx:pt>
          <cx:pt idx="12283">53000</cx:pt>
          <cx:pt idx="12284">53100</cx:pt>
          <cx:pt idx="12285">53200</cx:pt>
          <cx:pt idx="12286">53200</cx:pt>
          <cx:pt idx="12287">53200</cx:pt>
          <cx:pt idx="12288">53200</cx:pt>
          <cx:pt idx="12289">53200</cx:pt>
          <cx:pt idx="12290">53300</cx:pt>
          <cx:pt idx="12291">53310</cx:pt>
          <cx:pt idx="12292">53350</cx:pt>
          <cx:pt idx="12293">53400</cx:pt>
          <cx:pt idx="12294">53500</cx:pt>
          <cx:pt idx="12295">53500</cx:pt>
          <cx:pt idx="12296">53500</cx:pt>
          <cx:pt idx="12297">53600</cx:pt>
          <cx:pt idx="12298">53600</cx:pt>
          <cx:pt idx="12299">53600</cx:pt>
          <cx:pt idx="12300">53600</cx:pt>
          <cx:pt idx="12301">53600</cx:pt>
          <cx:pt idx="12302">53600</cx:pt>
          <cx:pt idx="12303">53700</cx:pt>
          <cx:pt idx="12304">53700</cx:pt>
          <cx:pt idx="12305">53800</cx:pt>
          <cx:pt idx="12306">53800</cx:pt>
          <cx:pt idx="12307">53850</cx:pt>
          <cx:pt idx="12308">53900</cx:pt>
          <cx:pt idx="12309">53980</cx:pt>
          <cx:pt idx="12310">54000</cx:pt>
          <cx:pt idx="12311">54000</cx:pt>
          <cx:pt idx="12312">54000</cx:pt>
          <cx:pt idx="12313">54000</cx:pt>
          <cx:pt idx="12314">54000</cx:pt>
          <cx:pt idx="12315">54000</cx:pt>
          <cx:pt idx="12316">54000</cx:pt>
          <cx:pt idx="12317">54000</cx:pt>
          <cx:pt idx="12318">54000</cx:pt>
          <cx:pt idx="12319">54000</cx:pt>
          <cx:pt idx="12320">54000</cx:pt>
          <cx:pt idx="12321">54000</cx:pt>
          <cx:pt idx="12322">54000</cx:pt>
          <cx:pt idx="12323">54000</cx:pt>
          <cx:pt idx="12324">54000</cx:pt>
          <cx:pt idx="12325">54000</cx:pt>
          <cx:pt idx="12326">54000</cx:pt>
          <cx:pt idx="12327">54000</cx:pt>
          <cx:pt idx="12328">54000</cx:pt>
          <cx:pt idx="12329">54000</cx:pt>
          <cx:pt idx="12330">54000</cx:pt>
          <cx:pt idx="12331">54000</cx:pt>
          <cx:pt idx="12332">54000</cx:pt>
          <cx:pt idx="12333">54000</cx:pt>
          <cx:pt idx="12334">54000</cx:pt>
          <cx:pt idx="12335">54000</cx:pt>
          <cx:pt idx="12336">54000</cx:pt>
          <cx:pt idx="12337">54000</cx:pt>
          <cx:pt idx="12338">54000</cx:pt>
          <cx:pt idx="12339">54000</cx:pt>
          <cx:pt idx="12340">54000</cx:pt>
          <cx:pt idx="12341">54000</cx:pt>
          <cx:pt idx="12342">54000</cx:pt>
          <cx:pt idx="12343">54000</cx:pt>
          <cx:pt idx="12344">54000</cx:pt>
          <cx:pt idx="12345">54000</cx:pt>
          <cx:pt idx="12346">54000</cx:pt>
          <cx:pt idx="12347">54030</cx:pt>
          <cx:pt idx="12348">54100</cx:pt>
          <cx:pt idx="12349">54200</cx:pt>
          <cx:pt idx="12350">54400</cx:pt>
          <cx:pt idx="12351">54400</cx:pt>
          <cx:pt idx="12352">54500</cx:pt>
          <cx:pt idx="12353">54600</cx:pt>
          <cx:pt idx="12354">54600</cx:pt>
          <cx:pt idx="12355">54700</cx:pt>
          <cx:pt idx="12356">54700</cx:pt>
          <cx:pt idx="12357">54700</cx:pt>
          <cx:pt idx="12358">54850</cx:pt>
          <cx:pt idx="12359">54900</cx:pt>
          <cx:pt idx="12360">55000</cx:pt>
          <cx:pt idx="12361">55000</cx:pt>
          <cx:pt idx="12362">55000</cx:pt>
          <cx:pt idx="12363">55000</cx:pt>
          <cx:pt idx="12364">55000</cx:pt>
          <cx:pt idx="12365">55000</cx:pt>
          <cx:pt idx="12366">55000</cx:pt>
          <cx:pt idx="12367">55000</cx:pt>
          <cx:pt idx="12368">55000</cx:pt>
          <cx:pt idx="12369">55000</cx:pt>
          <cx:pt idx="12370">55000</cx:pt>
          <cx:pt idx="12371">55000</cx:pt>
          <cx:pt idx="12372">55000</cx:pt>
          <cx:pt idx="12373">55000</cx:pt>
          <cx:pt idx="12374">55000</cx:pt>
          <cx:pt idx="12375">55000</cx:pt>
          <cx:pt idx="12376">55000</cx:pt>
          <cx:pt idx="12377">55000</cx:pt>
          <cx:pt idx="12378">55000</cx:pt>
          <cx:pt idx="12379">55000</cx:pt>
          <cx:pt idx="12380">55000</cx:pt>
          <cx:pt idx="12381">55000</cx:pt>
          <cx:pt idx="12382">55000</cx:pt>
          <cx:pt idx="12383">55000</cx:pt>
          <cx:pt idx="12384">55000</cx:pt>
          <cx:pt idx="12385">55000</cx:pt>
          <cx:pt idx="12386">55000</cx:pt>
          <cx:pt idx="12387">55000</cx:pt>
          <cx:pt idx="12388">55000</cx:pt>
          <cx:pt idx="12389">55000</cx:pt>
          <cx:pt idx="12390">55000</cx:pt>
          <cx:pt idx="12391">55000</cx:pt>
          <cx:pt idx="12392">55000</cx:pt>
          <cx:pt idx="12393">55000</cx:pt>
          <cx:pt idx="12394">55000</cx:pt>
          <cx:pt idx="12395">55000</cx:pt>
          <cx:pt idx="12396">55000</cx:pt>
          <cx:pt idx="12397">55000</cx:pt>
          <cx:pt idx="12398">55000</cx:pt>
          <cx:pt idx="12399">55000</cx:pt>
          <cx:pt idx="12400">55000</cx:pt>
          <cx:pt idx="12401">55000</cx:pt>
          <cx:pt idx="12402">55000</cx:pt>
          <cx:pt idx="12403">55000</cx:pt>
          <cx:pt idx="12404">55000</cx:pt>
          <cx:pt idx="12405">55000</cx:pt>
          <cx:pt idx="12406">55000</cx:pt>
          <cx:pt idx="12407">55000</cx:pt>
          <cx:pt idx="12408">55000</cx:pt>
          <cx:pt idx="12409">55000</cx:pt>
          <cx:pt idx="12410">55000</cx:pt>
          <cx:pt idx="12411">55000</cx:pt>
          <cx:pt idx="12412">55000</cx:pt>
          <cx:pt idx="12413">55000</cx:pt>
          <cx:pt idx="12414">55000</cx:pt>
          <cx:pt idx="12415">55000</cx:pt>
          <cx:pt idx="12416">55000</cx:pt>
          <cx:pt idx="12417">55000</cx:pt>
          <cx:pt idx="12418">55000</cx:pt>
          <cx:pt idx="12419">55000</cx:pt>
          <cx:pt idx="12420">55000</cx:pt>
          <cx:pt idx="12421">55000</cx:pt>
          <cx:pt idx="12422">55000</cx:pt>
          <cx:pt idx="12423">55000</cx:pt>
          <cx:pt idx="12424">55000</cx:pt>
          <cx:pt idx="12425">55000</cx:pt>
          <cx:pt idx="12426">55000</cx:pt>
          <cx:pt idx="12427">55000</cx:pt>
          <cx:pt idx="12428">55000</cx:pt>
          <cx:pt idx="12429">55000</cx:pt>
          <cx:pt idx="12430">55000</cx:pt>
          <cx:pt idx="12431">55000</cx:pt>
          <cx:pt idx="12432">55000</cx:pt>
          <cx:pt idx="12433">55000</cx:pt>
          <cx:pt idx="12434">55000</cx:pt>
          <cx:pt idx="12435">55000</cx:pt>
          <cx:pt idx="12436">55000</cx:pt>
          <cx:pt idx="12437">55000</cx:pt>
          <cx:pt idx="12438">55000</cx:pt>
          <cx:pt idx="12439">55000</cx:pt>
          <cx:pt idx="12440">55000</cx:pt>
          <cx:pt idx="12441">55000</cx:pt>
          <cx:pt idx="12442">55000</cx:pt>
          <cx:pt idx="12443">55000</cx:pt>
          <cx:pt idx="12444">55000</cx:pt>
          <cx:pt idx="12445">55000</cx:pt>
          <cx:pt idx="12446">55000</cx:pt>
          <cx:pt idx="12447">55000</cx:pt>
          <cx:pt idx="12448">55000</cx:pt>
          <cx:pt idx="12449">55000</cx:pt>
          <cx:pt idx="12450">55000</cx:pt>
          <cx:pt idx="12451">55000</cx:pt>
          <cx:pt idx="12452">55000</cx:pt>
          <cx:pt idx="12453">55000</cx:pt>
          <cx:pt idx="12454">55000</cx:pt>
          <cx:pt idx="12455">55000</cx:pt>
          <cx:pt idx="12456">55000</cx:pt>
          <cx:pt idx="12457">55000</cx:pt>
          <cx:pt idx="12458">55000</cx:pt>
          <cx:pt idx="12459">55000</cx:pt>
          <cx:pt idx="12460">55000</cx:pt>
          <cx:pt idx="12461">55000</cx:pt>
          <cx:pt idx="12462">55000</cx:pt>
          <cx:pt idx="12463">55000</cx:pt>
          <cx:pt idx="12464">55000</cx:pt>
          <cx:pt idx="12465">55000</cx:pt>
          <cx:pt idx="12466">55000</cx:pt>
          <cx:pt idx="12467">55000</cx:pt>
          <cx:pt idx="12468">55000</cx:pt>
          <cx:pt idx="12469">55000</cx:pt>
          <cx:pt idx="12470">55040</cx:pt>
          <cx:pt idx="12471">55100</cx:pt>
          <cx:pt idx="12472">55190</cx:pt>
          <cx:pt idx="12473">55200</cx:pt>
          <cx:pt idx="12474">55230</cx:pt>
          <cx:pt idx="12475">55290</cx:pt>
          <cx:pt idx="12476">55300</cx:pt>
          <cx:pt idx="12477">55300</cx:pt>
          <cx:pt idx="12478">55340</cx:pt>
          <cx:pt idx="12479">55400</cx:pt>
          <cx:pt idx="12480">55500</cx:pt>
          <cx:pt idx="12481">55500</cx:pt>
          <cx:pt idx="12482">55600</cx:pt>
          <cx:pt idx="12483">55700</cx:pt>
          <cx:pt idx="12484">55700</cx:pt>
          <cx:pt idx="12485">55800</cx:pt>
          <cx:pt idx="12486">55800</cx:pt>
          <cx:pt idx="12487">55900</cx:pt>
          <cx:pt idx="12488">55900</cx:pt>
          <cx:pt idx="12489">55900</cx:pt>
          <cx:pt idx="12490">56000</cx:pt>
          <cx:pt idx="12491">56000</cx:pt>
          <cx:pt idx="12492">56000</cx:pt>
          <cx:pt idx="12493">56000</cx:pt>
          <cx:pt idx="12494">56000</cx:pt>
          <cx:pt idx="12495">56000</cx:pt>
          <cx:pt idx="12496">56000</cx:pt>
          <cx:pt idx="12497">56000</cx:pt>
          <cx:pt idx="12498">56000</cx:pt>
          <cx:pt idx="12499">56000</cx:pt>
          <cx:pt idx="12500">56000</cx:pt>
          <cx:pt idx="12501">56000</cx:pt>
          <cx:pt idx="12502">56000</cx:pt>
          <cx:pt idx="12503">56000</cx:pt>
          <cx:pt idx="12504">56000</cx:pt>
          <cx:pt idx="12505">56000</cx:pt>
          <cx:pt idx="12506">56000</cx:pt>
          <cx:pt idx="12507">56000</cx:pt>
          <cx:pt idx="12508">56000</cx:pt>
          <cx:pt idx="12509">56000</cx:pt>
          <cx:pt idx="12510">56000</cx:pt>
          <cx:pt idx="12511">56000</cx:pt>
          <cx:pt idx="12512">56000</cx:pt>
          <cx:pt idx="12513">56000</cx:pt>
          <cx:pt idx="12514">56000</cx:pt>
          <cx:pt idx="12515">56070</cx:pt>
          <cx:pt idx="12516">56100</cx:pt>
          <cx:pt idx="12517">56100</cx:pt>
          <cx:pt idx="12518">56150</cx:pt>
          <cx:pt idx="12519">56300</cx:pt>
          <cx:pt idx="12520">56300</cx:pt>
          <cx:pt idx="12521">56400</cx:pt>
          <cx:pt idx="12522">56400</cx:pt>
          <cx:pt idx="12523">56400</cx:pt>
          <cx:pt idx="12524">56400</cx:pt>
          <cx:pt idx="12525">56600</cx:pt>
          <cx:pt idx="12526">56600</cx:pt>
          <cx:pt idx="12527">56700</cx:pt>
          <cx:pt idx="12528">56800</cx:pt>
          <cx:pt idx="12529">56800</cx:pt>
          <cx:pt idx="12530">56900</cx:pt>
          <cx:pt idx="12531">56900</cx:pt>
          <cx:pt idx="12532">57000</cx:pt>
          <cx:pt idx="12533">57000</cx:pt>
          <cx:pt idx="12534">57000</cx:pt>
          <cx:pt idx="12535">57000</cx:pt>
          <cx:pt idx="12536">57000</cx:pt>
          <cx:pt idx="12537">57000</cx:pt>
          <cx:pt idx="12538">57000</cx:pt>
          <cx:pt idx="12539">57000</cx:pt>
          <cx:pt idx="12540">57000</cx:pt>
          <cx:pt idx="12541">57000</cx:pt>
          <cx:pt idx="12542">57000</cx:pt>
          <cx:pt idx="12543">57000</cx:pt>
          <cx:pt idx="12544">57000</cx:pt>
          <cx:pt idx="12545">57000</cx:pt>
          <cx:pt idx="12546">57000</cx:pt>
          <cx:pt idx="12547">57000</cx:pt>
          <cx:pt idx="12548">57000</cx:pt>
          <cx:pt idx="12549">57000</cx:pt>
          <cx:pt idx="12550">57000</cx:pt>
          <cx:pt idx="12551">57000</cx:pt>
          <cx:pt idx="12552">57000</cx:pt>
          <cx:pt idx="12553">57000</cx:pt>
          <cx:pt idx="12554">57000</cx:pt>
          <cx:pt idx="12555">57000</cx:pt>
          <cx:pt idx="12556">57000</cx:pt>
          <cx:pt idx="12557">57000</cx:pt>
          <cx:pt idx="12558">57000</cx:pt>
          <cx:pt idx="12559">57000</cx:pt>
          <cx:pt idx="12560">57000</cx:pt>
          <cx:pt idx="12561">57000</cx:pt>
          <cx:pt idx="12562">57000</cx:pt>
          <cx:pt idx="12563">57000</cx:pt>
          <cx:pt idx="12564">57000</cx:pt>
          <cx:pt idx="12565">57000</cx:pt>
          <cx:pt idx="12566">57000</cx:pt>
          <cx:pt idx="12567">57000</cx:pt>
          <cx:pt idx="12568">57000</cx:pt>
          <cx:pt idx="12569">57010</cx:pt>
          <cx:pt idx="12570">57120</cx:pt>
          <cx:pt idx="12571">57200</cx:pt>
          <cx:pt idx="12572">57300</cx:pt>
          <cx:pt idx="12573">57400</cx:pt>
          <cx:pt idx="12574">57500</cx:pt>
          <cx:pt idx="12575">57500</cx:pt>
          <cx:pt idx="12576">57500</cx:pt>
          <cx:pt idx="12577">57600</cx:pt>
          <cx:pt idx="12578">57600</cx:pt>
          <cx:pt idx="12579">57600</cx:pt>
          <cx:pt idx="12580">57700</cx:pt>
          <cx:pt idx="12581">57800</cx:pt>
          <cx:pt idx="12582">57900</cx:pt>
          <cx:pt idx="12583">57900</cx:pt>
          <cx:pt idx="12584">58000</cx:pt>
          <cx:pt idx="12585">58000</cx:pt>
          <cx:pt idx="12586">58000</cx:pt>
          <cx:pt idx="12587">58000</cx:pt>
          <cx:pt idx="12588">58000</cx:pt>
          <cx:pt idx="12589">58000</cx:pt>
          <cx:pt idx="12590">58000</cx:pt>
          <cx:pt idx="12591">58000</cx:pt>
          <cx:pt idx="12592">58000</cx:pt>
          <cx:pt idx="12593">58000</cx:pt>
          <cx:pt idx="12594">58000</cx:pt>
          <cx:pt idx="12595">58000</cx:pt>
          <cx:pt idx="12596">58000</cx:pt>
          <cx:pt idx="12597">58000</cx:pt>
          <cx:pt idx="12598">58000</cx:pt>
          <cx:pt idx="12599">58000</cx:pt>
          <cx:pt idx="12600">58000</cx:pt>
          <cx:pt idx="12601">58000</cx:pt>
          <cx:pt idx="12602">58000</cx:pt>
          <cx:pt idx="12603">58000</cx:pt>
          <cx:pt idx="12604">58000</cx:pt>
          <cx:pt idx="12605">58000</cx:pt>
          <cx:pt idx="12606">58000</cx:pt>
          <cx:pt idx="12607">58000</cx:pt>
          <cx:pt idx="12608">58000</cx:pt>
          <cx:pt idx="12609">58000</cx:pt>
          <cx:pt idx="12610">58000</cx:pt>
          <cx:pt idx="12611">58000</cx:pt>
          <cx:pt idx="12612">58000</cx:pt>
          <cx:pt idx="12613">58000</cx:pt>
          <cx:pt idx="12614">58000</cx:pt>
          <cx:pt idx="12615">58000</cx:pt>
          <cx:pt idx="12616">58000</cx:pt>
          <cx:pt idx="12617">58000</cx:pt>
          <cx:pt idx="12618">58000</cx:pt>
          <cx:pt idx="12619">58050</cx:pt>
          <cx:pt idx="12620">58070</cx:pt>
          <cx:pt idx="12621">58100</cx:pt>
          <cx:pt idx="12622">58300</cx:pt>
          <cx:pt idx="12623">58400</cx:pt>
          <cx:pt idx="12624">58400</cx:pt>
          <cx:pt idx="12625">58500</cx:pt>
          <cx:pt idx="12626">58500</cx:pt>
          <cx:pt idx="12627">58600</cx:pt>
          <cx:pt idx="12628">58600</cx:pt>
          <cx:pt idx="12629">58800</cx:pt>
          <cx:pt idx="12630">58800</cx:pt>
          <cx:pt idx="12631">58900</cx:pt>
          <cx:pt idx="12632">59000</cx:pt>
          <cx:pt idx="12633">59000</cx:pt>
          <cx:pt idx="12634">59000</cx:pt>
          <cx:pt idx="12635">59000</cx:pt>
          <cx:pt idx="12636">59000</cx:pt>
          <cx:pt idx="12637">59000</cx:pt>
          <cx:pt idx="12638">59000</cx:pt>
          <cx:pt idx="12639">59000</cx:pt>
          <cx:pt idx="12640">59000</cx:pt>
          <cx:pt idx="12641">59000</cx:pt>
          <cx:pt idx="12642">59000</cx:pt>
          <cx:pt idx="12643">59000</cx:pt>
          <cx:pt idx="12644">59000</cx:pt>
          <cx:pt idx="12645">59000</cx:pt>
          <cx:pt idx="12646">59000</cx:pt>
          <cx:pt idx="12647">59000</cx:pt>
          <cx:pt idx="12648">59030</cx:pt>
          <cx:pt idx="12649">59100</cx:pt>
          <cx:pt idx="12650">59100</cx:pt>
          <cx:pt idx="12651">59200</cx:pt>
          <cx:pt idx="12652">59200</cx:pt>
          <cx:pt idx="12653">59300</cx:pt>
          <cx:pt idx="12654">59300</cx:pt>
          <cx:pt idx="12655">59360</cx:pt>
          <cx:pt idx="12656">59400</cx:pt>
          <cx:pt idx="12657">59450</cx:pt>
          <cx:pt idx="12658">59500</cx:pt>
          <cx:pt idx="12659">59500</cx:pt>
          <cx:pt idx="12660">59600</cx:pt>
          <cx:pt idx="12661">59600</cx:pt>
          <cx:pt idx="12662">59700</cx:pt>
          <cx:pt idx="12663">59800</cx:pt>
          <cx:pt idx="12664">59850</cx:pt>
          <cx:pt idx="12665">59900</cx:pt>
          <cx:pt idx="12666">60000</cx:pt>
          <cx:pt idx="12667">60000</cx:pt>
          <cx:pt idx="12668">60000</cx:pt>
          <cx:pt idx="12669">60000</cx:pt>
          <cx:pt idx="12670">60000</cx:pt>
          <cx:pt idx="12671">60000</cx:pt>
          <cx:pt idx="12672">60000</cx:pt>
          <cx:pt idx="12673">60000</cx:pt>
          <cx:pt idx="12674">60000</cx:pt>
          <cx:pt idx="12675">60000</cx:pt>
          <cx:pt idx="12676">60000</cx:pt>
          <cx:pt idx="12677">60000</cx:pt>
          <cx:pt idx="12678">60000</cx:pt>
          <cx:pt idx="12679">60000</cx:pt>
          <cx:pt idx="12680">60000</cx:pt>
          <cx:pt idx="12681">60000</cx:pt>
          <cx:pt idx="12682">60000</cx:pt>
          <cx:pt idx="12683">60000</cx:pt>
          <cx:pt idx="12684">60000</cx:pt>
          <cx:pt idx="12685">60000</cx:pt>
          <cx:pt idx="12686">60000</cx:pt>
          <cx:pt idx="12687">60000</cx:pt>
          <cx:pt idx="12688">60000</cx:pt>
          <cx:pt idx="12689">60000</cx:pt>
          <cx:pt idx="12690">60000</cx:pt>
          <cx:pt idx="12691">60000</cx:pt>
          <cx:pt idx="12692">60000</cx:pt>
          <cx:pt idx="12693">60000</cx:pt>
          <cx:pt idx="12694">60000</cx:pt>
          <cx:pt idx="12695">60000</cx:pt>
          <cx:pt idx="12696">60000</cx:pt>
          <cx:pt idx="12697">60000</cx:pt>
          <cx:pt idx="12698">60000</cx:pt>
          <cx:pt idx="12699">60000</cx:pt>
          <cx:pt idx="12700">60000</cx:pt>
          <cx:pt idx="12701">60000</cx:pt>
          <cx:pt idx="12702">60000</cx:pt>
          <cx:pt idx="12703">60000</cx:pt>
          <cx:pt idx="12704">60000</cx:pt>
          <cx:pt idx="12705">60000</cx:pt>
          <cx:pt idx="12706">60000</cx:pt>
          <cx:pt idx="12707">60000</cx:pt>
          <cx:pt idx="12708">60000</cx:pt>
          <cx:pt idx="12709">60000</cx:pt>
          <cx:pt idx="12710">60000</cx:pt>
          <cx:pt idx="12711">60000</cx:pt>
          <cx:pt idx="12712">60000</cx:pt>
          <cx:pt idx="12713">60000</cx:pt>
          <cx:pt idx="12714">60000</cx:pt>
          <cx:pt idx="12715">60000</cx:pt>
          <cx:pt idx="12716">60000</cx:pt>
          <cx:pt idx="12717">60000</cx:pt>
          <cx:pt idx="12718">60000</cx:pt>
          <cx:pt idx="12719">60000</cx:pt>
          <cx:pt idx="12720">60000</cx:pt>
          <cx:pt idx="12721">60000</cx:pt>
          <cx:pt idx="12722">60000</cx:pt>
          <cx:pt idx="12723">60000</cx:pt>
          <cx:pt idx="12724">60000</cx:pt>
          <cx:pt idx="12725">60000</cx:pt>
          <cx:pt idx="12726">60000</cx:pt>
          <cx:pt idx="12727">60000</cx:pt>
          <cx:pt idx="12728">60000</cx:pt>
          <cx:pt idx="12729">60000</cx:pt>
          <cx:pt idx="12730">60000</cx:pt>
          <cx:pt idx="12731">60000</cx:pt>
          <cx:pt idx="12732">60000</cx:pt>
          <cx:pt idx="12733">60000</cx:pt>
          <cx:pt idx="12734">60000</cx:pt>
          <cx:pt idx="12735">60000</cx:pt>
          <cx:pt idx="12736">60000</cx:pt>
          <cx:pt idx="12737">60000</cx:pt>
          <cx:pt idx="12738">60000</cx:pt>
          <cx:pt idx="12739">60000</cx:pt>
          <cx:pt idx="12740">60000</cx:pt>
          <cx:pt idx="12741">60000</cx:pt>
          <cx:pt idx="12742">60000</cx:pt>
          <cx:pt idx="12743">60000</cx:pt>
          <cx:pt idx="12744">60000</cx:pt>
          <cx:pt idx="12745">60000</cx:pt>
          <cx:pt idx="12746">60000</cx:pt>
          <cx:pt idx="12747">60000</cx:pt>
          <cx:pt idx="12748">60000</cx:pt>
          <cx:pt idx="12749">60000</cx:pt>
          <cx:pt idx="12750">60000</cx:pt>
          <cx:pt idx="12751">60000</cx:pt>
          <cx:pt idx="12752">60000</cx:pt>
          <cx:pt idx="12753">60000</cx:pt>
          <cx:pt idx="12754">60000</cx:pt>
          <cx:pt idx="12755">60000</cx:pt>
          <cx:pt idx="12756">60000</cx:pt>
          <cx:pt idx="12757">60000</cx:pt>
          <cx:pt idx="12758">60000</cx:pt>
          <cx:pt idx="12759">60000</cx:pt>
          <cx:pt idx="12760">60000</cx:pt>
          <cx:pt idx="12761">60000</cx:pt>
          <cx:pt idx="12762">60000</cx:pt>
          <cx:pt idx="12763">60000</cx:pt>
          <cx:pt idx="12764">60000</cx:pt>
          <cx:pt idx="12765">60000</cx:pt>
          <cx:pt idx="12766">60000</cx:pt>
          <cx:pt idx="12767">60000</cx:pt>
          <cx:pt idx="12768">60000</cx:pt>
          <cx:pt idx="12769">60000</cx:pt>
          <cx:pt idx="12770">60000</cx:pt>
          <cx:pt idx="12771">60000</cx:pt>
          <cx:pt idx="12772">60000</cx:pt>
          <cx:pt idx="12773">60000</cx:pt>
          <cx:pt idx="12774">60000</cx:pt>
          <cx:pt idx="12775">60000</cx:pt>
          <cx:pt idx="12776">60000</cx:pt>
          <cx:pt idx="12777">60000</cx:pt>
          <cx:pt idx="12778">60000</cx:pt>
          <cx:pt idx="12779">60000</cx:pt>
          <cx:pt idx="12780">60000</cx:pt>
          <cx:pt idx="12781">60000</cx:pt>
          <cx:pt idx="12782">60000</cx:pt>
          <cx:pt idx="12783">60000</cx:pt>
          <cx:pt idx="12784">60000</cx:pt>
          <cx:pt idx="12785">60000</cx:pt>
          <cx:pt idx="12786">60000</cx:pt>
          <cx:pt idx="12787">60000</cx:pt>
          <cx:pt idx="12788">60000</cx:pt>
          <cx:pt idx="12789">60000</cx:pt>
          <cx:pt idx="12790">60000</cx:pt>
          <cx:pt idx="12791">60000</cx:pt>
          <cx:pt idx="12792">60000</cx:pt>
          <cx:pt idx="12793">60000</cx:pt>
          <cx:pt idx="12794">60000</cx:pt>
          <cx:pt idx="12795">60000</cx:pt>
          <cx:pt idx="12796">60000</cx:pt>
          <cx:pt idx="12797">60000</cx:pt>
          <cx:pt idx="12798">60000</cx:pt>
          <cx:pt idx="12799">60000</cx:pt>
          <cx:pt idx="12800">60000</cx:pt>
          <cx:pt idx="12801">60000</cx:pt>
          <cx:pt idx="12802">60000</cx:pt>
          <cx:pt idx="12803">60000</cx:pt>
          <cx:pt idx="12804">60000</cx:pt>
          <cx:pt idx="12805">60000</cx:pt>
          <cx:pt idx="12806">60000</cx:pt>
          <cx:pt idx="12807">60000</cx:pt>
          <cx:pt idx="12808">60000</cx:pt>
          <cx:pt idx="12809">60000</cx:pt>
          <cx:pt idx="12810">60000</cx:pt>
          <cx:pt idx="12811">60000</cx:pt>
          <cx:pt idx="12812">60000</cx:pt>
          <cx:pt idx="12813">60000</cx:pt>
          <cx:pt idx="12814">60000</cx:pt>
          <cx:pt idx="12815">60000</cx:pt>
          <cx:pt idx="12816">60000</cx:pt>
          <cx:pt idx="12817">60000</cx:pt>
          <cx:pt idx="12818">60000</cx:pt>
          <cx:pt idx="12819">60000</cx:pt>
          <cx:pt idx="12820">60000</cx:pt>
          <cx:pt idx="12821">60000</cx:pt>
          <cx:pt idx="12822">60000</cx:pt>
          <cx:pt idx="12823">60000</cx:pt>
          <cx:pt idx="12824">60000</cx:pt>
          <cx:pt idx="12825">60000</cx:pt>
          <cx:pt idx="12826">60000</cx:pt>
          <cx:pt idx="12827">60000</cx:pt>
          <cx:pt idx="12828">60000</cx:pt>
          <cx:pt idx="12829">60000</cx:pt>
          <cx:pt idx="12830">60000</cx:pt>
          <cx:pt idx="12831">60000</cx:pt>
          <cx:pt idx="12832">60000</cx:pt>
          <cx:pt idx="12833">60000</cx:pt>
          <cx:pt idx="12834">60000</cx:pt>
          <cx:pt idx="12835">60000</cx:pt>
          <cx:pt idx="12836">60000</cx:pt>
          <cx:pt idx="12837">60000</cx:pt>
          <cx:pt idx="12838">60000</cx:pt>
          <cx:pt idx="12839">60000</cx:pt>
          <cx:pt idx="12840">60000</cx:pt>
          <cx:pt idx="12841">60000</cx:pt>
          <cx:pt idx="12842">60000</cx:pt>
          <cx:pt idx="12843">60000</cx:pt>
          <cx:pt idx="12844">60000</cx:pt>
          <cx:pt idx="12845">60000</cx:pt>
          <cx:pt idx="12846">60000</cx:pt>
          <cx:pt idx="12847">60000</cx:pt>
          <cx:pt idx="12848">60000</cx:pt>
          <cx:pt idx="12849">60000</cx:pt>
          <cx:pt idx="12850">60000</cx:pt>
          <cx:pt idx="12851">60000</cx:pt>
          <cx:pt idx="12852">60000</cx:pt>
          <cx:pt idx="12853">60000</cx:pt>
          <cx:pt idx="12854">60000</cx:pt>
          <cx:pt idx="12855">60000</cx:pt>
          <cx:pt idx="12856">60000</cx:pt>
          <cx:pt idx="12857">60000</cx:pt>
          <cx:pt idx="12858">60000</cx:pt>
          <cx:pt idx="12859">60000</cx:pt>
          <cx:pt idx="12860">60000</cx:pt>
          <cx:pt idx="12861">60000</cx:pt>
          <cx:pt idx="12862">60000</cx:pt>
          <cx:pt idx="12863">60000</cx:pt>
          <cx:pt idx="12864">60000</cx:pt>
          <cx:pt idx="12865">60000</cx:pt>
          <cx:pt idx="12866">60000</cx:pt>
          <cx:pt idx="12867">60000</cx:pt>
          <cx:pt idx="12868">60000</cx:pt>
          <cx:pt idx="12869">60000</cx:pt>
          <cx:pt idx="12870">60000</cx:pt>
          <cx:pt idx="12871">60001</cx:pt>
          <cx:pt idx="12872">60004</cx:pt>
          <cx:pt idx="12873">60020</cx:pt>
          <cx:pt idx="12874">60020</cx:pt>
          <cx:pt idx="12875">60020</cx:pt>
          <cx:pt idx="12876">60040</cx:pt>
          <cx:pt idx="12877">60050</cx:pt>
          <cx:pt idx="12878">60050</cx:pt>
          <cx:pt idx="12879">60100</cx:pt>
          <cx:pt idx="12880">60100</cx:pt>
          <cx:pt idx="12881">60100</cx:pt>
          <cx:pt idx="12882">60100</cx:pt>
          <cx:pt idx="12883">60150</cx:pt>
          <cx:pt idx="12884">60170</cx:pt>
          <cx:pt idx="12885">60200</cx:pt>
          <cx:pt idx="12886">60200</cx:pt>
          <cx:pt idx="12887">60300</cx:pt>
          <cx:pt idx="12888">60300</cx:pt>
          <cx:pt idx="12889">60300</cx:pt>
          <cx:pt idx="12890">60300</cx:pt>
          <cx:pt idx="12891">60300</cx:pt>
          <cx:pt idx="12892">60350</cx:pt>
          <cx:pt idx="12893">60400</cx:pt>
          <cx:pt idx="12894">60400</cx:pt>
          <cx:pt idx="12895">60500</cx:pt>
          <cx:pt idx="12896">60500</cx:pt>
          <cx:pt idx="12897">60500</cx:pt>
          <cx:pt idx="12898">60600</cx:pt>
          <cx:pt idx="12899">60600</cx:pt>
          <cx:pt idx="12900">60600</cx:pt>
          <cx:pt idx="12901">60700</cx:pt>
          <cx:pt idx="12902">60750</cx:pt>
          <cx:pt idx="12903">60800</cx:pt>
          <cx:pt idx="12904">60800</cx:pt>
          <cx:pt idx="12905">60840</cx:pt>
          <cx:pt idx="12906">60900</cx:pt>
          <cx:pt idx="12907">60900</cx:pt>
          <cx:pt idx="12908">60900</cx:pt>
          <cx:pt idx="12909">61000</cx:pt>
          <cx:pt idx="12910">61000</cx:pt>
          <cx:pt idx="12911">61000</cx:pt>
          <cx:pt idx="12912">61000</cx:pt>
          <cx:pt idx="12913">61000</cx:pt>
          <cx:pt idx="12914">61000</cx:pt>
          <cx:pt idx="12915">61000</cx:pt>
          <cx:pt idx="12916">61000</cx:pt>
          <cx:pt idx="12917">61000</cx:pt>
          <cx:pt idx="12918">61000</cx:pt>
          <cx:pt idx="12919">61000</cx:pt>
          <cx:pt idx="12920">61000</cx:pt>
          <cx:pt idx="12921">61000</cx:pt>
          <cx:pt idx="12922">61000</cx:pt>
          <cx:pt idx="12923">61000</cx:pt>
          <cx:pt idx="12924">61000</cx:pt>
          <cx:pt idx="12925">61000</cx:pt>
          <cx:pt idx="12926">61000</cx:pt>
          <cx:pt idx="12927">61000</cx:pt>
          <cx:pt idx="12928">61100</cx:pt>
          <cx:pt idx="12929">61200</cx:pt>
          <cx:pt idx="12930">61200</cx:pt>
          <cx:pt idx="12931">61300</cx:pt>
          <cx:pt idx="12932">61400</cx:pt>
          <cx:pt idx="12933">61400</cx:pt>
          <cx:pt idx="12934">61400</cx:pt>
          <cx:pt idx="12935">61500</cx:pt>
          <cx:pt idx="12936">61500</cx:pt>
          <cx:pt idx="12937">61600</cx:pt>
          <cx:pt idx="12938">61600</cx:pt>
          <cx:pt idx="12939">61800</cx:pt>
          <cx:pt idx="12940">61800</cx:pt>
          <cx:pt idx="12941">61800</cx:pt>
          <cx:pt idx="12942">61900</cx:pt>
          <cx:pt idx="12943">62000</cx:pt>
          <cx:pt idx="12944">62000</cx:pt>
          <cx:pt idx="12945">62000</cx:pt>
          <cx:pt idx="12946">62000</cx:pt>
          <cx:pt idx="12947">62000</cx:pt>
          <cx:pt idx="12948">62000</cx:pt>
          <cx:pt idx="12949">62000</cx:pt>
          <cx:pt idx="12950">62000</cx:pt>
          <cx:pt idx="12951">62000</cx:pt>
          <cx:pt idx="12952">62000</cx:pt>
          <cx:pt idx="12953">62000</cx:pt>
          <cx:pt idx="12954">62000</cx:pt>
          <cx:pt idx="12955">62000</cx:pt>
          <cx:pt idx="12956">62000</cx:pt>
          <cx:pt idx="12957">62000</cx:pt>
          <cx:pt idx="12958">62000</cx:pt>
          <cx:pt idx="12959">62000</cx:pt>
          <cx:pt idx="12960">62000</cx:pt>
          <cx:pt idx="12961">62000</cx:pt>
          <cx:pt idx="12962">62000</cx:pt>
          <cx:pt idx="12963">62000</cx:pt>
          <cx:pt idx="12964">62000</cx:pt>
          <cx:pt idx="12965">62000</cx:pt>
          <cx:pt idx="12966">62000</cx:pt>
          <cx:pt idx="12967">62000</cx:pt>
          <cx:pt idx="12968">62000</cx:pt>
          <cx:pt idx="12969">62000</cx:pt>
          <cx:pt idx="12970">62000</cx:pt>
          <cx:pt idx="12971">62000</cx:pt>
          <cx:pt idx="12972">62000</cx:pt>
          <cx:pt idx="12973">62000</cx:pt>
          <cx:pt idx="12974">62000</cx:pt>
          <cx:pt idx="12975">62000</cx:pt>
          <cx:pt idx="12976">62000</cx:pt>
          <cx:pt idx="12977">62000</cx:pt>
          <cx:pt idx="12978">62000</cx:pt>
          <cx:pt idx="12979">62010</cx:pt>
          <cx:pt idx="12980">62100</cx:pt>
          <cx:pt idx="12981">62100</cx:pt>
          <cx:pt idx="12982">62105</cx:pt>
          <cx:pt idx="12983">62200</cx:pt>
          <cx:pt idx="12984">62300</cx:pt>
          <cx:pt idx="12985">62300</cx:pt>
          <cx:pt idx="12986">62300</cx:pt>
          <cx:pt idx="12987">62340</cx:pt>
          <cx:pt idx="12988">62500</cx:pt>
          <cx:pt idx="12989">62600</cx:pt>
          <cx:pt idx="12990">62600</cx:pt>
          <cx:pt idx="12991">62800</cx:pt>
          <cx:pt idx="12992">62800</cx:pt>
          <cx:pt idx="12993">63000</cx:pt>
          <cx:pt idx="12994">63000</cx:pt>
          <cx:pt idx="12995">63000</cx:pt>
          <cx:pt idx="12996">63000</cx:pt>
          <cx:pt idx="12997">63000</cx:pt>
          <cx:pt idx="12998">63000</cx:pt>
          <cx:pt idx="12999">63000</cx:pt>
          <cx:pt idx="13000">63000</cx:pt>
          <cx:pt idx="13001">63000</cx:pt>
          <cx:pt idx="13002">63000</cx:pt>
          <cx:pt idx="13003">63000</cx:pt>
          <cx:pt idx="13004">63000</cx:pt>
          <cx:pt idx="13005">63000</cx:pt>
          <cx:pt idx="13006">63000</cx:pt>
          <cx:pt idx="13007">63000</cx:pt>
          <cx:pt idx="13008">63000</cx:pt>
          <cx:pt idx="13009">63000</cx:pt>
          <cx:pt idx="13010">63000</cx:pt>
          <cx:pt idx="13011">63000</cx:pt>
          <cx:pt idx="13012">63000</cx:pt>
          <cx:pt idx="13013">63000</cx:pt>
          <cx:pt idx="13014">63000</cx:pt>
          <cx:pt idx="13015">63000</cx:pt>
          <cx:pt idx="13016">63000</cx:pt>
          <cx:pt idx="13017">63000</cx:pt>
          <cx:pt idx="13018">63000</cx:pt>
          <cx:pt idx="13019">63000</cx:pt>
          <cx:pt idx="13020">63100</cx:pt>
          <cx:pt idx="13021">63100</cx:pt>
          <cx:pt idx="13022">63100</cx:pt>
          <cx:pt idx="13023">63100</cx:pt>
          <cx:pt idx="13024">63200</cx:pt>
          <cx:pt idx="13025">63200</cx:pt>
          <cx:pt idx="13026">63400</cx:pt>
          <cx:pt idx="13027">63400</cx:pt>
          <cx:pt idx="13028">63500</cx:pt>
          <cx:pt idx="13029">63600</cx:pt>
          <cx:pt idx="13030">63700</cx:pt>
          <cx:pt idx="13031">63800</cx:pt>
          <cx:pt idx="13032">63800</cx:pt>
          <cx:pt idx="13033">63900</cx:pt>
          <cx:pt idx="13034">63900</cx:pt>
          <cx:pt idx="13035">63900</cx:pt>
          <cx:pt idx="13036">64000</cx:pt>
          <cx:pt idx="13037">64000</cx:pt>
          <cx:pt idx="13038">64000</cx:pt>
          <cx:pt idx="13039">64000</cx:pt>
          <cx:pt idx="13040">64000</cx:pt>
          <cx:pt idx="13041">64000</cx:pt>
          <cx:pt idx="13042">64000</cx:pt>
          <cx:pt idx="13043">64000</cx:pt>
          <cx:pt idx="13044">64000</cx:pt>
          <cx:pt idx="13045">64000</cx:pt>
          <cx:pt idx="13046">64000</cx:pt>
          <cx:pt idx="13047">64000</cx:pt>
          <cx:pt idx="13048">64000</cx:pt>
          <cx:pt idx="13049">64000</cx:pt>
          <cx:pt idx="13050">64000</cx:pt>
          <cx:pt idx="13051">64000</cx:pt>
          <cx:pt idx="13052">64000</cx:pt>
          <cx:pt idx="13053">64000</cx:pt>
          <cx:pt idx="13054">64000</cx:pt>
          <cx:pt idx="13055">64000</cx:pt>
          <cx:pt idx="13056">64000</cx:pt>
          <cx:pt idx="13057">64000</cx:pt>
          <cx:pt idx="13058">64000</cx:pt>
          <cx:pt idx="13059">64000</cx:pt>
          <cx:pt idx="13060">64000</cx:pt>
          <cx:pt idx="13061">64000</cx:pt>
          <cx:pt idx="13062">64000</cx:pt>
          <cx:pt idx="13063">64000</cx:pt>
          <cx:pt idx="13064">64000</cx:pt>
          <cx:pt idx="13065">64000</cx:pt>
          <cx:pt idx="13066">64000</cx:pt>
          <cx:pt idx="13067">64001</cx:pt>
          <cx:pt idx="13068">64010</cx:pt>
          <cx:pt idx="13069">64010</cx:pt>
          <cx:pt idx="13070">64100</cx:pt>
          <cx:pt idx="13071">64110</cx:pt>
          <cx:pt idx="13072">64200</cx:pt>
          <cx:pt idx="13073">64300</cx:pt>
          <cx:pt idx="13074">64400</cx:pt>
          <cx:pt idx="13075">64400</cx:pt>
          <cx:pt idx="13076">64500</cx:pt>
          <cx:pt idx="13077">64500</cx:pt>
          <cx:pt idx="13078">64500</cx:pt>
          <cx:pt idx="13079">64550</cx:pt>
          <cx:pt idx="13080">64600</cx:pt>
          <cx:pt idx="13081">64700</cx:pt>
          <cx:pt idx="13082">64700</cx:pt>
          <cx:pt idx="13083">64800</cx:pt>
          <cx:pt idx="13084">64800</cx:pt>
          <cx:pt idx="13085">64880</cx:pt>
          <cx:pt idx="13086">65000</cx:pt>
          <cx:pt idx="13087">65000</cx:pt>
          <cx:pt idx="13088">65000</cx:pt>
          <cx:pt idx="13089">65000</cx:pt>
          <cx:pt idx="13090">65000</cx:pt>
          <cx:pt idx="13091">65000</cx:pt>
          <cx:pt idx="13092">65000</cx:pt>
          <cx:pt idx="13093">65000</cx:pt>
          <cx:pt idx="13094">65000</cx:pt>
          <cx:pt idx="13095">65000</cx:pt>
          <cx:pt idx="13096">65000</cx:pt>
          <cx:pt idx="13097">65000</cx:pt>
          <cx:pt idx="13098">65000</cx:pt>
          <cx:pt idx="13099">65000</cx:pt>
          <cx:pt idx="13100">65000</cx:pt>
          <cx:pt idx="13101">65000</cx:pt>
          <cx:pt idx="13102">65000</cx:pt>
          <cx:pt idx="13103">65000</cx:pt>
          <cx:pt idx="13104">65000</cx:pt>
          <cx:pt idx="13105">65000</cx:pt>
          <cx:pt idx="13106">65000</cx:pt>
          <cx:pt idx="13107">65000</cx:pt>
          <cx:pt idx="13108">65000</cx:pt>
          <cx:pt idx="13109">65000</cx:pt>
          <cx:pt idx="13110">65000</cx:pt>
          <cx:pt idx="13111">65000</cx:pt>
          <cx:pt idx="13112">65000</cx:pt>
          <cx:pt idx="13113">65000</cx:pt>
          <cx:pt idx="13114">65000</cx:pt>
          <cx:pt idx="13115">65000</cx:pt>
          <cx:pt idx="13116">65000</cx:pt>
          <cx:pt idx="13117">65000</cx:pt>
          <cx:pt idx="13118">65000</cx:pt>
          <cx:pt idx="13119">65000</cx:pt>
          <cx:pt idx="13120">65000</cx:pt>
          <cx:pt idx="13121">65000</cx:pt>
          <cx:pt idx="13122">65000</cx:pt>
          <cx:pt idx="13123">65000</cx:pt>
          <cx:pt idx="13124">65000</cx:pt>
          <cx:pt idx="13125">65000</cx:pt>
          <cx:pt idx="13126">65000</cx:pt>
          <cx:pt idx="13127">65000</cx:pt>
          <cx:pt idx="13128">65000</cx:pt>
          <cx:pt idx="13129">65000</cx:pt>
          <cx:pt idx="13130">65000</cx:pt>
          <cx:pt idx="13131">65000</cx:pt>
          <cx:pt idx="13132">65000</cx:pt>
          <cx:pt idx="13133">65000</cx:pt>
          <cx:pt idx="13134">65000</cx:pt>
          <cx:pt idx="13135">65000</cx:pt>
          <cx:pt idx="13136">65000</cx:pt>
          <cx:pt idx="13137">65000</cx:pt>
          <cx:pt idx="13138">65000</cx:pt>
          <cx:pt idx="13139">65000</cx:pt>
          <cx:pt idx="13140">65000</cx:pt>
          <cx:pt idx="13141">65000</cx:pt>
          <cx:pt idx="13142">65000</cx:pt>
          <cx:pt idx="13143">65000</cx:pt>
          <cx:pt idx="13144">65000</cx:pt>
          <cx:pt idx="13145">65000</cx:pt>
          <cx:pt idx="13146">65000</cx:pt>
          <cx:pt idx="13147">65000</cx:pt>
          <cx:pt idx="13148">65000</cx:pt>
          <cx:pt idx="13149">65000</cx:pt>
          <cx:pt idx="13150">65000</cx:pt>
          <cx:pt idx="13151">65000</cx:pt>
          <cx:pt idx="13152">65000</cx:pt>
          <cx:pt idx="13153">65000</cx:pt>
          <cx:pt idx="13154">65000</cx:pt>
          <cx:pt idx="13155">65000</cx:pt>
          <cx:pt idx="13156">65000</cx:pt>
          <cx:pt idx="13157">65000</cx:pt>
          <cx:pt idx="13158">65000</cx:pt>
          <cx:pt idx="13159">65000</cx:pt>
          <cx:pt idx="13160">65000</cx:pt>
          <cx:pt idx="13161">65000</cx:pt>
          <cx:pt idx="13162">65000</cx:pt>
          <cx:pt idx="13163">65000</cx:pt>
          <cx:pt idx="13164">65000</cx:pt>
          <cx:pt idx="13165">65000</cx:pt>
          <cx:pt idx="13166">65000</cx:pt>
          <cx:pt idx="13167">65000</cx:pt>
          <cx:pt idx="13168">65000</cx:pt>
          <cx:pt idx="13169">65000</cx:pt>
          <cx:pt idx="13170">65000</cx:pt>
          <cx:pt idx="13171">65000</cx:pt>
          <cx:pt idx="13172">65000</cx:pt>
          <cx:pt idx="13173">65000</cx:pt>
          <cx:pt idx="13174">65000</cx:pt>
          <cx:pt idx="13175">65000</cx:pt>
          <cx:pt idx="13176">65000</cx:pt>
          <cx:pt idx="13177">65000</cx:pt>
          <cx:pt idx="13178">65000</cx:pt>
          <cx:pt idx="13179">65000</cx:pt>
          <cx:pt idx="13180">65000</cx:pt>
          <cx:pt idx="13181">65000</cx:pt>
          <cx:pt idx="13182">65000</cx:pt>
          <cx:pt idx="13183">65000</cx:pt>
          <cx:pt idx="13184">65000</cx:pt>
          <cx:pt idx="13185">65000</cx:pt>
          <cx:pt idx="13186">65000</cx:pt>
          <cx:pt idx="13187">65000</cx:pt>
          <cx:pt idx="13188">65000</cx:pt>
          <cx:pt idx="13189">65000</cx:pt>
          <cx:pt idx="13190">65000</cx:pt>
          <cx:pt idx="13191">65000</cx:pt>
          <cx:pt idx="13192">65000</cx:pt>
          <cx:pt idx="13193">65000</cx:pt>
          <cx:pt idx="13194">65000</cx:pt>
          <cx:pt idx="13195">65020</cx:pt>
          <cx:pt idx="13196">65020</cx:pt>
          <cx:pt idx="13197">65030</cx:pt>
          <cx:pt idx="13198">65040</cx:pt>
          <cx:pt idx="13199">65040</cx:pt>
          <cx:pt idx="13200">65050</cx:pt>
          <cx:pt idx="13201">65050</cx:pt>
          <cx:pt idx="13202">65070</cx:pt>
          <cx:pt idx="13203">65080</cx:pt>
          <cx:pt idx="13204">65100</cx:pt>
          <cx:pt idx="13205">65100</cx:pt>
          <cx:pt idx="13206">65100</cx:pt>
          <cx:pt idx="13207">65200</cx:pt>
          <cx:pt idx="13208">65200</cx:pt>
          <cx:pt idx="13209">65200</cx:pt>
          <cx:pt idx="13210">65200</cx:pt>
          <cx:pt idx="13211">65200</cx:pt>
          <cx:pt idx="13212">65200</cx:pt>
          <cx:pt idx="13213">65200</cx:pt>
          <cx:pt idx="13214">65300</cx:pt>
          <cx:pt idx="13215">65300</cx:pt>
          <cx:pt idx="13216">65400</cx:pt>
          <cx:pt idx="13217">65500</cx:pt>
          <cx:pt idx="13218">65500</cx:pt>
          <cx:pt idx="13219">65500</cx:pt>
          <cx:pt idx="13220">65600</cx:pt>
          <cx:pt idx="13221">65600</cx:pt>
          <cx:pt idx="13222">65700</cx:pt>
          <cx:pt idx="13223">65700</cx:pt>
          <cx:pt idx="13224">65700</cx:pt>
          <cx:pt idx="13225">65800</cx:pt>
          <cx:pt idx="13226">65800</cx:pt>
          <cx:pt idx="13227">65900</cx:pt>
          <cx:pt idx="13228">65970</cx:pt>
          <cx:pt idx="13229">66000</cx:pt>
          <cx:pt idx="13230">66000</cx:pt>
          <cx:pt idx="13231">66000</cx:pt>
          <cx:pt idx="13232">66000</cx:pt>
          <cx:pt idx="13233">66000</cx:pt>
          <cx:pt idx="13234">66000</cx:pt>
          <cx:pt idx="13235">66000</cx:pt>
          <cx:pt idx="13236">66000</cx:pt>
          <cx:pt idx="13237">66000</cx:pt>
          <cx:pt idx="13238">66000</cx:pt>
          <cx:pt idx="13239">66000</cx:pt>
          <cx:pt idx="13240">66000</cx:pt>
          <cx:pt idx="13241">66000</cx:pt>
          <cx:pt idx="13242">66000</cx:pt>
          <cx:pt idx="13243">66000</cx:pt>
          <cx:pt idx="13244">66000</cx:pt>
          <cx:pt idx="13245">66000</cx:pt>
          <cx:pt idx="13246">66000</cx:pt>
          <cx:pt idx="13247">66000</cx:pt>
          <cx:pt idx="13248">66000</cx:pt>
          <cx:pt idx="13249">66000</cx:pt>
          <cx:pt idx="13250">66000</cx:pt>
          <cx:pt idx="13251">66000</cx:pt>
          <cx:pt idx="13252">66000</cx:pt>
          <cx:pt idx="13253">66000</cx:pt>
          <cx:pt idx="13254">66000</cx:pt>
          <cx:pt idx="13255">66200</cx:pt>
          <cx:pt idx="13256">66200</cx:pt>
          <cx:pt idx="13257">66500</cx:pt>
          <cx:pt idx="13258">66500</cx:pt>
          <cx:pt idx="13259">66500</cx:pt>
          <cx:pt idx="13260">66500</cx:pt>
          <cx:pt idx="13261">66500</cx:pt>
          <cx:pt idx="13262">66600</cx:pt>
          <cx:pt idx="13263">66600</cx:pt>
          <cx:pt idx="13264">66700</cx:pt>
          <cx:pt idx="13265">66800</cx:pt>
          <cx:pt idx="13266">67000</cx:pt>
          <cx:pt idx="13267">67000</cx:pt>
          <cx:pt idx="13268">67000</cx:pt>
          <cx:pt idx="13269">67000</cx:pt>
          <cx:pt idx="13270">67000</cx:pt>
          <cx:pt idx="13271">67000</cx:pt>
          <cx:pt idx="13272">67000</cx:pt>
          <cx:pt idx="13273">67000</cx:pt>
          <cx:pt idx="13274">67000</cx:pt>
          <cx:pt idx="13275">67000</cx:pt>
          <cx:pt idx="13276">67000</cx:pt>
          <cx:pt idx="13277">67000</cx:pt>
          <cx:pt idx="13278">67000</cx:pt>
          <cx:pt idx="13279">67000</cx:pt>
          <cx:pt idx="13280">67000</cx:pt>
          <cx:pt idx="13281">67000</cx:pt>
          <cx:pt idx="13282">67000</cx:pt>
          <cx:pt idx="13283">67000</cx:pt>
          <cx:pt idx="13284">67000</cx:pt>
          <cx:pt idx="13285">67000</cx:pt>
          <cx:pt idx="13286">67000</cx:pt>
          <cx:pt idx="13287">67000</cx:pt>
          <cx:pt idx="13288">67000</cx:pt>
          <cx:pt idx="13289">67001</cx:pt>
          <cx:pt idx="13290">67050</cx:pt>
          <cx:pt idx="13291">67100</cx:pt>
          <cx:pt idx="13292">67200</cx:pt>
          <cx:pt idx="13293">67200</cx:pt>
          <cx:pt idx="13294">67200</cx:pt>
          <cx:pt idx="13295">67250</cx:pt>
          <cx:pt idx="13296">67300</cx:pt>
          <cx:pt idx="13297">67500</cx:pt>
          <cx:pt idx="13298">67500</cx:pt>
          <cx:pt idx="13299">67500</cx:pt>
          <cx:pt idx="13300">67500</cx:pt>
          <cx:pt idx="13301">67735</cx:pt>
          <cx:pt idx="13302">67800</cx:pt>
          <cx:pt idx="13303">67900</cx:pt>
          <cx:pt idx="13304">68000</cx:pt>
          <cx:pt idx="13305">68000</cx:pt>
          <cx:pt idx="13306">68000</cx:pt>
          <cx:pt idx="13307">68000</cx:pt>
          <cx:pt idx="13308">68000</cx:pt>
          <cx:pt idx="13309">68000</cx:pt>
          <cx:pt idx="13310">68000</cx:pt>
          <cx:pt idx="13311">68000</cx:pt>
          <cx:pt idx="13312">68000</cx:pt>
          <cx:pt idx="13313">68000</cx:pt>
          <cx:pt idx="13314">68000</cx:pt>
          <cx:pt idx="13315">68000</cx:pt>
          <cx:pt idx="13316">68000</cx:pt>
          <cx:pt idx="13317">68000</cx:pt>
          <cx:pt idx="13318">68000</cx:pt>
          <cx:pt idx="13319">68000</cx:pt>
          <cx:pt idx="13320">68000</cx:pt>
          <cx:pt idx="13321">68000</cx:pt>
          <cx:pt idx="13322">68000</cx:pt>
          <cx:pt idx="13323">68000</cx:pt>
          <cx:pt idx="13324">68000</cx:pt>
          <cx:pt idx="13325">68000</cx:pt>
          <cx:pt idx="13326">68000</cx:pt>
          <cx:pt idx="13327">68000</cx:pt>
          <cx:pt idx="13328">68000</cx:pt>
          <cx:pt idx="13329">68000</cx:pt>
          <cx:pt idx="13330">68000</cx:pt>
          <cx:pt idx="13331">68000</cx:pt>
          <cx:pt idx="13332">68000</cx:pt>
          <cx:pt idx="13333">68000</cx:pt>
          <cx:pt idx="13334">68000</cx:pt>
          <cx:pt idx="13335">68000</cx:pt>
          <cx:pt idx="13336">68000</cx:pt>
          <cx:pt idx="13337">68000</cx:pt>
          <cx:pt idx="13338">68000</cx:pt>
          <cx:pt idx="13339">68001</cx:pt>
          <cx:pt idx="13340">68004</cx:pt>
          <cx:pt idx="13341">68040</cx:pt>
          <cx:pt idx="13342">68090</cx:pt>
          <cx:pt idx="13343">68200</cx:pt>
          <cx:pt idx="13344">68300</cx:pt>
          <cx:pt idx="13345">68300</cx:pt>
          <cx:pt idx="13346">68300</cx:pt>
          <cx:pt idx="13347">68400</cx:pt>
          <cx:pt idx="13348">68400</cx:pt>
          <cx:pt idx="13349">68400</cx:pt>
          <cx:pt idx="13350">68500</cx:pt>
          <cx:pt idx="13351">68500</cx:pt>
          <cx:pt idx="13352">68500</cx:pt>
          <cx:pt idx="13353">68600</cx:pt>
          <cx:pt idx="13354">68700</cx:pt>
          <cx:pt idx="13355">68800</cx:pt>
          <cx:pt idx="13356">69000</cx:pt>
          <cx:pt idx="13357">69000</cx:pt>
          <cx:pt idx="13358">69000</cx:pt>
          <cx:pt idx="13359">69000</cx:pt>
          <cx:pt idx="13360">69000</cx:pt>
          <cx:pt idx="13361">69000</cx:pt>
          <cx:pt idx="13362">69000</cx:pt>
          <cx:pt idx="13363">69000</cx:pt>
          <cx:pt idx="13364">69000</cx:pt>
          <cx:pt idx="13365">69000</cx:pt>
          <cx:pt idx="13366">69000</cx:pt>
          <cx:pt idx="13367">69000</cx:pt>
          <cx:pt idx="13368">69000</cx:pt>
          <cx:pt idx="13369">69000</cx:pt>
          <cx:pt idx="13370">69000</cx:pt>
          <cx:pt idx="13371">69000</cx:pt>
          <cx:pt idx="13372">69150</cx:pt>
          <cx:pt idx="13373">69200</cx:pt>
          <cx:pt idx="13374">69200</cx:pt>
          <cx:pt idx="13375">69300</cx:pt>
          <cx:pt idx="13376">69390</cx:pt>
          <cx:pt idx="13377">69400</cx:pt>
          <cx:pt idx="13378">69500</cx:pt>
          <cx:pt idx="13379">69500</cx:pt>
          <cx:pt idx="13380">69500</cx:pt>
          <cx:pt idx="13381">69500</cx:pt>
          <cx:pt idx="13382">69600</cx:pt>
          <cx:pt idx="13383">69730</cx:pt>
          <cx:pt idx="13384">70000</cx:pt>
          <cx:pt idx="13385">70000</cx:pt>
          <cx:pt idx="13386">70000</cx:pt>
          <cx:pt idx="13387">70000</cx:pt>
          <cx:pt idx="13388">70000</cx:pt>
          <cx:pt idx="13389">70000</cx:pt>
          <cx:pt idx="13390">70000</cx:pt>
          <cx:pt idx="13391">70000</cx:pt>
          <cx:pt idx="13392">70000</cx:pt>
          <cx:pt idx="13393">70000</cx:pt>
          <cx:pt idx="13394">70000</cx:pt>
          <cx:pt idx="13395">70000</cx:pt>
          <cx:pt idx="13396">70000</cx:pt>
          <cx:pt idx="13397">70000</cx:pt>
          <cx:pt idx="13398">70000</cx:pt>
          <cx:pt idx="13399">70000</cx:pt>
          <cx:pt idx="13400">70000</cx:pt>
          <cx:pt idx="13401">70000</cx:pt>
          <cx:pt idx="13402">70000</cx:pt>
          <cx:pt idx="13403">70000</cx:pt>
          <cx:pt idx="13404">70000</cx:pt>
          <cx:pt idx="13405">70000</cx:pt>
          <cx:pt idx="13406">70000</cx:pt>
          <cx:pt idx="13407">70000</cx:pt>
          <cx:pt idx="13408">70000</cx:pt>
          <cx:pt idx="13409">70000</cx:pt>
          <cx:pt idx="13410">70000</cx:pt>
          <cx:pt idx="13411">70000</cx:pt>
          <cx:pt idx="13412">70000</cx:pt>
          <cx:pt idx="13413">70000</cx:pt>
          <cx:pt idx="13414">70000</cx:pt>
          <cx:pt idx="13415">70000</cx:pt>
          <cx:pt idx="13416">70000</cx:pt>
          <cx:pt idx="13417">70000</cx:pt>
          <cx:pt idx="13418">70000</cx:pt>
          <cx:pt idx="13419">70000</cx:pt>
          <cx:pt idx="13420">70000</cx:pt>
          <cx:pt idx="13421">70000</cx:pt>
          <cx:pt idx="13422">70000</cx:pt>
          <cx:pt idx="13423">70000</cx:pt>
          <cx:pt idx="13424">70000</cx:pt>
          <cx:pt idx="13425">70000</cx:pt>
          <cx:pt idx="13426">70000</cx:pt>
          <cx:pt idx="13427">70000</cx:pt>
          <cx:pt idx="13428">70000</cx:pt>
          <cx:pt idx="13429">70000</cx:pt>
          <cx:pt idx="13430">70000</cx:pt>
          <cx:pt idx="13431">70000</cx:pt>
          <cx:pt idx="13432">70000</cx:pt>
          <cx:pt idx="13433">70000</cx:pt>
          <cx:pt idx="13434">70000</cx:pt>
          <cx:pt idx="13435">70000</cx:pt>
          <cx:pt idx="13436">70000</cx:pt>
          <cx:pt idx="13437">70000</cx:pt>
          <cx:pt idx="13438">70000</cx:pt>
          <cx:pt idx="13439">70000</cx:pt>
          <cx:pt idx="13440">70000</cx:pt>
          <cx:pt idx="13441">70000</cx:pt>
          <cx:pt idx="13442">70000</cx:pt>
          <cx:pt idx="13443">70000</cx:pt>
          <cx:pt idx="13444">70000</cx:pt>
          <cx:pt idx="13445">70000</cx:pt>
          <cx:pt idx="13446">70000</cx:pt>
          <cx:pt idx="13447">70000</cx:pt>
          <cx:pt idx="13448">70000</cx:pt>
          <cx:pt idx="13449">70000</cx:pt>
          <cx:pt idx="13450">70000</cx:pt>
          <cx:pt idx="13451">70000</cx:pt>
          <cx:pt idx="13452">70000</cx:pt>
          <cx:pt idx="13453">70000</cx:pt>
          <cx:pt idx="13454">70000</cx:pt>
          <cx:pt idx="13455">70000</cx:pt>
          <cx:pt idx="13456">70000</cx:pt>
          <cx:pt idx="13457">70000</cx:pt>
          <cx:pt idx="13458">70000</cx:pt>
          <cx:pt idx="13459">70000</cx:pt>
          <cx:pt idx="13460">70000</cx:pt>
          <cx:pt idx="13461">70000</cx:pt>
          <cx:pt idx="13462">70000</cx:pt>
          <cx:pt idx="13463">70000</cx:pt>
          <cx:pt idx="13464">70000</cx:pt>
          <cx:pt idx="13465">70000</cx:pt>
          <cx:pt idx="13466">70000</cx:pt>
          <cx:pt idx="13467">70000</cx:pt>
          <cx:pt idx="13468">70000</cx:pt>
          <cx:pt idx="13469">70000</cx:pt>
          <cx:pt idx="13470">70000</cx:pt>
          <cx:pt idx="13471">70000</cx:pt>
          <cx:pt idx="13472">70000</cx:pt>
          <cx:pt idx="13473">70000</cx:pt>
          <cx:pt idx="13474">70000</cx:pt>
          <cx:pt idx="13475">70000</cx:pt>
          <cx:pt idx="13476">70000</cx:pt>
          <cx:pt idx="13477">70000</cx:pt>
          <cx:pt idx="13478">70000</cx:pt>
          <cx:pt idx="13479">70000</cx:pt>
          <cx:pt idx="13480">70000</cx:pt>
          <cx:pt idx="13481">70000</cx:pt>
          <cx:pt idx="13482">70000</cx:pt>
          <cx:pt idx="13483">70000</cx:pt>
          <cx:pt idx="13484">70000</cx:pt>
          <cx:pt idx="13485">70000</cx:pt>
          <cx:pt idx="13486">70000</cx:pt>
          <cx:pt idx="13487">70000</cx:pt>
          <cx:pt idx="13488">70000</cx:pt>
          <cx:pt idx="13489">70000</cx:pt>
          <cx:pt idx="13490">70000</cx:pt>
          <cx:pt idx="13491">70000</cx:pt>
          <cx:pt idx="13492">70000</cx:pt>
          <cx:pt idx="13493">70000</cx:pt>
          <cx:pt idx="13494">70000</cx:pt>
          <cx:pt idx="13495">70000</cx:pt>
          <cx:pt idx="13496">70000</cx:pt>
          <cx:pt idx="13497">70000</cx:pt>
          <cx:pt idx="13498">70000</cx:pt>
          <cx:pt idx="13499">70000</cx:pt>
          <cx:pt idx="13500">70000</cx:pt>
          <cx:pt idx="13501">70000</cx:pt>
          <cx:pt idx="13502">70000</cx:pt>
          <cx:pt idx="13503">70000</cx:pt>
          <cx:pt idx="13504">70000</cx:pt>
          <cx:pt idx="13505">70000</cx:pt>
          <cx:pt idx="13506">70001</cx:pt>
          <cx:pt idx="13507">70010</cx:pt>
          <cx:pt idx="13508">70050</cx:pt>
          <cx:pt idx="13509">70100</cx:pt>
          <cx:pt idx="13510">70100</cx:pt>
          <cx:pt idx="13511">70100</cx:pt>
          <cx:pt idx="13512">70200</cx:pt>
          <cx:pt idx="13513">70250</cx:pt>
          <cx:pt idx="13514">70400</cx:pt>
          <cx:pt idx="13515">70450</cx:pt>
          <cx:pt idx="13516">70500</cx:pt>
          <cx:pt idx="13517">70500</cx:pt>
          <cx:pt idx="13518">70500</cx:pt>
          <cx:pt idx="13519">70500</cx:pt>
          <cx:pt idx="13520">70500</cx:pt>
          <cx:pt idx="13521">70500</cx:pt>
          <cx:pt idx="13522">70600</cx:pt>
          <cx:pt idx="13523">70800</cx:pt>
          <cx:pt idx="13524">70900</cx:pt>
          <cx:pt idx="13525">71000</cx:pt>
          <cx:pt idx="13526">71000</cx:pt>
          <cx:pt idx="13527">71000</cx:pt>
          <cx:pt idx="13528">71000</cx:pt>
          <cx:pt idx="13529">71000</cx:pt>
          <cx:pt idx="13530">71000</cx:pt>
          <cx:pt idx="13531">71000</cx:pt>
          <cx:pt idx="13532">71000</cx:pt>
          <cx:pt idx="13533">71000</cx:pt>
          <cx:pt idx="13534">71000</cx:pt>
          <cx:pt idx="13535">71000</cx:pt>
          <cx:pt idx="13536">71000</cx:pt>
          <cx:pt idx="13537">71000</cx:pt>
          <cx:pt idx="13538">71000</cx:pt>
          <cx:pt idx="13539">71000</cx:pt>
          <cx:pt idx="13540">71000</cx:pt>
          <cx:pt idx="13541">71000</cx:pt>
          <cx:pt idx="13542">71000</cx:pt>
          <cx:pt idx="13543">71000</cx:pt>
          <cx:pt idx="13544">71000</cx:pt>
          <cx:pt idx="13545">71000</cx:pt>
          <cx:pt idx="13546">71000</cx:pt>
          <cx:pt idx="13547">71000</cx:pt>
          <cx:pt idx="13548">71000</cx:pt>
          <cx:pt idx="13549">71000</cx:pt>
          <cx:pt idx="13550">71000</cx:pt>
          <cx:pt idx="13551">71000</cx:pt>
          <cx:pt idx="13552">71000</cx:pt>
          <cx:pt idx="13553">71000</cx:pt>
          <cx:pt idx="13554">71000</cx:pt>
          <cx:pt idx="13555">71000</cx:pt>
          <cx:pt idx="13556">71000</cx:pt>
          <cx:pt idx="13557">71000</cx:pt>
          <cx:pt idx="13558">71004</cx:pt>
          <cx:pt idx="13559">71040</cx:pt>
          <cx:pt idx="13560">71100</cx:pt>
          <cx:pt idx="13561">71100</cx:pt>
          <cx:pt idx="13562">71150</cx:pt>
          <cx:pt idx="13563">71200</cx:pt>
          <cx:pt idx="13564">71200</cx:pt>
          <cx:pt idx="13565">71200</cx:pt>
          <cx:pt idx="13566">71220</cx:pt>
          <cx:pt idx="13567">71300</cx:pt>
          <cx:pt idx="13568">71300</cx:pt>
          <cx:pt idx="13569">71300</cx:pt>
          <cx:pt idx="13570">71400</cx:pt>
          <cx:pt idx="13571">71400</cx:pt>
          <cx:pt idx="13572">71400</cx:pt>
          <cx:pt idx="13573">71400</cx:pt>
          <cx:pt idx="13574">71500</cx:pt>
          <cx:pt idx="13575">71600</cx:pt>
          <cx:pt idx="13576">71700</cx:pt>
          <cx:pt idx="13577">71700</cx:pt>
          <cx:pt idx="13578">71800</cx:pt>
          <cx:pt idx="13579">71800</cx:pt>
          <cx:pt idx="13580">72000</cx:pt>
          <cx:pt idx="13581">72000</cx:pt>
          <cx:pt idx="13582">72000</cx:pt>
          <cx:pt idx="13583">72000</cx:pt>
          <cx:pt idx="13584">72000</cx:pt>
          <cx:pt idx="13585">72000</cx:pt>
          <cx:pt idx="13586">72000</cx:pt>
          <cx:pt idx="13587">72000</cx:pt>
          <cx:pt idx="13588">72000</cx:pt>
          <cx:pt idx="13589">72000</cx:pt>
          <cx:pt idx="13590">72000</cx:pt>
          <cx:pt idx="13591">72000</cx:pt>
          <cx:pt idx="13592">72000</cx:pt>
          <cx:pt idx="13593">72000</cx:pt>
          <cx:pt idx="13594">72000</cx:pt>
          <cx:pt idx="13595">72000</cx:pt>
          <cx:pt idx="13596">72000</cx:pt>
          <cx:pt idx="13597">72000</cx:pt>
          <cx:pt idx="13598">72000</cx:pt>
          <cx:pt idx="13599">72000</cx:pt>
          <cx:pt idx="13600">72000</cx:pt>
          <cx:pt idx="13601">72000</cx:pt>
          <cx:pt idx="13602">72000</cx:pt>
          <cx:pt idx="13603">72000</cx:pt>
          <cx:pt idx="13604">72000</cx:pt>
          <cx:pt idx="13605">72000</cx:pt>
          <cx:pt idx="13606">72000</cx:pt>
          <cx:pt idx="13607">72000</cx:pt>
          <cx:pt idx="13608">72000</cx:pt>
          <cx:pt idx="13609">72000</cx:pt>
          <cx:pt idx="13610">72000</cx:pt>
          <cx:pt idx="13611">72000</cx:pt>
          <cx:pt idx="13612">72000</cx:pt>
          <cx:pt idx="13613">72030</cx:pt>
          <cx:pt idx="13614">72100</cx:pt>
          <cx:pt idx="13615">72150</cx:pt>
          <cx:pt idx="13616">72150</cx:pt>
          <cx:pt idx="13617">72200</cx:pt>
          <cx:pt idx="13618">72400</cx:pt>
          <cx:pt idx="13619">72500</cx:pt>
          <cx:pt idx="13620">72700</cx:pt>
          <cx:pt idx="13621">72700</cx:pt>
          <cx:pt idx="13622">72800</cx:pt>
          <cx:pt idx="13623">72800</cx:pt>
          <cx:pt idx="13624">72800</cx:pt>
          <cx:pt idx="13625">72900</cx:pt>
          <cx:pt idx="13626">72900</cx:pt>
          <cx:pt idx="13627">73000</cx:pt>
          <cx:pt idx="13628">73000</cx:pt>
          <cx:pt idx="13629">73000</cx:pt>
          <cx:pt idx="13630">73000</cx:pt>
          <cx:pt idx="13631">73000</cx:pt>
          <cx:pt idx="13632">73000</cx:pt>
          <cx:pt idx="13633">73000</cx:pt>
          <cx:pt idx="13634">73000</cx:pt>
          <cx:pt idx="13635">73030</cx:pt>
          <cx:pt idx="13636">73030</cx:pt>
          <cx:pt idx="13637">73040</cx:pt>
          <cx:pt idx="13638">73200</cx:pt>
          <cx:pt idx="13639">73400</cx:pt>
          <cx:pt idx="13640">73400</cx:pt>
          <cx:pt idx="13641">73400</cx:pt>
          <cx:pt idx="13642">73400</cx:pt>
          <cx:pt idx="13643">73500</cx:pt>
          <cx:pt idx="13644">73500</cx:pt>
          <cx:pt idx="13645">73600</cx:pt>
          <cx:pt idx="13646">73700</cx:pt>
          <cx:pt idx="13647">73740</cx:pt>
          <cx:pt idx="13648">73900</cx:pt>
          <cx:pt idx="13649">74000</cx:pt>
          <cx:pt idx="13650">74000</cx:pt>
          <cx:pt idx="13651">74000</cx:pt>
          <cx:pt idx="13652">74000</cx:pt>
          <cx:pt idx="13653">74000</cx:pt>
          <cx:pt idx="13654">74000</cx:pt>
          <cx:pt idx="13655">74000</cx:pt>
          <cx:pt idx="13656">74000</cx:pt>
          <cx:pt idx="13657">74000</cx:pt>
          <cx:pt idx="13658">74000</cx:pt>
          <cx:pt idx="13659">74000</cx:pt>
          <cx:pt idx="13660">74000</cx:pt>
          <cx:pt idx="13661">74000</cx:pt>
          <cx:pt idx="13662">74000</cx:pt>
          <cx:pt idx="13663">74090</cx:pt>
          <cx:pt idx="13664">74100</cx:pt>
          <cx:pt idx="13665">74200</cx:pt>
          <cx:pt idx="13666">74300</cx:pt>
          <cx:pt idx="13667">74420</cx:pt>
          <cx:pt idx="13668">74500</cx:pt>
          <cx:pt idx="13669">74800</cx:pt>
          <cx:pt idx="13670">74900</cx:pt>
          <cx:pt idx="13671">75000</cx:pt>
          <cx:pt idx="13672">75000</cx:pt>
          <cx:pt idx="13673">75000</cx:pt>
          <cx:pt idx="13674">75000</cx:pt>
          <cx:pt idx="13675">75000</cx:pt>
          <cx:pt idx="13676">75000</cx:pt>
          <cx:pt idx="13677">75000</cx:pt>
          <cx:pt idx="13678">75000</cx:pt>
          <cx:pt idx="13679">75000</cx:pt>
          <cx:pt idx="13680">75000</cx:pt>
          <cx:pt idx="13681">75000</cx:pt>
          <cx:pt idx="13682">75000</cx:pt>
          <cx:pt idx="13683">75000</cx:pt>
          <cx:pt idx="13684">75000</cx:pt>
          <cx:pt idx="13685">75000</cx:pt>
          <cx:pt idx="13686">75000</cx:pt>
          <cx:pt idx="13687">75000</cx:pt>
          <cx:pt idx="13688">75000</cx:pt>
          <cx:pt idx="13689">75000</cx:pt>
          <cx:pt idx="13690">75000</cx:pt>
          <cx:pt idx="13691">75000</cx:pt>
          <cx:pt idx="13692">75000</cx:pt>
          <cx:pt idx="13693">75000</cx:pt>
          <cx:pt idx="13694">75000</cx:pt>
          <cx:pt idx="13695">75000</cx:pt>
          <cx:pt idx="13696">75000</cx:pt>
          <cx:pt idx="13697">75000</cx:pt>
          <cx:pt idx="13698">75000</cx:pt>
          <cx:pt idx="13699">75000</cx:pt>
          <cx:pt idx="13700">75000</cx:pt>
          <cx:pt idx="13701">75000</cx:pt>
          <cx:pt idx="13702">75000</cx:pt>
          <cx:pt idx="13703">75000</cx:pt>
          <cx:pt idx="13704">75000</cx:pt>
          <cx:pt idx="13705">75000</cx:pt>
          <cx:pt idx="13706">75000</cx:pt>
          <cx:pt idx="13707">75000</cx:pt>
          <cx:pt idx="13708">75000</cx:pt>
          <cx:pt idx="13709">75000</cx:pt>
          <cx:pt idx="13710">75000</cx:pt>
          <cx:pt idx="13711">75000</cx:pt>
          <cx:pt idx="13712">75000</cx:pt>
          <cx:pt idx="13713">75000</cx:pt>
          <cx:pt idx="13714">75000</cx:pt>
          <cx:pt idx="13715">75000</cx:pt>
          <cx:pt idx="13716">75000</cx:pt>
          <cx:pt idx="13717">75000</cx:pt>
          <cx:pt idx="13718">75000</cx:pt>
          <cx:pt idx="13719">75000</cx:pt>
          <cx:pt idx="13720">75000</cx:pt>
          <cx:pt idx="13721">75000</cx:pt>
          <cx:pt idx="13722">75000</cx:pt>
          <cx:pt idx="13723">75000</cx:pt>
          <cx:pt idx="13724">75000</cx:pt>
          <cx:pt idx="13725">75000</cx:pt>
          <cx:pt idx="13726">75000</cx:pt>
          <cx:pt idx="13727">75000</cx:pt>
          <cx:pt idx="13728">75000</cx:pt>
          <cx:pt idx="13729">75000</cx:pt>
          <cx:pt idx="13730">75000</cx:pt>
          <cx:pt idx="13731">75000</cx:pt>
          <cx:pt idx="13732">75000</cx:pt>
          <cx:pt idx="13733">75000</cx:pt>
          <cx:pt idx="13734">75000</cx:pt>
          <cx:pt idx="13735">75000</cx:pt>
          <cx:pt idx="13736">75000</cx:pt>
          <cx:pt idx="13737">75000</cx:pt>
          <cx:pt idx="13738">75000</cx:pt>
          <cx:pt idx="13739">75000</cx:pt>
          <cx:pt idx="13740">75000</cx:pt>
          <cx:pt idx="13741">75000</cx:pt>
          <cx:pt idx="13742">75000</cx:pt>
          <cx:pt idx="13743">75000</cx:pt>
          <cx:pt idx="13744">75000</cx:pt>
          <cx:pt idx="13745">75000</cx:pt>
          <cx:pt idx="13746">75000</cx:pt>
          <cx:pt idx="13747">75000</cx:pt>
          <cx:pt idx="13748">75000</cx:pt>
          <cx:pt idx="13749">75000</cx:pt>
          <cx:pt idx="13750">75000</cx:pt>
          <cx:pt idx="13751">75000</cx:pt>
          <cx:pt idx="13752">75000</cx:pt>
          <cx:pt idx="13753">75000</cx:pt>
          <cx:pt idx="13754">75000</cx:pt>
          <cx:pt idx="13755">75000</cx:pt>
          <cx:pt idx="13756">75000</cx:pt>
          <cx:pt idx="13757">75000</cx:pt>
          <cx:pt idx="13758">75000</cx:pt>
          <cx:pt idx="13759">75000</cx:pt>
          <cx:pt idx="13760">75000</cx:pt>
          <cx:pt idx="13761">75000</cx:pt>
          <cx:pt idx="13762">75000</cx:pt>
          <cx:pt idx="13763">75000</cx:pt>
          <cx:pt idx="13764">75000</cx:pt>
          <cx:pt idx="13765">75000</cx:pt>
          <cx:pt idx="13766">75000</cx:pt>
          <cx:pt idx="13767">75000</cx:pt>
          <cx:pt idx="13768">75000</cx:pt>
          <cx:pt idx="13769">75000</cx:pt>
          <cx:pt idx="13770">75000</cx:pt>
          <cx:pt idx="13771">75000</cx:pt>
          <cx:pt idx="13772">75000</cx:pt>
          <cx:pt idx="13773">75000</cx:pt>
          <cx:pt idx="13774">75000</cx:pt>
          <cx:pt idx="13775">75000</cx:pt>
          <cx:pt idx="13776">75000</cx:pt>
          <cx:pt idx="13777">75000</cx:pt>
          <cx:pt idx="13778">75010</cx:pt>
          <cx:pt idx="13779">75050</cx:pt>
          <cx:pt idx="13780">75100</cx:pt>
          <cx:pt idx="13781">75100</cx:pt>
          <cx:pt idx="13782">75100</cx:pt>
          <cx:pt idx="13783">75200</cx:pt>
          <cx:pt idx="13784">75200</cx:pt>
          <cx:pt idx="13785">75200</cx:pt>
          <cx:pt idx="13786">75300</cx:pt>
          <cx:pt idx="13787">75300</cx:pt>
          <cx:pt idx="13788">75350</cx:pt>
          <cx:pt idx="13789">75400</cx:pt>
          <cx:pt idx="13790">75400</cx:pt>
          <cx:pt idx="13791">75500</cx:pt>
          <cx:pt idx="13792">75500</cx:pt>
          <cx:pt idx="13793">75500</cx:pt>
          <cx:pt idx="13794">75570</cx:pt>
          <cx:pt idx="13795">75800</cx:pt>
          <cx:pt idx="13796">75900</cx:pt>
          <cx:pt idx="13797">75900</cx:pt>
          <cx:pt idx="13798">76000</cx:pt>
          <cx:pt idx="13799">76000</cx:pt>
          <cx:pt idx="13800">76000</cx:pt>
          <cx:pt idx="13801">76000</cx:pt>
          <cx:pt idx="13802">76000</cx:pt>
          <cx:pt idx="13803">76000</cx:pt>
          <cx:pt idx="13804">76000</cx:pt>
          <cx:pt idx="13805">76000</cx:pt>
          <cx:pt idx="13806">76000</cx:pt>
          <cx:pt idx="13807">76000</cx:pt>
          <cx:pt idx="13808">76000</cx:pt>
          <cx:pt idx="13809">76000</cx:pt>
          <cx:pt idx="13810">76000</cx:pt>
          <cx:pt idx="13811">76000</cx:pt>
          <cx:pt idx="13812">76000</cx:pt>
          <cx:pt idx="13813">76000</cx:pt>
          <cx:pt idx="13814">76001</cx:pt>
          <cx:pt idx="13815">76040</cx:pt>
          <cx:pt idx="13816">76060</cx:pt>
          <cx:pt idx="13817">76200</cx:pt>
          <cx:pt idx="13818">76440</cx:pt>
          <cx:pt idx="13819">76700</cx:pt>
          <cx:pt idx="13820">76750</cx:pt>
          <cx:pt idx="13821">76800</cx:pt>
          <cx:pt idx="13822">76800</cx:pt>
          <cx:pt idx="13823">76800</cx:pt>
          <cx:pt idx="13824">77000</cx:pt>
          <cx:pt idx="13825">77000</cx:pt>
          <cx:pt idx="13826">77000</cx:pt>
          <cx:pt idx="13827">77000</cx:pt>
          <cx:pt idx="13828">77000</cx:pt>
          <cx:pt idx="13829">77000</cx:pt>
          <cx:pt idx="13830">77000</cx:pt>
          <cx:pt idx="13831">77000</cx:pt>
          <cx:pt idx="13832">77000</cx:pt>
          <cx:pt idx="13833">77000</cx:pt>
          <cx:pt idx="13834">77000</cx:pt>
          <cx:pt idx="13835">77000</cx:pt>
          <cx:pt idx="13836">77000</cx:pt>
          <cx:pt idx="13837">77000</cx:pt>
          <cx:pt idx="13838">77000</cx:pt>
          <cx:pt idx="13839">77000</cx:pt>
          <cx:pt idx="13840">77000</cx:pt>
          <cx:pt idx="13841">77000</cx:pt>
          <cx:pt idx="13842">77000</cx:pt>
          <cx:pt idx="13843">77000</cx:pt>
          <cx:pt idx="13844">77010</cx:pt>
          <cx:pt idx="13845">77100</cx:pt>
          <cx:pt idx="13846">77100</cx:pt>
          <cx:pt idx="13847">77110</cx:pt>
          <cx:pt idx="13848">77200</cx:pt>
          <cx:pt idx="13849">77300</cx:pt>
          <cx:pt idx="13850">77300</cx:pt>
          <cx:pt idx="13851">77300</cx:pt>
          <cx:pt idx="13852">77344</cx:pt>
          <cx:pt idx="13853">77400</cx:pt>
          <cx:pt idx="13854">77400</cx:pt>
          <cx:pt idx="13855">77600</cx:pt>
          <cx:pt idx="13856">77700</cx:pt>
          <cx:pt idx="13857">77700</cx:pt>
          <cx:pt idx="13858">77800</cx:pt>
          <cx:pt idx="13859">77900</cx:pt>
          <cx:pt idx="13860">78000</cx:pt>
          <cx:pt idx="13861">78000</cx:pt>
          <cx:pt idx="13862">78000</cx:pt>
          <cx:pt idx="13863">78000</cx:pt>
          <cx:pt idx="13864">78000</cx:pt>
          <cx:pt idx="13865">78000</cx:pt>
          <cx:pt idx="13866">78000</cx:pt>
          <cx:pt idx="13867">78000</cx:pt>
          <cx:pt idx="13868">78000</cx:pt>
          <cx:pt idx="13869">78000</cx:pt>
          <cx:pt idx="13870">78000</cx:pt>
          <cx:pt idx="13871">78000</cx:pt>
          <cx:pt idx="13872">78000</cx:pt>
          <cx:pt idx="13873">78000</cx:pt>
          <cx:pt idx="13874">78000</cx:pt>
          <cx:pt idx="13875">78000</cx:pt>
          <cx:pt idx="13876">78000</cx:pt>
          <cx:pt idx="13877">78000</cx:pt>
          <cx:pt idx="13878">78000</cx:pt>
          <cx:pt idx="13879">78000</cx:pt>
          <cx:pt idx="13880">78000</cx:pt>
          <cx:pt idx="13881">78000</cx:pt>
          <cx:pt idx="13882">78010</cx:pt>
          <cx:pt idx="13883">78300</cx:pt>
          <cx:pt idx="13884">78300</cx:pt>
          <cx:pt idx="13885">78400</cx:pt>
          <cx:pt idx="13886">78400</cx:pt>
          <cx:pt idx="13887">78600</cx:pt>
          <cx:pt idx="13888">78700</cx:pt>
          <cx:pt idx="13889">78700</cx:pt>
          <cx:pt idx="13890">78710</cx:pt>
          <cx:pt idx="13891">78800</cx:pt>
          <cx:pt idx="13892">78900</cx:pt>
          <cx:pt idx="13893">79000</cx:pt>
          <cx:pt idx="13894">79000</cx:pt>
          <cx:pt idx="13895">79000</cx:pt>
          <cx:pt idx="13896">79000</cx:pt>
          <cx:pt idx="13897">79000</cx:pt>
          <cx:pt idx="13898">79000</cx:pt>
          <cx:pt idx="13899">79000</cx:pt>
          <cx:pt idx="13900">79000</cx:pt>
          <cx:pt idx="13901">79000</cx:pt>
          <cx:pt idx="13902">79000</cx:pt>
          <cx:pt idx="13903">79000</cx:pt>
          <cx:pt idx="13904">79000</cx:pt>
          <cx:pt idx="13905">79000</cx:pt>
          <cx:pt idx="13906">79000</cx:pt>
          <cx:pt idx="13907">79200</cx:pt>
          <cx:pt idx="13908">79200</cx:pt>
          <cx:pt idx="13909">79300</cx:pt>
          <cx:pt idx="13910">79300</cx:pt>
          <cx:pt idx="13911">79400</cx:pt>
          <cx:pt idx="13912">79500</cx:pt>
          <cx:pt idx="13913">79500</cx:pt>
          <cx:pt idx="13914">79500</cx:pt>
          <cx:pt idx="13915">79500</cx:pt>
          <cx:pt idx="13916">79800</cx:pt>
          <cx:pt idx="13917">80000</cx:pt>
          <cx:pt idx="13918">80000</cx:pt>
          <cx:pt idx="13919">80000</cx:pt>
          <cx:pt idx="13920">80000</cx:pt>
          <cx:pt idx="13921">80000</cx:pt>
          <cx:pt idx="13922">80000</cx:pt>
          <cx:pt idx="13923">80000</cx:pt>
          <cx:pt idx="13924">80000</cx:pt>
          <cx:pt idx="13925">80000</cx:pt>
          <cx:pt idx="13926">80000</cx:pt>
          <cx:pt idx="13927">80000</cx:pt>
          <cx:pt idx="13928">80000</cx:pt>
          <cx:pt idx="13929">80000</cx:pt>
          <cx:pt idx="13930">80000</cx:pt>
          <cx:pt idx="13931">80000</cx:pt>
          <cx:pt idx="13932">80000</cx:pt>
          <cx:pt idx="13933">80000</cx:pt>
          <cx:pt idx="13934">80000</cx:pt>
          <cx:pt idx="13935">80000</cx:pt>
          <cx:pt idx="13936">80000</cx:pt>
          <cx:pt idx="13937">80000</cx:pt>
          <cx:pt idx="13938">80000</cx:pt>
          <cx:pt idx="13939">80000</cx:pt>
          <cx:pt idx="13940">80000</cx:pt>
          <cx:pt idx="13941">80000</cx:pt>
          <cx:pt idx="13942">80000</cx:pt>
          <cx:pt idx="13943">80000</cx:pt>
          <cx:pt idx="13944">80000</cx:pt>
          <cx:pt idx="13945">80000</cx:pt>
          <cx:pt idx="13946">80000</cx:pt>
          <cx:pt idx="13947">80000</cx:pt>
          <cx:pt idx="13948">80000</cx:pt>
          <cx:pt idx="13949">80000</cx:pt>
          <cx:pt idx="13950">80000</cx:pt>
          <cx:pt idx="13951">80000</cx:pt>
          <cx:pt idx="13952">80000</cx:pt>
          <cx:pt idx="13953">80000</cx:pt>
          <cx:pt idx="13954">80000</cx:pt>
          <cx:pt idx="13955">80000</cx:pt>
          <cx:pt idx="13956">80000</cx:pt>
          <cx:pt idx="13957">80000</cx:pt>
          <cx:pt idx="13958">80000</cx:pt>
          <cx:pt idx="13959">80000</cx:pt>
          <cx:pt idx="13960">80000</cx:pt>
          <cx:pt idx="13961">80000</cx:pt>
          <cx:pt idx="13962">80000</cx:pt>
          <cx:pt idx="13963">80000</cx:pt>
          <cx:pt idx="13964">80000</cx:pt>
          <cx:pt idx="13965">80000</cx:pt>
          <cx:pt idx="13966">80000</cx:pt>
          <cx:pt idx="13967">80000</cx:pt>
          <cx:pt idx="13968">80000</cx:pt>
          <cx:pt idx="13969">80000</cx:pt>
          <cx:pt idx="13970">80000</cx:pt>
          <cx:pt idx="13971">80000</cx:pt>
          <cx:pt idx="13972">80000</cx:pt>
          <cx:pt idx="13973">80000</cx:pt>
          <cx:pt idx="13974">80000</cx:pt>
          <cx:pt idx="13975">80000</cx:pt>
          <cx:pt idx="13976">80000</cx:pt>
          <cx:pt idx="13977">80000</cx:pt>
          <cx:pt idx="13978">80000</cx:pt>
          <cx:pt idx="13979">80000</cx:pt>
          <cx:pt idx="13980">80000</cx:pt>
          <cx:pt idx="13981">80000</cx:pt>
          <cx:pt idx="13982">80000</cx:pt>
          <cx:pt idx="13983">80000</cx:pt>
          <cx:pt idx="13984">80000</cx:pt>
          <cx:pt idx="13985">80000</cx:pt>
          <cx:pt idx="13986">80000</cx:pt>
          <cx:pt idx="13987">80000</cx:pt>
          <cx:pt idx="13988">80000</cx:pt>
          <cx:pt idx="13989">80000</cx:pt>
          <cx:pt idx="13990">80000</cx:pt>
          <cx:pt idx="13991">80000</cx:pt>
          <cx:pt idx="13992">80000</cx:pt>
          <cx:pt idx="13993">80000</cx:pt>
          <cx:pt idx="13994">80000</cx:pt>
          <cx:pt idx="13995">80000</cx:pt>
          <cx:pt idx="13996">80000</cx:pt>
          <cx:pt idx="13997">80000</cx:pt>
          <cx:pt idx="13998">80000</cx:pt>
          <cx:pt idx="13999">80000</cx:pt>
          <cx:pt idx="14000">80000</cx:pt>
          <cx:pt idx="14001">80000</cx:pt>
          <cx:pt idx="14002">80000</cx:pt>
          <cx:pt idx="14003">80000</cx:pt>
          <cx:pt idx="14004">80000</cx:pt>
          <cx:pt idx="14005">80000</cx:pt>
          <cx:pt idx="14006">80000</cx:pt>
          <cx:pt idx="14007">80000</cx:pt>
          <cx:pt idx="14008">80000</cx:pt>
          <cx:pt idx="14009">80000</cx:pt>
          <cx:pt idx="14010">80000</cx:pt>
          <cx:pt idx="14011">80000</cx:pt>
          <cx:pt idx="14012">80000</cx:pt>
          <cx:pt idx="14013">80000</cx:pt>
          <cx:pt idx="14014">80000</cx:pt>
          <cx:pt idx="14015">80000</cx:pt>
          <cx:pt idx="14016">80000</cx:pt>
          <cx:pt idx="14017">80000</cx:pt>
          <cx:pt idx="14018">80000</cx:pt>
          <cx:pt idx="14019">80000</cx:pt>
          <cx:pt idx="14020">80000</cx:pt>
          <cx:pt idx="14021">80000</cx:pt>
          <cx:pt idx="14022">80000</cx:pt>
          <cx:pt idx="14023">80000</cx:pt>
          <cx:pt idx="14024">80000</cx:pt>
          <cx:pt idx="14025">80000</cx:pt>
          <cx:pt idx="14026">80000</cx:pt>
          <cx:pt idx="14027">80000</cx:pt>
          <cx:pt idx="14028">80000</cx:pt>
          <cx:pt idx="14029">80000</cx:pt>
          <cx:pt idx="14030">80000</cx:pt>
          <cx:pt idx="14031">80000</cx:pt>
          <cx:pt idx="14032">80000</cx:pt>
          <cx:pt idx="14033">80000</cx:pt>
          <cx:pt idx="14034">80000</cx:pt>
          <cx:pt idx="14035">80001</cx:pt>
          <cx:pt idx="14036">80030</cx:pt>
          <cx:pt idx="14037">80100</cx:pt>
          <cx:pt idx="14038">80100</cx:pt>
          <cx:pt idx="14039">80100</cx:pt>
          <cx:pt idx="14040">80180</cx:pt>
          <cx:pt idx="14041">80200</cx:pt>
          <cx:pt idx="14042">80200</cx:pt>
          <cx:pt idx="14043">80300</cx:pt>
          <cx:pt idx="14044">80300</cx:pt>
          <cx:pt idx="14045">80400</cx:pt>
          <cx:pt idx="14046">80400</cx:pt>
          <cx:pt idx="14047">80400</cx:pt>
          <cx:pt idx="14048">80430</cx:pt>
          <cx:pt idx="14049">80500</cx:pt>
          <cx:pt idx="14050">80500</cx:pt>
          <cx:pt idx="14051">80500</cx:pt>
          <cx:pt idx="14052">80600</cx:pt>
          <cx:pt idx="14053">80600</cx:pt>
          <cx:pt idx="14054">80750</cx:pt>
          <cx:pt idx="14055">80750</cx:pt>
          <cx:pt idx="14056">80750</cx:pt>
          <cx:pt idx="14057">80800</cx:pt>
          <cx:pt idx="14058">80900</cx:pt>
          <cx:pt idx="14059">81000</cx:pt>
          <cx:pt idx="14060">81000</cx:pt>
          <cx:pt idx="14061">81000</cx:pt>
          <cx:pt idx="14062">81000</cx:pt>
          <cx:pt idx="14063">81000</cx:pt>
          <cx:pt idx="14064">81000</cx:pt>
          <cx:pt idx="14065">81000</cx:pt>
          <cx:pt idx="14066">81000</cx:pt>
          <cx:pt idx="14067">81000</cx:pt>
          <cx:pt idx="14068">81000</cx:pt>
          <cx:pt idx="14069">81000</cx:pt>
          <cx:pt idx="14070">81000</cx:pt>
          <cx:pt idx="14071">81000</cx:pt>
          <cx:pt idx="14072">81000</cx:pt>
          <cx:pt idx="14073">81000</cx:pt>
          <cx:pt idx="14074">81000</cx:pt>
          <cx:pt idx="14075">81020</cx:pt>
          <cx:pt idx="14076">81050</cx:pt>
          <cx:pt idx="14077">81100</cx:pt>
          <cx:pt idx="14078">81200</cx:pt>
          <cx:pt idx="14079">81200</cx:pt>
          <cx:pt idx="14080">81200</cx:pt>
          <cx:pt idx="14081">81250</cx:pt>
          <cx:pt idx="14082">81300</cx:pt>
          <cx:pt idx="14083">81350</cx:pt>
          <cx:pt idx="14084">81370</cx:pt>
          <cx:pt idx="14085">81500</cx:pt>
          <cx:pt idx="14086">81500</cx:pt>
          <cx:pt idx="14087">81500</cx:pt>
          <cx:pt idx="14088">81700</cx:pt>
          <cx:pt idx="14089">81800</cx:pt>
          <cx:pt idx="14090">81800</cx:pt>
          <cx:pt idx="14091">81800</cx:pt>
          <cx:pt idx="14092">82000</cx:pt>
          <cx:pt idx="14093">82000</cx:pt>
          <cx:pt idx="14094">82000</cx:pt>
          <cx:pt idx="14095">82000</cx:pt>
          <cx:pt idx="14096">82000</cx:pt>
          <cx:pt idx="14097">82000</cx:pt>
          <cx:pt idx="14098">82000</cx:pt>
          <cx:pt idx="14099">82000</cx:pt>
          <cx:pt idx="14100">82000</cx:pt>
          <cx:pt idx="14101">82000</cx:pt>
          <cx:pt idx="14102">82000</cx:pt>
          <cx:pt idx="14103">82000</cx:pt>
          <cx:pt idx="14104">82000</cx:pt>
          <cx:pt idx="14105">82000</cx:pt>
          <cx:pt idx="14106">82000</cx:pt>
          <cx:pt idx="14107">82000</cx:pt>
          <cx:pt idx="14108">82000</cx:pt>
          <cx:pt idx="14109">82000</cx:pt>
          <cx:pt idx="14110">82000</cx:pt>
          <cx:pt idx="14111">82000</cx:pt>
          <cx:pt idx="14112">82000</cx:pt>
          <cx:pt idx="14113">82000</cx:pt>
          <cx:pt idx="14114">82000</cx:pt>
          <cx:pt idx="14115">82000</cx:pt>
          <cx:pt idx="14116">82000</cx:pt>
          <cx:pt idx="14117">82000</cx:pt>
          <cx:pt idx="14118">82000</cx:pt>
          <cx:pt idx="14119">82170</cx:pt>
          <cx:pt idx="14120">82200</cx:pt>
          <cx:pt idx="14121">82200</cx:pt>
          <cx:pt idx="14122">82600</cx:pt>
          <cx:pt idx="14123">82600</cx:pt>
          <cx:pt idx="14124">83000</cx:pt>
          <cx:pt idx="14125">83000</cx:pt>
          <cx:pt idx="14126">83000</cx:pt>
          <cx:pt idx="14127">83000</cx:pt>
          <cx:pt idx="14128">83000</cx:pt>
          <cx:pt idx="14129">83000</cx:pt>
          <cx:pt idx="14130">83000</cx:pt>
          <cx:pt idx="14131">83000</cx:pt>
          <cx:pt idx="14132">83000</cx:pt>
          <cx:pt idx="14133">83000</cx:pt>
          <cx:pt idx="14134">83000</cx:pt>
          <cx:pt idx="14135">83000</cx:pt>
          <cx:pt idx="14136">83000</cx:pt>
          <cx:pt idx="14137">83000</cx:pt>
          <cx:pt idx="14138">83000</cx:pt>
          <cx:pt idx="14139">83000</cx:pt>
          <cx:pt idx="14140">83200</cx:pt>
          <cx:pt idx="14141">83200</cx:pt>
          <cx:pt idx="14142">83600</cx:pt>
          <cx:pt idx="14143">83800</cx:pt>
          <cx:pt idx="14144">83900</cx:pt>
          <cx:pt idx="14145">84000</cx:pt>
          <cx:pt idx="14146">84000</cx:pt>
          <cx:pt idx="14147">84000</cx:pt>
          <cx:pt idx="14148">84000</cx:pt>
          <cx:pt idx="14149">84000</cx:pt>
          <cx:pt idx="14150">84000</cx:pt>
          <cx:pt idx="14151">84000</cx:pt>
          <cx:pt idx="14152">84000</cx:pt>
          <cx:pt idx="14153">84000</cx:pt>
          <cx:pt idx="14154">84000</cx:pt>
          <cx:pt idx="14155">84000</cx:pt>
          <cx:pt idx="14156">84000</cx:pt>
          <cx:pt idx="14157">84000</cx:pt>
          <cx:pt idx="14158">84000</cx:pt>
          <cx:pt idx="14159">84000</cx:pt>
          <cx:pt idx="14160">84100</cx:pt>
          <cx:pt idx="14161">84200</cx:pt>
          <cx:pt idx="14162">84300</cx:pt>
          <cx:pt idx="14163">84300</cx:pt>
          <cx:pt idx="14164">84500</cx:pt>
          <cx:pt idx="14165">84500</cx:pt>
          <cx:pt idx="14166">84550</cx:pt>
          <cx:pt idx="14167">84600</cx:pt>
          <cx:pt idx="14168">84700</cx:pt>
          <cx:pt idx="14169">84800</cx:pt>
          <cx:pt idx="14170">84800</cx:pt>
          <cx:pt idx="14171">85000</cx:pt>
          <cx:pt idx="14172">85000</cx:pt>
          <cx:pt idx="14173">85000</cx:pt>
          <cx:pt idx="14174">85000</cx:pt>
          <cx:pt idx="14175">85000</cx:pt>
          <cx:pt idx="14176">85000</cx:pt>
          <cx:pt idx="14177">85000</cx:pt>
          <cx:pt idx="14178">85000</cx:pt>
          <cx:pt idx="14179">85000</cx:pt>
          <cx:pt idx="14180">85000</cx:pt>
          <cx:pt idx="14181">85000</cx:pt>
          <cx:pt idx="14182">85000</cx:pt>
          <cx:pt idx="14183">85000</cx:pt>
          <cx:pt idx="14184">85000</cx:pt>
          <cx:pt idx="14185">85000</cx:pt>
          <cx:pt idx="14186">85000</cx:pt>
          <cx:pt idx="14187">85000</cx:pt>
          <cx:pt idx="14188">85000</cx:pt>
          <cx:pt idx="14189">85000</cx:pt>
          <cx:pt idx="14190">85000</cx:pt>
          <cx:pt idx="14191">85000</cx:pt>
          <cx:pt idx="14192">85000</cx:pt>
          <cx:pt idx="14193">85000</cx:pt>
          <cx:pt idx="14194">85000</cx:pt>
          <cx:pt idx="14195">85000</cx:pt>
          <cx:pt idx="14196">85000</cx:pt>
          <cx:pt idx="14197">85000</cx:pt>
          <cx:pt idx="14198">85000</cx:pt>
          <cx:pt idx="14199">85000</cx:pt>
          <cx:pt idx="14200">85000</cx:pt>
          <cx:pt idx="14201">85000</cx:pt>
          <cx:pt idx="14202">85000</cx:pt>
          <cx:pt idx="14203">85000</cx:pt>
          <cx:pt idx="14204">85000</cx:pt>
          <cx:pt idx="14205">85000</cx:pt>
          <cx:pt idx="14206">85000</cx:pt>
          <cx:pt idx="14207">85000</cx:pt>
          <cx:pt idx="14208">85000</cx:pt>
          <cx:pt idx="14209">85000</cx:pt>
          <cx:pt idx="14210">85000</cx:pt>
          <cx:pt idx="14211">85000</cx:pt>
          <cx:pt idx="14212">85000</cx:pt>
          <cx:pt idx="14213">85000</cx:pt>
          <cx:pt idx="14214">85000</cx:pt>
          <cx:pt idx="14215">85000</cx:pt>
          <cx:pt idx="14216">85000</cx:pt>
          <cx:pt idx="14217">85000</cx:pt>
          <cx:pt idx="14218">85010</cx:pt>
          <cx:pt idx="14219">85100</cx:pt>
          <cx:pt idx="14220">85100</cx:pt>
          <cx:pt idx="14221">85150</cx:pt>
          <cx:pt idx="14222">85180</cx:pt>
          <cx:pt idx="14223">85200</cx:pt>
          <cx:pt idx="14224">85200</cx:pt>
          <cx:pt idx="14225">85300</cx:pt>
          <cx:pt idx="14226">85300</cx:pt>
          <cx:pt idx="14227">85300</cx:pt>
          <cx:pt idx="14228">85300</cx:pt>
          <cx:pt idx="14229">85350</cx:pt>
          <cx:pt idx="14230">85400</cx:pt>
          <cx:pt idx="14231">85400</cx:pt>
          <cx:pt idx="14232">85500</cx:pt>
          <cx:pt idx="14233">85500</cx:pt>
          <cx:pt idx="14234">85500</cx:pt>
          <cx:pt idx="14235">85600</cx:pt>
          <cx:pt idx="14236">85800</cx:pt>
          <cx:pt idx="14237">85900</cx:pt>
          <cx:pt idx="14238">86000</cx:pt>
          <cx:pt idx="14239">86000</cx:pt>
          <cx:pt idx="14240">86000</cx:pt>
          <cx:pt idx="14241">86000</cx:pt>
          <cx:pt idx="14242">86000</cx:pt>
          <cx:pt idx="14243">86000</cx:pt>
          <cx:pt idx="14244">86000</cx:pt>
          <cx:pt idx="14245">86000</cx:pt>
          <cx:pt idx="14246">86000</cx:pt>
          <cx:pt idx="14247">86000</cx:pt>
          <cx:pt idx="14248">86000</cx:pt>
          <cx:pt idx="14249">86000</cx:pt>
          <cx:pt idx="14250">86000</cx:pt>
          <cx:pt idx="14251">86000</cx:pt>
          <cx:pt idx="14252">86001</cx:pt>
          <cx:pt idx="14253">86400</cx:pt>
          <cx:pt idx="14254">86400</cx:pt>
          <cx:pt idx="14255">86500</cx:pt>
          <cx:pt idx="14256">86500</cx:pt>
          <cx:pt idx="14257">86500</cx:pt>
          <cx:pt idx="14258">86500</cx:pt>
          <cx:pt idx="14259">86800</cx:pt>
          <cx:pt idx="14260">86800</cx:pt>
          <cx:pt idx="14261">87000</cx:pt>
          <cx:pt idx="14262">87000</cx:pt>
          <cx:pt idx="14263">87000</cx:pt>
          <cx:pt idx="14264">87000</cx:pt>
          <cx:pt idx="14265">87000</cx:pt>
          <cx:pt idx="14266">87000</cx:pt>
          <cx:pt idx="14267">87000</cx:pt>
          <cx:pt idx="14268">87000</cx:pt>
          <cx:pt idx="14269">87000</cx:pt>
          <cx:pt idx="14270">87000</cx:pt>
          <cx:pt idx="14271">87000</cx:pt>
          <cx:pt idx="14272">87000</cx:pt>
          <cx:pt idx="14273">87000</cx:pt>
          <cx:pt idx="14274">87000</cx:pt>
          <cx:pt idx="14275">87001</cx:pt>
          <cx:pt idx="14276">87020</cx:pt>
          <cx:pt idx="14277">87120</cx:pt>
          <cx:pt idx="14278">87200</cx:pt>
          <cx:pt idx="14279">87200</cx:pt>
          <cx:pt idx="14280">87500</cx:pt>
          <cx:pt idx="14281">87500</cx:pt>
          <cx:pt idx="14282">87600</cx:pt>
          <cx:pt idx="14283">88000</cx:pt>
          <cx:pt idx="14284">88000</cx:pt>
          <cx:pt idx="14285">88000</cx:pt>
          <cx:pt idx="14286">88000</cx:pt>
          <cx:pt idx="14287">88000</cx:pt>
          <cx:pt idx="14288">88000</cx:pt>
          <cx:pt idx="14289">88000</cx:pt>
          <cx:pt idx="14290">88000</cx:pt>
          <cx:pt idx="14291">88000</cx:pt>
          <cx:pt idx="14292">88000</cx:pt>
          <cx:pt idx="14293">88000</cx:pt>
          <cx:pt idx="14294">88000</cx:pt>
          <cx:pt idx="14295">88000</cx:pt>
          <cx:pt idx="14296">88000</cx:pt>
          <cx:pt idx="14297">88000</cx:pt>
          <cx:pt idx="14298">88000</cx:pt>
          <cx:pt idx="14299">88000</cx:pt>
          <cx:pt idx="14300">88000</cx:pt>
          <cx:pt idx="14301">88000</cx:pt>
          <cx:pt idx="14302">88200</cx:pt>
          <cx:pt idx="14303">88400</cx:pt>
          <cx:pt idx="14304">88500</cx:pt>
          <cx:pt idx="14305">88500</cx:pt>
          <cx:pt idx="14306">88800</cx:pt>
          <cx:pt idx="14307">88900</cx:pt>
          <cx:pt idx="14308">89000</cx:pt>
          <cx:pt idx="14309">89000</cx:pt>
          <cx:pt idx="14310">89000</cx:pt>
          <cx:pt idx="14311">89000</cx:pt>
          <cx:pt idx="14312">89000</cx:pt>
          <cx:pt idx="14313">89000</cx:pt>
          <cx:pt idx="14314">89000</cx:pt>
          <cx:pt idx="14315">89000</cx:pt>
          <cx:pt idx="14316">89000</cx:pt>
          <cx:pt idx="14317">89000</cx:pt>
          <cx:pt idx="14318">89000</cx:pt>
          <cx:pt idx="14319">89000</cx:pt>
          <cx:pt idx="14320">89000</cx:pt>
          <cx:pt idx="14321">89100</cx:pt>
          <cx:pt idx="14322">89200</cx:pt>
          <cx:pt idx="14323">89400</cx:pt>
          <cx:pt idx="14324">89540</cx:pt>
          <cx:pt idx="14325">89610</cx:pt>
          <cx:pt idx="14326">90000</cx:pt>
          <cx:pt idx="14327">90000</cx:pt>
          <cx:pt idx="14328">90000</cx:pt>
          <cx:pt idx="14329">90000</cx:pt>
          <cx:pt idx="14330">90000</cx:pt>
          <cx:pt idx="14331">90000</cx:pt>
          <cx:pt idx="14332">90000</cx:pt>
          <cx:pt idx="14333">90000</cx:pt>
          <cx:pt idx="14334">90000</cx:pt>
          <cx:pt idx="14335">90000</cx:pt>
          <cx:pt idx="14336">90000</cx:pt>
          <cx:pt idx="14337">90000</cx:pt>
          <cx:pt idx="14338">90000</cx:pt>
          <cx:pt idx="14339">90000</cx:pt>
          <cx:pt idx="14340">90000</cx:pt>
          <cx:pt idx="14341">90000</cx:pt>
          <cx:pt idx="14342">90000</cx:pt>
          <cx:pt idx="14343">90000</cx:pt>
          <cx:pt idx="14344">90000</cx:pt>
          <cx:pt idx="14345">90000</cx:pt>
          <cx:pt idx="14346">90000</cx:pt>
          <cx:pt idx="14347">90000</cx:pt>
          <cx:pt idx="14348">90000</cx:pt>
          <cx:pt idx="14349">90000</cx:pt>
          <cx:pt idx="14350">90000</cx:pt>
          <cx:pt idx="14351">90000</cx:pt>
          <cx:pt idx="14352">90000</cx:pt>
          <cx:pt idx="14353">90000</cx:pt>
          <cx:pt idx="14354">90000</cx:pt>
          <cx:pt idx="14355">90000</cx:pt>
          <cx:pt idx="14356">90000</cx:pt>
          <cx:pt idx="14357">90000</cx:pt>
          <cx:pt idx="14358">90000</cx:pt>
          <cx:pt idx="14359">90000</cx:pt>
          <cx:pt idx="14360">90000</cx:pt>
          <cx:pt idx="14361">90000</cx:pt>
          <cx:pt idx="14362">90000</cx:pt>
          <cx:pt idx="14363">90000</cx:pt>
          <cx:pt idx="14364">90000</cx:pt>
          <cx:pt idx="14365">90000</cx:pt>
          <cx:pt idx="14366">90000</cx:pt>
          <cx:pt idx="14367">90000</cx:pt>
          <cx:pt idx="14368">90000</cx:pt>
          <cx:pt idx="14369">90000</cx:pt>
          <cx:pt idx="14370">90000</cx:pt>
          <cx:pt idx="14371">90000</cx:pt>
          <cx:pt idx="14372">90000</cx:pt>
          <cx:pt idx="14373">90000</cx:pt>
          <cx:pt idx="14374">90000</cx:pt>
          <cx:pt idx="14375">90000</cx:pt>
          <cx:pt idx="14376">90000</cx:pt>
          <cx:pt idx="14377">90000</cx:pt>
          <cx:pt idx="14378">90000</cx:pt>
          <cx:pt idx="14379">90000</cx:pt>
          <cx:pt idx="14380">90000</cx:pt>
          <cx:pt idx="14381">90000</cx:pt>
          <cx:pt idx="14382">90000</cx:pt>
          <cx:pt idx="14383">90000</cx:pt>
          <cx:pt idx="14384">90000</cx:pt>
          <cx:pt idx="14385">90000</cx:pt>
          <cx:pt idx="14386">90000</cx:pt>
          <cx:pt idx="14387">90000</cx:pt>
          <cx:pt idx="14388">90000</cx:pt>
          <cx:pt idx="14389">90000</cx:pt>
          <cx:pt idx="14390">90000</cx:pt>
          <cx:pt idx="14391">90000</cx:pt>
          <cx:pt idx="14392">90000</cx:pt>
          <cx:pt idx="14393">90000</cx:pt>
          <cx:pt idx="14394">90000</cx:pt>
          <cx:pt idx="14395">90000</cx:pt>
          <cx:pt idx="14396">90000</cx:pt>
          <cx:pt idx="14397">90000</cx:pt>
          <cx:pt idx="14398">90000</cx:pt>
          <cx:pt idx="14399">90001</cx:pt>
          <cx:pt idx="14400">90001</cx:pt>
          <cx:pt idx="14401">90001</cx:pt>
          <cx:pt idx="14402">90130</cx:pt>
          <cx:pt idx="14403">90200</cx:pt>
          <cx:pt idx="14404">90200</cx:pt>
          <cx:pt idx="14405">90240</cx:pt>
          <cx:pt idx="14406">90250</cx:pt>
          <cx:pt idx="14407">90400</cx:pt>
          <cx:pt idx="14408">90430</cx:pt>
          <cx:pt idx="14409">90500</cx:pt>
          <cx:pt idx="14410">90600</cx:pt>
          <cx:pt idx="14411">90700</cx:pt>
          <cx:pt idx="14412">90800</cx:pt>
          <cx:pt idx="14413">90800</cx:pt>
          <cx:pt idx="14414">90800</cx:pt>
          <cx:pt idx="14415">90800</cx:pt>
          <cx:pt idx="14416">91000</cx:pt>
          <cx:pt idx="14417">91000</cx:pt>
          <cx:pt idx="14418">91000</cx:pt>
          <cx:pt idx="14419">91000</cx:pt>
          <cx:pt idx="14420">91000</cx:pt>
          <cx:pt idx="14421">91000</cx:pt>
          <cx:pt idx="14422">91000</cx:pt>
          <cx:pt idx="14423">91000</cx:pt>
          <cx:pt idx="14424">91000</cx:pt>
          <cx:pt idx="14425">91000</cx:pt>
          <cx:pt idx="14426">91000</cx:pt>
          <cx:pt idx="14427">91000</cx:pt>
          <cx:pt idx="14428">91000</cx:pt>
          <cx:pt idx="14429">91000</cx:pt>
          <cx:pt idx="14430">91000</cx:pt>
          <cx:pt idx="14431">91000</cx:pt>
          <cx:pt idx="14432">91000</cx:pt>
          <cx:pt idx="14433">91020</cx:pt>
          <cx:pt idx="14434">91200</cx:pt>
          <cx:pt idx="14435">91200</cx:pt>
          <cx:pt idx="14436">91300</cx:pt>
          <cx:pt idx="14437">91400</cx:pt>
          <cx:pt idx="14438">91400</cx:pt>
          <cx:pt idx="14439">91500</cx:pt>
          <cx:pt idx="14440">91500</cx:pt>
          <cx:pt idx="14441">91600</cx:pt>
          <cx:pt idx="14442">91600</cx:pt>
          <cx:pt idx="14443">92000</cx:pt>
          <cx:pt idx="14444">92000</cx:pt>
          <cx:pt idx="14445">92000</cx:pt>
          <cx:pt idx="14446">92000</cx:pt>
          <cx:pt idx="14447">92000</cx:pt>
          <cx:pt idx="14448">92000</cx:pt>
          <cx:pt idx="14449">92000</cx:pt>
          <cx:pt idx="14450">92000</cx:pt>
          <cx:pt idx="14451">92000</cx:pt>
          <cx:pt idx="14452">92000</cx:pt>
          <cx:pt idx="14453">92000</cx:pt>
          <cx:pt idx="14454">92000</cx:pt>
          <cx:pt idx="14455">92000</cx:pt>
          <cx:pt idx="14456">92000</cx:pt>
          <cx:pt idx="14457">92000</cx:pt>
          <cx:pt idx="14458">92000</cx:pt>
          <cx:pt idx="14459">92000</cx:pt>
          <cx:pt idx="14460">92000</cx:pt>
          <cx:pt idx="14461">92300</cx:pt>
          <cx:pt idx="14462">92450</cx:pt>
          <cx:pt idx="14463">92500</cx:pt>
          <cx:pt idx="14464">92500</cx:pt>
          <cx:pt idx="14465">92500</cx:pt>
          <cx:pt idx="14466">92600</cx:pt>
          <cx:pt idx="14467">92600</cx:pt>
          <cx:pt idx="14468">92800</cx:pt>
          <cx:pt idx="14469">92860</cx:pt>
          <cx:pt idx="14470">92900</cx:pt>
          <cx:pt idx="14471">92900</cx:pt>
          <cx:pt idx="14472">92930</cx:pt>
          <cx:pt idx="14473">93000</cx:pt>
          <cx:pt idx="14474">93000</cx:pt>
          <cx:pt idx="14475">93000</cx:pt>
          <cx:pt idx="14476">93000</cx:pt>
          <cx:pt idx="14477">93000</cx:pt>
          <cx:pt idx="14478">93000</cx:pt>
          <cx:pt idx="14479">93000</cx:pt>
          <cx:pt idx="14480">93000</cx:pt>
          <cx:pt idx="14481">93000</cx:pt>
          <cx:pt idx="14482">93000</cx:pt>
          <cx:pt idx="14483">93000</cx:pt>
          <cx:pt idx="14484">93000</cx:pt>
          <cx:pt idx="14485">93000</cx:pt>
          <cx:pt idx="14486">93000</cx:pt>
          <cx:pt idx="14487">93000</cx:pt>
          <cx:pt idx="14488">93001</cx:pt>
          <cx:pt idx="14489">93200</cx:pt>
          <cx:pt idx="14490">93300</cx:pt>
          <cx:pt idx="14491">93400</cx:pt>
          <cx:pt idx="14492">93700</cx:pt>
          <cx:pt idx="14493">94000</cx:pt>
          <cx:pt idx="14494">94000</cx:pt>
          <cx:pt idx="14495">94000</cx:pt>
          <cx:pt idx="14496">94000</cx:pt>
          <cx:pt idx="14497">94000</cx:pt>
          <cx:pt idx="14498">94000</cx:pt>
          <cx:pt idx="14499">94000</cx:pt>
          <cx:pt idx="14500">94000</cx:pt>
          <cx:pt idx="14501">94030</cx:pt>
          <cx:pt idx="14502">94300</cx:pt>
          <cx:pt idx="14503">94400</cx:pt>
          <cx:pt idx="14504">94500</cx:pt>
          <cx:pt idx="14505">94800</cx:pt>
          <cx:pt idx="14506">95000</cx:pt>
          <cx:pt idx="14507">95000</cx:pt>
          <cx:pt idx="14508">95000</cx:pt>
          <cx:pt idx="14509">95000</cx:pt>
          <cx:pt idx="14510">95000</cx:pt>
          <cx:pt idx="14511">95000</cx:pt>
          <cx:pt idx="14512">95000</cx:pt>
          <cx:pt idx="14513">95000</cx:pt>
          <cx:pt idx="14514">95000</cx:pt>
          <cx:pt idx="14515">95000</cx:pt>
          <cx:pt idx="14516">95000</cx:pt>
          <cx:pt idx="14517">95000</cx:pt>
          <cx:pt idx="14518">95000</cx:pt>
          <cx:pt idx="14519">95000</cx:pt>
          <cx:pt idx="14520">95000</cx:pt>
          <cx:pt idx="14521">95000</cx:pt>
          <cx:pt idx="14522">95000</cx:pt>
          <cx:pt idx="14523">95000</cx:pt>
          <cx:pt idx="14524">95000</cx:pt>
          <cx:pt idx="14525">95000</cx:pt>
          <cx:pt idx="14526">95000</cx:pt>
          <cx:pt idx="14527">95000</cx:pt>
          <cx:pt idx="14528">95100</cx:pt>
          <cx:pt idx="14529">95100</cx:pt>
          <cx:pt idx="14530">95300</cx:pt>
          <cx:pt idx="14531">95400</cx:pt>
          <cx:pt idx="14532">95600</cx:pt>
          <cx:pt idx="14533">95800</cx:pt>
          <cx:pt idx="14534">95900</cx:pt>
          <cx:pt idx="14535">96000</cx:pt>
          <cx:pt idx="14536">96000</cx:pt>
          <cx:pt idx="14537">96000</cx:pt>
          <cx:pt idx="14538">96000</cx:pt>
          <cx:pt idx="14539">96000</cx:pt>
          <cx:pt idx="14540">96000</cx:pt>
          <cx:pt idx="14541">96000</cx:pt>
          <cx:pt idx="14542">96000</cx:pt>
          <cx:pt idx="14543">96000</cx:pt>
          <cx:pt idx="14544">96000</cx:pt>
          <cx:pt idx="14545">96000</cx:pt>
          <cx:pt idx="14546">96000</cx:pt>
          <cx:pt idx="14547">96000</cx:pt>
          <cx:pt idx="14548">96000</cx:pt>
          <cx:pt idx="14549">96300</cx:pt>
          <cx:pt idx="14550">96300</cx:pt>
          <cx:pt idx="14551">96400</cx:pt>
          <cx:pt idx="14552">96400</cx:pt>
          <cx:pt idx="14553">96500</cx:pt>
          <cx:pt idx="14554">96500</cx:pt>
          <cx:pt idx="14555">96500</cx:pt>
          <cx:pt idx="14556">96500</cx:pt>
          <cx:pt idx="14557">96600</cx:pt>
          <cx:pt idx="14558">96600</cx:pt>
          <cx:pt idx="14559">97000</cx:pt>
          <cx:pt idx="14560">97000</cx:pt>
          <cx:pt idx="14561">97000</cx:pt>
          <cx:pt idx="14562">97000</cx:pt>
          <cx:pt idx="14563">97200</cx:pt>
          <cx:pt idx="14564">97200</cx:pt>
          <cx:pt idx="14565">97200</cx:pt>
          <cx:pt idx="14566">97290</cx:pt>
          <cx:pt idx="14567">97390</cx:pt>
          <cx:pt idx="14568">97500</cx:pt>
          <cx:pt idx="14569">97800</cx:pt>
          <cx:pt idx="14570">97800</cx:pt>
          <cx:pt idx="14571">98000</cx:pt>
          <cx:pt idx="14572">98000</cx:pt>
          <cx:pt idx="14573">98000</cx:pt>
          <cx:pt idx="14574">98000</cx:pt>
          <cx:pt idx="14575">98000</cx:pt>
          <cx:pt idx="14576">98000</cx:pt>
          <cx:pt idx="14577">98000</cx:pt>
          <cx:pt idx="14578">98000</cx:pt>
          <cx:pt idx="14579">98000</cx:pt>
          <cx:pt idx="14580">98000</cx:pt>
          <cx:pt idx="14581">98000</cx:pt>
          <cx:pt idx="14582">98000</cx:pt>
          <cx:pt idx="14583">98000</cx:pt>
          <cx:pt idx="14584">98000</cx:pt>
          <cx:pt idx="14585">98000</cx:pt>
          <cx:pt idx="14586">98000</cx:pt>
          <cx:pt idx="14587">98400</cx:pt>
          <cx:pt idx="14588">98400</cx:pt>
          <cx:pt idx="14589">98500</cx:pt>
          <cx:pt idx="14590">98600</cx:pt>
          <cx:pt idx="14591">99000</cx:pt>
          <cx:pt idx="14592">99000</cx:pt>
          <cx:pt idx="14593">99000</cx:pt>
          <cx:pt idx="14594">99000</cx:pt>
          <cx:pt idx="14595">99000</cx:pt>
          <cx:pt idx="14596">99000</cx:pt>
          <cx:pt idx="14597">99000</cx:pt>
          <cx:pt idx="14598">99000</cx:pt>
          <cx:pt idx="14599">99060</cx:pt>
          <cx:pt idx="14600">99100</cx:pt>
          <cx:pt idx="14601">99500</cx:pt>
          <cx:pt idx="14602">99500</cx:pt>
          <cx:pt idx="14603">99800</cx:pt>
          <cx:pt idx="14604">99810</cx:pt>
          <cx:pt idx="14605">99900</cx:pt>
          <cx:pt idx="14606">100000</cx:pt>
          <cx:pt idx="14607">100000</cx:pt>
          <cx:pt idx="14608">100000</cx:pt>
          <cx:pt idx="14609">100000</cx:pt>
          <cx:pt idx="14610">100000</cx:pt>
          <cx:pt idx="14611">100000</cx:pt>
          <cx:pt idx="14612">100000</cx:pt>
          <cx:pt idx="14613">100000</cx:pt>
          <cx:pt idx="14614">100000</cx:pt>
          <cx:pt idx="14615">100000</cx:pt>
          <cx:pt idx="14616">100000</cx:pt>
          <cx:pt idx="14617">100000</cx:pt>
          <cx:pt idx="14618">100000</cx:pt>
          <cx:pt idx="14619">100000</cx:pt>
          <cx:pt idx="14620">100000</cx:pt>
          <cx:pt idx="14621">100000</cx:pt>
          <cx:pt idx="14622">100000</cx:pt>
          <cx:pt idx="14623">100000</cx:pt>
          <cx:pt idx="14624">100000</cx:pt>
          <cx:pt idx="14625">100000</cx:pt>
          <cx:pt idx="14626">100000</cx:pt>
          <cx:pt idx="14627">100000</cx:pt>
          <cx:pt idx="14628">100000</cx:pt>
          <cx:pt idx="14629">100000</cx:pt>
          <cx:pt idx="14630">100000</cx:pt>
          <cx:pt idx="14631">100000</cx:pt>
          <cx:pt idx="14632">100000</cx:pt>
          <cx:pt idx="14633">100000</cx:pt>
          <cx:pt idx="14634">100000</cx:pt>
          <cx:pt idx="14635">100000</cx:pt>
          <cx:pt idx="14636">100000</cx:pt>
          <cx:pt idx="14637">100000</cx:pt>
          <cx:pt idx="14638">100000</cx:pt>
          <cx:pt idx="14639">100000</cx:pt>
          <cx:pt idx="14640">100000</cx:pt>
          <cx:pt idx="14641">100000</cx:pt>
          <cx:pt idx="14642">100000</cx:pt>
          <cx:pt idx="14643">100000</cx:pt>
          <cx:pt idx="14644">100000</cx:pt>
          <cx:pt idx="14645">100000</cx:pt>
          <cx:pt idx="14646">100000</cx:pt>
          <cx:pt idx="14647">100000</cx:pt>
          <cx:pt idx="14648">100000</cx:pt>
          <cx:pt idx="14649">100000</cx:pt>
          <cx:pt idx="14650">100000</cx:pt>
          <cx:pt idx="14651">100000</cx:pt>
          <cx:pt idx="14652">100000</cx:pt>
          <cx:pt idx="14653">100000</cx:pt>
          <cx:pt idx="14654">100000</cx:pt>
          <cx:pt idx="14655">100000</cx:pt>
          <cx:pt idx="14656">100000</cx:pt>
          <cx:pt idx="14657">100000</cx:pt>
          <cx:pt idx="14658">100000</cx:pt>
          <cx:pt idx="14659">100000</cx:pt>
          <cx:pt idx="14660">100000</cx:pt>
          <cx:pt idx="14661">100000</cx:pt>
          <cx:pt idx="14662">100000</cx:pt>
          <cx:pt idx="14663">100000</cx:pt>
          <cx:pt idx="14664">100000</cx:pt>
          <cx:pt idx="14665">100000</cx:pt>
          <cx:pt idx="14666">100000</cx:pt>
          <cx:pt idx="14667">100000</cx:pt>
          <cx:pt idx="14668">100000</cx:pt>
          <cx:pt idx="14669">100000</cx:pt>
          <cx:pt idx="14670">100000</cx:pt>
          <cx:pt idx="14671">100000</cx:pt>
          <cx:pt idx="14672">100000</cx:pt>
          <cx:pt idx="14673">100000</cx:pt>
          <cx:pt idx="14674">100000</cx:pt>
          <cx:pt idx="14675">100000</cx:pt>
          <cx:pt idx="14676">100000</cx:pt>
          <cx:pt idx="14677">100000</cx:pt>
          <cx:pt idx="14678">100000</cx:pt>
          <cx:pt idx="14679">100000</cx:pt>
          <cx:pt idx="14680">100000</cx:pt>
          <cx:pt idx="14681">100000</cx:pt>
          <cx:pt idx="14682">100000</cx:pt>
          <cx:pt idx="14683">100000</cx:pt>
          <cx:pt idx="14684">100000</cx:pt>
          <cx:pt idx="14685">100000</cx:pt>
          <cx:pt idx="14686">100000</cx:pt>
          <cx:pt idx="14687">100000</cx:pt>
          <cx:pt idx="14688">100000</cx:pt>
          <cx:pt idx="14689">100000</cx:pt>
          <cx:pt idx="14690">100000</cx:pt>
          <cx:pt idx="14691">100000</cx:pt>
          <cx:pt idx="14692">100000</cx:pt>
          <cx:pt idx="14693">100000</cx:pt>
          <cx:pt idx="14694">100000</cx:pt>
          <cx:pt idx="14695">100000</cx:pt>
          <cx:pt idx="14696">100000</cx:pt>
          <cx:pt idx="14697">100000</cx:pt>
          <cx:pt idx="14698">100000</cx:pt>
          <cx:pt idx="14699">100000</cx:pt>
          <cx:pt idx="14700">100000</cx:pt>
          <cx:pt idx="14701">100000</cx:pt>
          <cx:pt idx="14702">100000</cx:pt>
          <cx:pt idx="14703">100000</cx:pt>
          <cx:pt idx="14704">100000</cx:pt>
          <cx:pt idx="14705">100000</cx:pt>
          <cx:pt idx="14706">100000</cx:pt>
          <cx:pt idx="14707">100000</cx:pt>
          <cx:pt idx="14708">100000</cx:pt>
          <cx:pt idx="14709">100000</cx:pt>
          <cx:pt idx="14710">100000</cx:pt>
          <cx:pt idx="14711">100000</cx:pt>
          <cx:pt idx="14712">100000</cx:pt>
          <cx:pt idx="14713">100000</cx:pt>
          <cx:pt idx="14714">100000</cx:pt>
          <cx:pt idx="14715">100000</cx:pt>
          <cx:pt idx="14716">100000</cx:pt>
          <cx:pt idx="14717">100000</cx:pt>
          <cx:pt idx="14718">100000</cx:pt>
          <cx:pt idx="14719">100000</cx:pt>
          <cx:pt idx="14720">100000</cx:pt>
          <cx:pt idx="14721">100000</cx:pt>
          <cx:pt idx="14722">100000</cx:pt>
          <cx:pt idx="14723">100000</cx:pt>
          <cx:pt idx="14724">100000</cx:pt>
          <cx:pt idx="14725">100000</cx:pt>
          <cx:pt idx="14726">100000</cx:pt>
          <cx:pt idx="14727">100000</cx:pt>
          <cx:pt idx="14728">100000</cx:pt>
          <cx:pt idx="14729">100000</cx:pt>
          <cx:pt idx="14730">100000</cx:pt>
          <cx:pt idx="14731">100000</cx:pt>
          <cx:pt idx="14732">100000</cx:pt>
          <cx:pt idx="14733">100000</cx:pt>
          <cx:pt idx="14734">100000</cx:pt>
          <cx:pt idx="14735">100000</cx:pt>
          <cx:pt idx="14736">100000</cx:pt>
          <cx:pt idx="14737">100000</cx:pt>
          <cx:pt idx="14738">100000</cx:pt>
          <cx:pt idx="14739">100000</cx:pt>
          <cx:pt idx="14740">100004</cx:pt>
          <cx:pt idx="14741">100020</cx:pt>
          <cx:pt idx="14742">100040</cx:pt>
          <cx:pt idx="14743">100100</cx:pt>
          <cx:pt idx="14744">100100</cx:pt>
          <cx:pt idx="14745">100100</cx:pt>
          <cx:pt idx="14746">100100</cx:pt>
          <cx:pt idx="14747">100100</cx:pt>
          <cx:pt idx="14748">100150</cx:pt>
          <cx:pt idx="14749">100200</cx:pt>
          <cx:pt idx="14750">100200</cx:pt>
          <cx:pt idx="14751">100200</cx:pt>
          <cx:pt idx="14752">100200</cx:pt>
          <cx:pt idx="14753">100300</cx:pt>
          <cx:pt idx="14754">100300</cx:pt>
          <cx:pt idx="14755">100400</cx:pt>
          <cx:pt idx="14756">100400</cx:pt>
          <cx:pt idx="14757">100440</cx:pt>
          <cx:pt idx="14758">100500</cx:pt>
          <cx:pt idx="14759">100500</cx:pt>
          <cx:pt idx="14760">100500</cx:pt>
          <cx:pt idx="14761">100600</cx:pt>
          <cx:pt idx="14762">100700</cx:pt>
          <cx:pt idx="14763">100700</cx:pt>
          <cx:pt idx="14764">100900</cx:pt>
          <cx:pt idx="14765">101000</cx:pt>
          <cx:pt idx="14766">101000</cx:pt>
          <cx:pt idx="14767">101000</cx:pt>
          <cx:pt idx="14768">101000</cx:pt>
          <cx:pt idx="14769">101000</cx:pt>
          <cx:pt idx="14770">101000</cx:pt>
          <cx:pt idx="14771">101000</cx:pt>
          <cx:pt idx="14772">101000</cx:pt>
          <cx:pt idx="14773">101000</cx:pt>
          <cx:pt idx="14774">101000</cx:pt>
          <cx:pt idx="14775">101000</cx:pt>
          <cx:pt idx="14776">101000</cx:pt>
          <cx:pt idx="14777">101000</cx:pt>
          <cx:pt idx="14778">101000</cx:pt>
          <cx:pt idx="14779">101000</cx:pt>
          <cx:pt idx="14780">101000</cx:pt>
          <cx:pt idx="14781">101000</cx:pt>
          <cx:pt idx="14782">101000</cx:pt>
          <cx:pt idx="14783">101200</cx:pt>
          <cx:pt idx="14784">101300</cx:pt>
          <cx:pt idx="14785">101400</cx:pt>
          <cx:pt idx="14786">101700</cx:pt>
          <cx:pt idx="14787">101900</cx:pt>
          <cx:pt idx="14788">102000</cx:pt>
          <cx:pt idx="14789">102000</cx:pt>
          <cx:pt idx="14790">102000</cx:pt>
          <cx:pt idx="14791">102000</cx:pt>
          <cx:pt idx="14792">102000</cx:pt>
          <cx:pt idx="14793">102000</cx:pt>
          <cx:pt idx="14794">102000</cx:pt>
          <cx:pt idx="14795">102000</cx:pt>
          <cx:pt idx="14796">102000</cx:pt>
          <cx:pt idx="14797">102000</cx:pt>
          <cx:pt idx="14798">102100</cx:pt>
          <cx:pt idx="14799">102200</cx:pt>
          <cx:pt idx="14800">102400</cx:pt>
          <cx:pt idx="14801">102500</cx:pt>
          <cx:pt idx="14802">102800</cx:pt>
          <cx:pt idx="14803">103000</cx:pt>
          <cx:pt idx="14804">103000</cx:pt>
          <cx:pt idx="14805">103000</cx:pt>
          <cx:pt idx="14806">103000</cx:pt>
          <cx:pt idx="14807">103000</cx:pt>
          <cx:pt idx="14808">103000</cx:pt>
          <cx:pt idx="14809">103000</cx:pt>
          <cx:pt idx="14810">103000</cx:pt>
          <cx:pt idx="14811">103000</cx:pt>
          <cx:pt idx="14812">103200</cx:pt>
          <cx:pt idx="14813">103400</cx:pt>
          <cx:pt idx="14814">103500</cx:pt>
          <cx:pt idx="14815">103540</cx:pt>
          <cx:pt idx="14816">103700</cx:pt>
          <cx:pt idx="14817">103700</cx:pt>
          <cx:pt idx="14818">103700</cx:pt>
          <cx:pt idx="14819">104000</cx:pt>
          <cx:pt idx="14820">104000</cx:pt>
          <cx:pt idx="14821">104000</cx:pt>
          <cx:pt idx="14822">104000</cx:pt>
          <cx:pt idx="14823">104000</cx:pt>
          <cx:pt idx="14824">104000</cx:pt>
          <cx:pt idx="14825">104000</cx:pt>
          <cx:pt idx="14826">104000</cx:pt>
          <cx:pt idx="14827">104000</cx:pt>
          <cx:pt idx="14828">104000</cx:pt>
          <cx:pt idx="14829">104000</cx:pt>
          <cx:pt idx="14830">104000</cx:pt>
          <cx:pt idx="14831">104040</cx:pt>
          <cx:pt idx="14832">104100</cx:pt>
          <cx:pt idx="14833">104500</cx:pt>
          <cx:pt idx="14834">104800</cx:pt>
          <cx:pt idx="14835">104840</cx:pt>
          <cx:pt idx="14836">104900</cx:pt>
          <cx:pt idx="14837">105000</cx:pt>
          <cx:pt idx="14838">105000</cx:pt>
          <cx:pt idx="14839">105000</cx:pt>
          <cx:pt idx="14840">105000</cx:pt>
          <cx:pt idx="14841">105000</cx:pt>
          <cx:pt idx="14842">105000</cx:pt>
          <cx:pt idx="14843">105000</cx:pt>
          <cx:pt idx="14844">105000</cx:pt>
          <cx:pt idx="14845">105000</cx:pt>
          <cx:pt idx="14846">105000</cx:pt>
          <cx:pt idx="14847">105000</cx:pt>
          <cx:pt idx="14848">105000</cx:pt>
          <cx:pt idx="14849">105000</cx:pt>
          <cx:pt idx="14850">105000</cx:pt>
          <cx:pt idx="14851">105000</cx:pt>
          <cx:pt idx="14852">105000</cx:pt>
          <cx:pt idx="14853">105000</cx:pt>
          <cx:pt idx="14854">105000</cx:pt>
          <cx:pt idx="14855">105000</cx:pt>
          <cx:pt idx="14856">105000</cx:pt>
          <cx:pt idx="14857">105000</cx:pt>
          <cx:pt idx="14858">105000</cx:pt>
          <cx:pt idx="14859">105000</cx:pt>
          <cx:pt idx="14860">105000</cx:pt>
          <cx:pt idx="14861">105000</cx:pt>
          <cx:pt idx="14862">105000</cx:pt>
          <cx:pt idx="14863">105000</cx:pt>
          <cx:pt idx="14864">105000</cx:pt>
          <cx:pt idx="14865">105001</cx:pt>
          <cx:pt idx="14866">105100</cx:pt>
          <cx:pt idx="14867">105200</cx:pt>
          <cx:pt idx="14868">105400</cx:pt>
          <cx:pt idx="14869">105500</cx:pt>
          <cx:pt idx="14870">105500</cx:pt>
          <cx:pt idx="14871">105940</cx:pt>
          <cx:pt idx="14872">106000</cx:pt>
          <cx:pt idx="14873">106000</cx:pt>
          <cx:pt idx="14874">106000</cx:pt>
          <cx:pt idx="14875">106000</cx:pt>
          <cx:pt idx="14876">106000</cx:pt>
          <cx:pt idx="14877">106000</cx:pt>
          <cx:pt idx="14878">106000</cx:pt>
          <cx:pt idx="14879">106000</cx:pt>
          <cx:pt idx="14880">106000</cx:pt>
          <cx:pt idx="14881">106000</cx:pt>
          <cx:pt idx="14882">106000</cx:pt>
          <cx:pt idx="14883">106040</cx:pt>
          <cx:pt idx="14884">106500</cx:pt>
          <cx:pt idx="14885">106600</cx:pt>
          <cx:pt idx="14886">106700</cx:pt>
          <cx:pt idx="14887">107000</cx:pt>
          <cx:pt idx="14888">107000</cx:pt>
          <cx:pt idx="14889">107000</cx:pt>
          <cx:pt idx="14890">107000</cx:pt>
          <cx:pt idx="14891">107000</cx:pt>
          <cx:pt idx="14892">107000</cx:pt>
          <cx:pt idx="14893">107000</cx:pt>
          <cx:pt idx="14894">107000</cx:pt>
          <cx:pt idx="14895">107200</cx:pt>
          <cx:pt idx="14896">107400</cx:pt>
          <cx:pt idx="14897">107460</cx:pt>
          <cx:pt idx="14898">107500</cx:pt>
          <cx:pt idx="14899">107500</cx:pt>
          <cx:pt idx="14900">107500</cx:pt>
          <cx:pt idx="14901">108000</cx:pt>
          <cx:pt idx="14902">108000</cx:pt>
          <cx:pt idx="14903">108000</cx:pt>
          <cx:pt idx="14904">108000</cx:pt>
          <cx:pt idx="14905">108000</cx:pt>
          <cx:pt idx="14906">108000</cx:pt>
          <cx:pt idx="14907">108000</cx:pt>
          <cx:pt idx="14908">108000</cx:pt>
          <cx:pt idx="14909">108000</cx:pt>
          <cx:pt idx="14910">108000</cx:pt>
          <cx:pt idx="14911">108000</cx:pt>
          <cx:pt idx="14912">108010</cx:pt>
          <cx:pt idx="14913">108800</cx:pt>
          <cx:pt idx="14914">109000</cx:pt>
          <cx:pt idx="14915">109000</cx:pt>
          <cx:pt idx="14916">109000</cx:pt>
          <cx:pt idx="14917">109000</cx:pt>
          <cx:pt idx="14918">109200</cx:pt>
          <cx:pt idx="14919">109300</cx:pt>
          <cx:pt idx="14920">109400</cx:pt>
          <cx:pt idx="14921">109400</cx:pt>
          <cx:pt idx="14922">109500</cx:pt>
          <cx:pt idx="14923">109600</cx:pt>
          <cx:pt idx="14924">110000</cx:pt>
          <cx:pt idx="14925">110000</cx:pt>
          <cx:pt idx="14926">110000</cx:pt>
          <cx:pt idx="14927">110000</cx:pt>
          <cx:pt idx="14928">110000</cx:pt>
          <cx:pt idx="14929">110000</cx:pt>
          <cx:pt idx="14930">110000</cx:pt>
          <cx:pt idx="14931">110000</cx:pt>
          <cx:pt idx="14932">110000</cx:pt>
          <cx:pt idx="14933">110000</cx:pt>
          <cx:pt idx="14934">110000</cx:pt>
          <cx:pt idx="14935">110000</cx:pt>
          <cx:pt idx="14936">110000</cx:pt>
          <cx:pt idx="14937">110000</cx:pt>
          <cx:pt idx="14938">110000</cx:pt>
          <cx:pt idx="14939">110000</cx:pt>
          <cx:pt idx="14940">110000</cx:pt>
          <cx:pt idx="14941">110000</cx:pt>
          <cx:pt idx="14942">110000</cx:pt>
          <cx:pt idx="14943">110000</cx:pt>
          <cx:pt idx="14944">110000</cx:pt>
          <cx:pt idx="14945">110000</cx:pt>
          <cx:pt idx="14946">110000</cx:pt>
          <cx:pt idx="14947">110000</cx:pt>
          <cx:pt idx="14948">110000</cx:pt>
          <cx:pt idx="14949">110000</cx:pt>
          <cx:pt idx="14950">110000</cx:pt>
          <cx:pt idx="14951">110000</cx:pt>
          <cx:pt idx="14952">110000</cx:pt>
          <cx:pt idx="14953">110000</cx:pt>
          <cx:pt idx="14954">110000</cx:pt>
          <cx:pt idx="14955">110000</cx:pt>
          <cx:pt idx="14956">110000</cx:pt>
          <cx:pt idx="14957">110000</cx:pt>
          <cx:pt idx="14958">110080</cx:pt>
          <cx:pt idx="14959">110400</cx:pt>
          <cx:pt idx="14960">110400</cx:pt>
          <cx:pt idx="14961">110500</cx:pt>
          <cx:pt idx="14962">110600</cx:pt>
          <cx:pt idx="14963">110800</cx:pt>
          <cx:pt idx="14964">111000</cx:pt>
          <cx:pt idx="14965">111000</cx:pt>
          <cx:pt idx="14966">111000</cx:pt>
          <cx:pt idx="14967">111000</cx:pt>
          <cx:pt idx="14968">111000</cx:pt>
          <cx:pt idx="14969">111040</cx:pt>
          <cx:pt idx="14970">111200</cx:pt>
          <cx:pt idx="14971">111200</cx:pt>
          <cx:pt idx="14972">111300</cx:pt>
          <cx:pt idx="14973">111500</cx:pt>
          <cx:pt idx="14974">111500</cx:pt>
          <cx:pt idx="14975">111550</cx:pt>
          <cx:pt idx="14976">111900</cx:pt>
          <cx:pt idx="14977">112000</cx:pt>
          <cx:pt idx="14978">112000</cx:pt>
          <cx:pt idx="14979">112000</cx:pt>
          <cx:pt idx="14980">112000</cx:pt>
          <cx:pt idx="14981">112000</cx:pt>
          <cx:pt idx="14982">112000</cx:pt>
          <cx:pt idx="14983">112100</cx:pt>
          <cx:pt idx="14984">112200</cx:pt>
          <cx:pt idx="14985">112600</cx:pt>
          <cx:pt idx="14986">112600</cx:pt>
          <cx:pt idx="14987">112800</cx:pt>
          <cx:pt idx="14988">112800</cx:pt>
          <cx:pt idx="14989">113000</cx:pt>
          <cx:pt idx="14990">113000</cx:pt>
          <cx:pt idx="14991">113000</cx:pt>
          <cx:pt idx="14992">113000</cx:pt>
          <cx:pt idx="14993">113000</cx:pt>
          <cx:pt idx="14994">113000</cx:pt>
          <cx:pt idx="14995">113100</cx:pt>
          <cx:pt idx="14996">113440</cx:pt>
          <cx:pt idx="14997">113600</cx:pt>
          <cx:pt idx="14998">114000</cx:pt>
          <cx:pt idx="14999">114000</cx:pt>
          <cx:pt idx="15000">114000</cx:pt>
          <cx:pt idx="15001">114000</cx:pt>
          <cx:pt idx="15002">114000</cx:pt>
          <cx:pt idx="15003">114000</cx:pt>
          <cx:pt idx="15004">114000</cx:pt>
          <cx:pt idx="15005">114300</cx:pt>
          <cx:pt idx="15006">114500</cx:pt>
          <cx:pt idx="15007">114700</cx:pt>
          <cx:pt idx="15008">114810</cx:pt>
          <cx:pt idx="15009">115000</cx:pt>
          <cx:pt idx="15010">115000</cx:pt>
          <cx:pt idx="15011">115000</cx:pt>
          <cx:pt idx="15012">115000</cx:pt>
          <cx:pt idx="15013">115000</cx:pt>
          <cx:pt idx="15014">115000</cx:pt>
          <cx:pt idx="15015">115000</cx:pt>
          <cx:pt idx="15016">115000</cx:pt>
          <cx:pt idx="15017">115000</cx:pt>
          <cx:pt idx="15018">115000</cx:pt>
          <cx:pt idx="15019">115000</cx:pt>
          <cx:pt idx="15020">115000</cx:pt>
          <cx:pt idx="15021">115000</cx:pt>
          <cx:pt idx="15022">115000</cx:pt>
          <cx:pt idx="15023">115000</cx:pt>
          <cx:pt idx="15024">115000</cx:pt>
          <cx:pt idx="15025">115000</cx:pt>
          <cx:pt idx="15026">115000</cx:pt>
          <cx:pt idx="15027">115004</cx:pt>
          <cx:pt idx="15028">115100</cx:pt>
          <cx:pt idx="15029">115124</cx:pt>
          <cx:pt idx="15030">115300</cx:pt>
          <cx:pt idx="15031">115350</cx:pt>
          <cx:pt idx="15032">115500</cx:pt>
          <cx:pt idx="15033">115500</cx:pt>
          <cx:pt idx="15034">115600</cx:pt>
          <cx:pt idx="15035">116000</cx:pt>
          <cx:pt idx="15036">116000</cx:pt>
          <cx:pt idx="15037">116000</cx:pt>
          <cx:pt idx="15038">116000</cx:pt>
          <cx:pt idx="15039">116000</cx:pt>
          <cx:pt idx="15040">116000</cx:pt>
          <cx:pt idx="15041">116000</cx:pt>
          <cx:pt idx="15042">116000</cx:pt>
          <cx:pt idx="15043">116700</cx:pt>
          <cx:pt idx="15044">116800</cx:pt>
          <cx:pt idx="15045">117000</cx:pt>
          <cx:pt idx="15046">117000</cx:pt>
          <cx:pt idx="15047">117000</cx:pt>
          <cx:pt idx="15048">117000</cx:pt>
          <cx:pt idx="15049">117000</cx:pt>
          <cx:pt idx="15050">117000</cx:pt>
          <cx:pt idx="15051">117050</cx:pt>
          <cx:pt idx="15052">117400</cx:pt>
          <cx:pt idx="15053">118000</cx:pt>
          <cx:pt idx="15054">118000</cx:pt>
          <cx:pt idx="15055">118000</cx:pt>
          <cx:pt idx="15056">118000</cx:pt>
          <cx:pt idx="15057">118000</cx:pt>
          <cx:pt idx="15058">118000</cx:pt>
          <cx:pt idx="15059">118600</cx:pt>
          <cx:pt idx="15060">118800</cx:pt>
          <cx:pt idx="15061">119000</cx:pt>
          <cx:pt idx="15062">119000</cx:pt>
          <cx:pt idx="15063">119000</cx:pt>
          <cx:pt idx="15064">119000</cx:pt>
          <cx:pt idx="15065">119000</cx:pt>
          <cx:pt idx="15066">119000</cx:pt>
          <cx:pt idx="15067">119000</cx:pt>
          <cx:pt idx="15068">119100</cx:pt>
          <cx:pt idx="15069">119300</cx:pt>
          <cx:pt idx="15070">119500</cx:pt>
          <cx:pt idx="15071">119600</cx:pt>
          <cx:pt idx="15072">119800</cx:pt>
          <cx:pt idx="15073">120000</cx:pt>
          <cx:pt idx="15074">120000</cx:pt>
          <cx:pt idx="15075">120000</cx:pt>
          <cx:pt idx="15076">120000</cx:pt>
          <cx:pt idx="15077">120000</cx:pt>
          <cx:pt idx="15078">120000</cx:pt>
          <cx:pt idx="15079">120000</cx:pt>
          <cx:pt idx="15080">120000</cx:pt>
          <cx:pt idx="15081">120000</cx:pt>
          <cx:pt idx="15082">120000</cx:pt>
          <cx:pt idx="15083">120000</cx:pt>
          <cx:pt idx="15084">120000</cx:pt>
          <cx:pt idx="15085">120000</cx:pt>
          <cx:pt idx="15086">120000</cx:pt>
          <cx:pt idx="15087">120000</cx:pt>
          <cx:pt idx="15088">120000</cx:pt>
          <cx:pt idx="15089">120000</cx:pt>
          <cx:pt idx="15090">120000</cx:pt>
          <cx:pt idx="15091">120000</cx:pt>
          <cx:pt idx="15092">120000</cx:pt>
          <cx:pt idx="15093">120000</cx:pt>
          <cx:pt idx="15094">120000</cx:pt>
          <cx:pt idx="15095">120000</cx:pt>
          <cx:pt idx="15096">120000</cx:pt>
          <cx:pt idx="15097">120000</cx:pt>
          <cx:pt idx="15098">120000</cx:pt>
          <cx:pt idx="15099">120000</cx:pt>
          <cx:pt idx="15100">120000</cx:pt>
          <cx:pt idx="15101">120000</cx:pt>
          <cx:pt idx="15102">120000</cx:pt>
          <cx:pt idx="15103">120000</cx:pt>
          <cx:pt idx="15104">120000</cx:pt>
          <cx:pt idx="15105">120000</cx:pt>
          <cx:pt idx="15106">120000</cx:pt>
          <cx:pt idx="15107">120000</cx:pt>
          <cx:pt idx="15108">120000</cx:pt>
          <cx:pt idx="15109">120000</cx:pt>
          <cx:pt idx="15110">120000</cx:pt>
          <cx:pt idx="15111">120000</cx:pt>
          <cx:pt idx="15112">120000</cx:pt>
          <cx:pt idx="15113">120000</cx:pt>
          <cx:pt idx="15114">120000</cx:pt>
          <cx:pt idx="15115">120000</cx:pt>
          <cx:pt idx="15116">120000</cx:pt>
          <cx:pt idx="15117">120000</cx:pt>
          <cx:pt idx="15118">120000</cx:pt>
          <cx:pt idx="15119">120000</cx:pt>
          <cx:pt idx="15120">120000</cx:pt>
          <cx:pt idx="15121">120000</cx:pt>
          <cx:pt idx="15122">120000</cx:pt>
          <cx:pt idx="15123">120000</cx:pt>
          <cx:pt idx="15124">120000</cx:pt>
          <cx:pt idx="15125">120000</cx:pt>
          <cx:pt idx="15126">120000</cx:pt>
          <cx:pt idx="15127">120000</cx:pt>
          <cx:pt idx="15128">120000</cx:pt>
          <cx:pt idx="15129">120000</cx:pt>
          <cx:pt idx="15130">120000</cx:pt>
          <cx:pt idx="15131">120000</cx:pt>
          <cx:pt idx="15132">120000</cx:pt>
          <cx:pt idx="15133">120000</cx:pt>
          <cx:pt idx="15134">120000</cx:pt>
          <cx:pt idx="15135">120000</cx:pt>
          <cx:pt idx="15136">120100</cx:pt>
          <cx:pt idx="15137">120100</cx:pt>
          <cx:pt idx="15138">120100</cx:pt>
          <cx:pt idx="15139">120160</cx:pt>
          <cx:pt idx="15140">120200</cx:pt>
          <cx:pt idx="15141">120200</cx:pt>
          <cx:pt idx="15142">120300</cx:pt>
          <cx:pt idx="15143">120300</cx:pt>
          <cx:pt idx="15144">120500</cx:pt>
          <cx:pt idx="15145">120500</cx:pt>
          <cx:pt idx="15146">120500</cx:pt>
          <cx:pt idx="15147">120500</cx:pt>
          <cx:pt idx="15148">120600</cx:pt>
          <cx:pt idx="15149">121000</cx:pt>
          <cx:pt idx="15150">121000</cx:pt>
          <cx:pt idx="15151">121000</cx:pt>
          <cx:pt idx="15152">121000</cx:pt>
          <cx:pt idx="15153">121500</cx:pt>
          <cx:pt idx="15154">122000</cx:pt>
          <cx:pt idx="15155">122000</cx:pt>
          <cx:pt idx="15156">122000</cx:pt>
          <cx:pt idx="15157">122000</cx:pt>
          <cx:pt idx="15158">122000</cx:pt>
          <cx:pt idx="15159">122000</cx:pt>
          <cx:pt idx="15160">122000</cx:pt>
          <cx:pt idx="15161">122000</cx:pt>
          <cx:pt idx="15162">122000</cx:pt>
          <cx:pt idx="15163">122000</cx:pt>
          <cx:pt idx="15164">122000</cx:pt>
          <cx:pt idx="15165">122000</cx:pt>
          <cx:pt idx="15166">122000</cx:pt>
          <cx:pt idx="15167">122000</cx:pt>
          <cx:pt idx="15168">122000</cx:pt>
          <cx:pt idx="15169">122000</cx:pt>
          <cx:pt idx="15170">122200</cx:pt>
          <cx:pt idx="15171">122201</cx:pt>
          <cx:pt idx="15172">122300</cx:pt>
          <cx:pt idx="15173">122400</cx:pt>
          <cx:pt idx="15174">122650</cx:pt>
          <cx:pt idx="15175">122750</cx:pt>
          <cx:pt idx="15176">123000</cx:pt>
          <cx:pt idx="15177">123000</cx:pt>
          <cx:pt idx="15178">123000</cx:pt>
          <cx:pt idx="15179">123000</cx:pt>
          <cx:pt idx="15180">123000</cx:pt>
          <cx:pt idx="15181">123300</cx:pt>
          <cx:pt idx="15182">123600</cx:pt>
          <cx:pt idx="15183">124000</cx:pt>
          <cx:pt idx="15184">124000</cx:pt>
          <cx:pt idx="15185">124000</cx:pt>
          <cx:pt idx="15186">124000</cx:pt>
          <cx:pt idx="15187">124000</cx:pt>
          <cx:pt idx="15188">124000</cx:pt>
          <cx:pt idx="15189">124000</cx:pt>
          <cx:pt idx="15190">124000</cx:pt>
          <cx:pt idx="15191">124200</cx:pt>
          <cx:pt idx="15192">124200</cx:pt>
          <cx:pt idx="15193">124580</cx:pt>
          <cx:pt idx="15194">124800</cx:pt>
          <cx:pt idx="15195">124900</cx:pt>
          <cx:pt idx="15196">125000</cx:pt>
          <cx:pt idx="15197">125000</cx:pt>
          <cx:pt idx="15198">125000</cx:pt>
          <cx:pt idx="15199">125000</cx:pt>
          <cx:pt idx="15200">125000</cx:pt>
          <cx:pt idx="15201">125000</cx:pt>
          <cx:pt idx="15202">125000</cx:pt>
          <cx:pt idx="15203">125000</cx:pt>
          <cx:pt idx="15204">125000</cx:pt>
          <cx:pt idx="15205">125000</cx:pt>
          <cx:pt idx="15206">125000</cx:pt>
          <cx:pt idx="15207">125000</cx:pt>
          <cx:pt idx="15208">125000</cx:pt>
          <cx:pt idx="15209">125000</cx:pt>
          <cx:pt idx="15210">125000</cx:pt>
          <cx:pt idx="15211">125000</cx:pt>
          <cx:pt idx="15212">125000</cx:pt>
          <cx:pt idx="15213">125000</cx:pt>
          <cx:pt idx="15214">125000</cx:pt>
          <cx:pt idx="15215">125000</cx:pt>
          <cx:pt idx="15216">125000</cx:pt>
          <cx:pt idx="15217">125000</cx:pt>
          <cx:pt idx="15218">125050</cx:pt>
          <cx:pt idx="15219">125050</cx:pt>
          <cx:pt idx="15220">125500</cx:pt>
          <cx:pt idx="15221">125600</cx:pt>
          <cx:pt idx="15222">125750</cx:pt>
          <cx:pt idx="15223">126000</cx:pt>
          <cx:pt idx="15224">126000</cx:pt>
          <cx:pt idx="15225">126000</cx:pt>
          <cx:pt idx="15226">126100</cx:pt>
          <cx:pt idx="15227">126100</cx:pt>
          <cx:pt idx="15228">126110</cx:pt>
          <cx:pt idx="15229">127000</cx:pt>
          <cx:pt idx="15230">127000</cx:pt>
          <cx:pt idx="15231">127000</cx:pt>
          <cx:pt idx="15232">127000</cx:pt>
          <cx:pt idx="15233">127000</cx:pt>
          <cx:pt idx="15234">127400</cx:pt>
          <cx:pt idx="15235">127800</cx:pt>
          <cx:pt idx="15236">127800</cx:pt>
          <cx:pt idx="15237">127800</cx:pt>
          <cx:pt idx="15238">127950</cx:pt>
          <cx:pt idx="15239">128000</cx:pt>
          <cx:pt idx="15240">128000</cx:pt>
          <cx:pt idx="15241">128020</cx:pt>
          <cx:pt idx="15242">128370</cx:pt>
          <cx:pt idx="15243">128500</cx:pt>
          <cx:pt idx="15244">129000</cx:pt>
          <cx:pt idx="15245">129000</cx:pt>
          <cx:pt idx="15246">129000</cx:pt>
          <cx:pt idx="15247">129000</cx:pt>
          <cx:pt idx="15248">129000</cx:pt>
          <cx:pt idx="15249">129300</cx:pt>
          <cx:pt idx="15250">129350</cx:pt>
          <cx:pt idx="15251">130000</cx:pt>
          <cx:pt idx="15252">130000</cx:pt>
          <cx:pt idx="15253">130000</cx:pt>
          <cx:pt idx="15254">130000</cx:pt>
          <cx:pt idx="15255">130000</cx:pt>
          <cx:pt idx="15256">130000</cx:pt>
          <cx:pt idx="15257">130000</cx:pt>
          <cx:pt idx="15258">130000</cx:pt>
          <cx:pt idx="15259">130000</cx:pt>
          <cx:pt idx="15260">130000</cx:pt>
          <cx:pt idx="15261">130000</cx:pt>
          <cx:pt idx="15262">130000</cx:pt>
          <cx:pt idx="15263">130000</cx:pt>
          <cx:pt idx="15264">130000</cx:pt>
          <cx:pt idx="15265">130000</cx:pt>
          <cx:pt idx="15266">130000</cx:pt>
          <cx:pt idx="15267">130000</cx:pt>
          <cx:pt idx="15268">130000</cx:pt>
          <cx:pt idx="15269">130000</cx:pt>
          <cx:pt idx="15270">130000</cx:pt>
          <cx:pt idx="15271">130000</cx:pt>
          <cx:pt idx="15272">130000</cx:pt>
          <cx:pt idx="15273">130000</cx:pt>
          <cx:pt idx="15274">130000</cx:pt>
          <cx:pt idx="15275">130000</cx:pt>
          <cx:pt idx="15276">130000</cx:pt>
          <cx:pt idx="15277">130000</cx:pt>
          <cx:pt idx="15278">130000</cx:pt>
          <cx:pt idx="15279">130300</cx:pt>
          <cx:pt idx="15280">130400</cx:pt>
          <cx:pt idx="15281">130600</cx:pt>
          <cx:pt idx="15282">131000</cx:pt>
          <cx:pt idx="15283">131000</cx:pt>
          <cx:pt idx="15284">131400</cx:pt>
          <cx:pt idx="15285">131600</cx:pt>
          <cx:pt idx="15286">131700</cx:pt>
          <cx:pt idx="15287">131900</cx:pt>
          <cx:pt idx="15288">132000</cx:pt>
          <cx:pt idx="15289">132000</cx:pt>
          <cx:pt idx="15290">132000</cx:pt>
          <cx:pt idx="15291">132000</cx:pt>
          <cx:pt idx="15292">132000</cx:pt>
          <cx:pt idx="15293">132000</cx:pt>
          <cx:pt idx="15294">132000</cx:pt>
          <cx:pt idx="15295">132200</cx:pt>
          <cx:pt idx="15296">132500</cx:pt>
          <cx:pt idx="15297">133000</cx:pt>
          <cx:pt idx="15298">133000</cx:pt>
          <cx:pt idx="15299">133000</cx:pt>
          <cx:pt idx="15300">133000</cx:pt>
          <cx:pt idx="15301">133000</cx:pt>
          <cx:pt idx="15302">133000</cx:pt>
          <cx:pt idx="15303">133000</cx:pt>
          <cx:pt idx="15304">133000</cx:pt>
          <cx:pt idx="15305">133000</cx:pt>
          <cx:pt idx="15306">133500</cx:pt>
          <cx:pt idx="15307">133900</cx:pt>
          <cx:pt idx="15308">134000</cx:pt>
          <cx:pt idx="15309">134000</cx:pt>
          <cx:pt idx="15310">134000</cx:pt>
          <cx:pt idx="15311">134000</cx:pt>
          <cx:pt idx="15312">134300</cx:pt>
          <cx:pt idx="15313">134500</cx:pt>
          <cx:pt idx="15314">134504</cx:pt>
          <cx:pt idx="15315">135000</cx:pt>
          <cx:pt idx="15316">135000</cx:pt>
          <cx:pt idx="15317">135000</cx:pt>
          <cx:pt idx="15318">135000</cx:pt>
          <cx:pt idx="15319">135000</cx:pt>
          <cx:pt idx="15320">135000</cx:pt>
          <cx:pt idx="15321">135000</cx:pt>
          <cx:pt idx="15322">135000</cx:pt>
          <cx:pt idx="15323">135000</cx:pt>
          <cx:pt idx="15324">135000</cx:pt>
          <cx:pt idx="15325">135150</cx:pt>
          <cx:pt idx="15326">135400</cx:pt>
          <cx:pt idx="15327">136000</cx:pt>
          <cx:pt idx="15328">136000</cx:pt>
          <cx:pt idx="15329">136000</cx:pt>
          <cx:pt idx="15330">136000</cx:pt>
          <cx:pt idx="15331">136300</cx:pt>
          <cx:pt idx="15332">137000</cx:pt>
          <cx:pt idx="15333">137000</cx:pt>
          <cx:pt idx="15334">137000</cx:pt>
          <cx:pt idx="15335">137400</cx:pt>
          <cx:pt idx="15336">137600</cx:pt>
          <cx:pt idx="15337">138000</cx:pt>
          <cx:pt idx="15338">138000</cx:pt>
          <cx:pt idx="15339">138000</cx:pt>
          <cx:pt idx="15340">138000</cx:pt>
          <cx:pt idx="15341">138200</cx:pt>
          <cx:pt idx="15342">138200</cx:pt>
          <cx:pt idx="15343">138700</cx:pt>
          <cx:pt idx="15344">139000</cx:pt>
          <cx:pt idx="15345">139000</cx:pt>
          <cx:pt idx="15346">139000</cx:pt>
          <cx:pt idx="15347">139000</cx:pt>
          <cx:pt idx="15348">139200</cx:pt>
          <cx:pt idx="15349">139700</cx:pt>
          <cx:pt idx="15350">139841</cx:pt>
          <cx:pt idx="15351">140000</cx:pt>
          <cx:pt idx="15352">140000</cx:pt>
          <cx:pt idx="15353">140000</cx:pt>
          <cx:pt idx="15354">140000</cx:pt>
          <cx:pt idx="15355">140000</cx:pt>
          <cx:pt idx="15356">140000</cx:pt>
          <cx:pt idx="15357">140000</cx:pt>
          <cx:pt idx="15358">140000</cx:pt>
          <cx:pt idx="15359">140000</cx:pt>
          <cx:pt idx="15360">140000</cx:pt>
          <cx:pt idx="15361">140000</cx:pt>
          <cx:pt idx="15362">140000</cx:pt>
          <cx:pt idx="15363">140000</cx:pt>
          <cx:pt idx="15364">140000</cx:pt>
          <cx:pt idx="15365">140000</cx:pt>
          <cx:pt idx="15366">140000</cx:pt>
          <cx:pt idx="15367">140000</cx:pt>
          <cx:pt idx="15368">140000</cx:pt>
          <cx:pt idx="15369">140000</cx:pt>
          <cx:pt idx="15370">140000</cx:pt>
          <cx:pt idx="15371">140000</cx:pt>
          <cx:pt idx="15372">140150</cx:pt>
          <cx:pt idx="15373">140200</cx:pt>
          <cx:pt idx="15374">140300</cx:pt>
          <cx:pt idx="15375">140400</cx:pt>
          <cx:pt idx="15376">140500</cx:pt>
          <cx:pt idx="15377">141000</cx:pt>
          <cx:pt idx="15378">141000</cx:pt>
          <cx:pt idx="15379">141500</cx:pt>
          <cx:pt idx="15380">142000</cx:pt>
          <cx:pt idx="15381">142000</cx:pt>
          <cx:pt idx="15382">142000</cx:pt>
          <cx:pt idx="15383">142000</cx:pt>
          <cx:pt idx="15384">142000</cx:pt>
          <cx:pt idx="15385">142000</cx:pt>
          <cx:pt idx="15386">143000</cx:pt>
          <cx:pt idx="15387">143000</cx:pt>
          <cx:pt idx="15388">143000</cx:pt>
          <cx:pt idx="15389">143200</cx:pt>
          <cx:pt idx="15390">143800</cx:pt>
          <cx:pt idx="15391">144000</cx:pt>
          <cx:pt idx="15392">144000</cx:pt>
          <cx:pt idx="15393">144200</cx:pt>
          <cx:pt idx="15394">144800</cx:pt>
          <cx:pt idx="15395">145000</cx:pt>
          <cx:pt idx="15396">145000</cx:pt>
          <cx:pt idx="15397">145000</cx:pt>
          <cx:pt idx="15398">145000</cx:pt>
          <cx:pt idx="15399">145000</cx:pt>
          <cx:pt idx="15400">145000</cx:pt>
          <cx:pt idx="15401">145000</cx:pt>
          <cx:pt idx="15402">145000</cx:pt>
          <cx:pt idx="15403">145000</cx:pt>
          <cx:pt idx="15404">145300</cx:pt>
          <cx:pt idx="15405">145300</cx:pt>
          <cx:pt idx="15406">145600</cx:pt>
          <cx:pt idx="15407">145700</cx:pt>
          <cx:pt idx="15408">146000</cx:pt>
          <cx:pt idx="15409">146000</cx:pt>
          <cx:pt idx="15410">146000</cx:pt>
          <cx:pt idx="15411">146000</cx:pt>
          <cx:pt idx="15412">146000</cx:pt>
          <cx:pt idx="15413">146000</cx:pt>
          <cx:pt idx="15414">146100</cx:pt>
          <cx:pt idx="15415">146800</cx:pt>
          <cx:pt idx="15416">146820</cx:pt>
          <cx:pt idx="15417">147000</cx:pt>
          <cx:pt idx="15418">147000</cx:pt>
          <cx:pt idx="15419">147500</cx:pt>
          <cx:pt idx="15420">148000</cx:pt>
          <cx:pt idx="15421">148700</cx:pt>
          <cx:pt idx="15422">148830</cx:pt>
          <cx:pt idx="15423">149000</cx:pt>
          <cx:pt idx="15424">149000</cx:pt>
          <cx:pt idx="15425">149000</cx:pt>
          <cx:pt idx="15426">149000</cx:pt>
          <cx:pt idx="15427">149400</cx:pt>
          <cx:pt idx="15428">149500</cx:pt>
          <cx:pt idx="15429">149600</cx:pt>
          <cx:pt idx="15430">150000</cx:pt>
          <cx:pt idx="15431">150000</cx:pt>
          <cx:pt idx="15432">150000</cx:pt>
          <cx:pt idx="15433">150000</cx:pt>
          <cx:pt idx="15434">150000</cx:pt>
          <cx:pt idx="15435">150000</cx:pt>
          <cx:pt idx="15436">150000</cx:pt>
          <cx:pt idx="15437">150000</cx:pt>
          <cx:pt idx="15438">150000</cx:pt>
          <cx:pt idx="15439">150000</cx:pt>
          <cx:pt idx="15440">150000</cx:pt>
          <cx:pt idx="15441">150000</cx:pt>
          <cx:pt idx="15442">150000</cx:pt>
          <cx:pt idx="15443">150000</cx:pt>
          <cx:pt idx="15444">150000</cx:pt>
          <cx:pt idx="15445">150000</cx:pt>
          <cx:pt idx="15446">150000</cx:pt>
          <cx:pt idx="15447">150000</cx:pt>
          <cx:pt idx="15448">150000</cx:pt>
          <cx:pt idx="15449">150000</cx:pt>
          <cx:pt idx="15450">150000</cx:pt>
          <cx:pt idx="15451">150000</cx:pt>
          <cx:pt idx="15452">150000</cx:pt>
          <cx:pt idx="15453">150000</cx:pt>
          <cx:pt idx="15454">150000</cx:pt>
          <cx:pt idx="15455">150000</cx:pt>
          <cx:pt idx="15456">150000</cx:pt>
          <cx:pt idx="15457">150000</cx:pt>
          <cx:pt idx="15458">150000</cx:pt>
          <cx:pt idx="15459">150000</cx:pt>
          <cx:pt idx="15460">150000</cx:pt>
          <cx:pt idx="15461">150000</cx:pt>
          <cx:pt idx="15462">150000</cx:pt>
          <cx:pt idx="15463">150000</cx:pt>
          <cx:pt idx="15464">150000</cx:pt>
          <cx:pt idx="15465">150000</cx:pt>
          <cx:pt idx="15466">150000</cx:pt>
          <cx:pt idx="15467">150000</cx:pt>
          <cx:pt idx="15468">150000</cx:pt>
          <cx:pt idx="15469">150000</cx:pt>
          <cx:pt idx="15470">150000</cx:pt>
          <cx:pt idx="15471">150000</cx:pt>
          <cx:pt idx="15472">150000</cx:pt>
          <cx:pt idx="15473">150000</cx:pt>
          <cx:pt idx="15474">150000</cx:pt>
          <cx:pt idx="15475">150000</cx:pt>
          <cx:pt idx="15476">150000</cx:pt>
          <cx:pt idx="15477">150000</cx:pt>
          <cx:pt idx="15478">150000</cx:pt>
          <cx:pt idx="15479">150000</cx:pt>
          <cx:pt idx="15480">150000</cx:pt>
          <cx:pt idx="15481">150000</cx:pt>
          <cx:pt idx="15482">150000</cx:pt>
          <cx:pt idx="15483">150020</cx:pt>
          <cx:pt idx="15484">150100</cx:pt>
          <cx:pt idx="15485">150150</cx:pt>
          <cx:pt idx="15486">150200</cx:pt>
          <cx:pt idx="15487">150300</cx:pt>
          <cx:pt idx="15488">150500</cx:pt>
          <cx:pt idx="15489">150500</cx:pt>
          <cx:pt idx="15490">150500</cx:pt>
          <cx:pt idx="15491">150600</cx:pt>
          <cx:pt idx="15492">151000</cx:pt>
          <cx:pt idx="15493">151000</cx:pt>
          <cx:pt idx="15494">151000</cx:pt>
          <cx:pt idx="15495">151000</cx:pt>
          <cx:pt idx="15496">151000</cx:pt>
          <cx:pt idx="15497">151200</cx:pt>
          <cx:pt idx="15498">151200</cx:pt>
          <cx:pt idx="15499">151400</cx:pt>
          <cx:pt idx="15500">152000</cx:pt>
          <cx:pt idx="15501">152000</cx:pt>
          <cx:pt idx="15502">152500</cx:pt>
          <cx:pt idx="15503">153000</cx:pt>
          <cx:pt idx="15504">153400</cx:pt>
          <cx:pt idx="15505">153500</cx:pt>
          <cx:pt idx="15506">154000</cx:pt>
          <cx:pt idx="15507">154000</cx:pt>
          <cx:pt idx="15508">154000</cx:pt>
          <cx:pt idx="15509">154110</cx:pt>
          <cx:pt idx="15510">154400</cx:pt>
          <cx:pt idx="15511">154400</cx:pt>
          <cx:pt idx="15512">155000</cx:pt>
          <cx:pt idx="15513">155000</cx:pt>
          <cx:pt idx="15514">155100</cx:pt>
          <cx:pt idx="15515">155500</cx:pt>
          <cx:pt idx="15516">155550</cx:pt>
          <cx:pt idx="15517">156000</cx:pt>
          <cx:pt idx="15518">156000</cx:pt>
          <cx:pt idx="15519">156000</cx:pt>
          <cx:pt idx="15520">158000</cx:pt>
          <cx:pt idx="15521">158000</cx:pt>
          <cx:pt idx="15522">158000</cx:pt>
          <cx:pt idx="15523">158000</cx:pt>
          <cx:pt idx="15524">159000</cx:pt>
          <cx:pt idx="15525">159020</cx:pt>
          <cx:pt idx="15526">159500</cx:pt>
          <cx:pt idx="15527">159500</cx:pt>
          <cx:pt idx="15528">160000</cx:pt>
          <cx:pt idx="15529">160000</cx:pt>
          <cx:pt idx="15530">160000</cx:pt>
          <cx:pt idx="15531">160000</cx:pt>
          <cx:pt idx="15532">160000</cx:pt>
          <cx:pt idx="15533">160000</cx:pt>
          <cx:pt idx="15534">160000</cx:pt>
          <cx:pt idx="15535">160000</cx:pt>
          <cx:pt idx="15536">160000</cx:pt>
          <cx:pt idx="15537">160000</cx:pt>
          <cx:pt idx="15538">160000</cx:pt>
          <cx:pt idx="15539">160000</cx:pt>
          <cx:pt idx="15540">160000</cx:pt>
          <cx:pt idx="15541">160000</cx:pt>
          <cx:pt idx="15542">160000</cx:pt>
          <cx:pt idx="15543">160000</cx:pt>
          <cx:pt idx="15544">160300</cx:pt>
          <cx:pt idx="15545">160400</cx:pt>
          <cx:pt idx="15546">161000</cx:pt>
          <cx:pt idx="15547">161700</cx:pt>
          <cx:pt idx="15548">162220</cx:pt>
          <cx:pt idx="15549">163000</cx:pt>
          <cx:pt idx="15550">164000</cx:pt>
          <cx:pt idx="15551">164500</cx:pt>
          <cx:pt idx="15552">165011</cx:pt>
          <cx:pt idx="15553">165400</cx:pt>
          <cx:pt idx="15554">166000</cx:pt>
          <cx:pt idx="15555">166000</cx:pt>
          <cx:pt idx="15556">166200</cx:pt>
          <cx:pt idx="15557">167000</cx:pt>
          <cx:pt idx="15558">167900</cx:pt>
          <cx:pt idx="15559">168000</cx:pt>
          <cx:pt idx="15560">168000</cx:pt>
          <cx:pt idx="15561">168000</cx:pt>
          <cx:pt idx="15562">168400</cx:pt>
          <cx:pt idx="15563">168400</cx:pt>
          <cx:pt idx="15564">169000</cx:pt>
          <cx:pt idx="15565">170000</cx:pt>
          <cx:pt idx="15566">170000</cx:pt>
          <cx:pt idx="15567">170000</cx:pt>
          <cx:pt idx="15568">170000</cx:pt>
          <cx:pt idx="15569">170000</cx:pt>
          <cx:pt idx="15570">170000</cx:pt>
          <cx:pt idx="15571">170000</cx:pt>
          <cx:pt idx="15572">170000</cx:pt>
          <cx:pt idx="15573">170000</cx:pt>
          <cx:pt idx="15574">170000</cx:pt>
          <cx:pt idx="15575">170130</cx:pt>
          <cx:pt idx="15576">170780</cx:pt>
          <cx:pt idx="15577">170900</cx:pt>
          <cx:pt idx="15578">171000</cx:pt>
          <cx:pt idx="15579">171300</cx:pt>
          <cx:pt idx="15580">171590</cx:pt>
          <cx:pt idx="15581">172000</cx:pt>
          <cx:pt idx="15582">172000</cx:pt>
          <cx:pt idx="15583">172000</cx:pt>
          <cx:pt idx="15584">172000</cx:pt>
          <cx:pt idx="15585">172110</cx:pt>
          <cx:pt idx="15586">173000</cx:pt>
          <cx:pt idx="15587">173100</cx:pt>
          <cx:pt idx="15588">173200</cx:pt>
          <cx:pt idx="15589">173500</cx:pt>
          <cx:pt idx="15590">174700</cx:pt>
          <cx:pt idx="15591">175000</cx:pt>
          <cx:pt idx="15592">175000</cx:pt>
          <cx:pt idx="15593">175000</cx:pt>
          <cx:pt idx="15594">175000</cx:pt>
          <cx:pt idx="15595">175000</cx:pt>
          <cx:pt idx="15596">175000</cx:pt>
          <cx:pt idx="15597">175000</cx:pt>
          <cx:pt idx="15598">175000</cx:pt>
          <cx:pt idx="15599">175000</cx:pt>
          <cx:pt idx="15600">175000</cx:pt>
          <cx:pt idx="15601">175150</cx:pt>
          <cx:pt idx="15602">175200</cx:pt>
          <cx:pt idx="15603">176000</cx:pt>
          <cx:pt idx="15604">176400</cx:pt>
          <cx:pt idx="15605">177000</cx:pt>
          <cx:pt idx="15606">177300</cx:pt>
          <cx:pt idx="15607">178000</cx:pt>
          <cx:pt idx="15608">178000</cx:pt>
          <cx:pt idx="15609">178000</cx:pt>
          <cx:pt idx="15610">178700</cx:pt>
          <cx:pt idx="15611">178800</cx:pt>
          <cx:pt idx="15612">179001</cx:pt>
          <cx:pt idx="15613">180000</cx:pt>
          <cx:pt idx="15614">180000</cx:pt>
          <cx:pt idx="15615">180000</cx:pt>
          <cx:pt idx="15616">180000</cx:pt>
          <cx:pt idx="15617">180000</cx:pt>
          <cx:pt idx="15618">180000</cx:pt>
          <cx:pt idx="15619">180000</cx:pt>
          <cx:pt idx="15620">180000</cx:pt>
          <cx:pt idx="15621">180000</cx:pt>
          <cx:pt idx="15622">180000</cx:pt>
          <cx:pt idx="15623">180000</cx:pt>
          <cx:pt idx="15624">180000</cx:pt>
          <cx:pt idx="15625">180000</cx:pt>
          <cx:pt idx="15626">180000</cx:pt>
          <cx:pt idx="15627">180000</cx:pt>
          <cx:pt idx="15628">180000</cx:pt>
          <cx:pt idx="15629">180000</cx:pt>
          <cx:pt idx="15630">180900</cx:pt>
          <cx:pt idx="15631">181000</cx:pt>
          <cx:pt idx="15632">181000</cx:pt>
          <cx:pt idx="15633">182100</cx:pt>
          <cx:pt idx="15634">182500</cx:pt>
          <cx:pt idx="15635">184250</cx:pt>
          <cx:pt idx="15636">185000</cx:pt>
          <cx:pt idx="15637">185000</cx:pt>
          <cx:pt idx="15638">185000</cx:pt>
          <cx:pt idx="15639">185000</cx:pt>
          <cx:pt idx="15640">185000</cx:pt>
          <cx:pt idx="15641">185300</cx:pt>
          <cx:pt idx="15642">185800</cx:pt>
          <cx:pt idx="15643">186000</cx:pt>
          <cx:pt idx="15644">187000</cx:pt>
          <cx:pt idx="15645">188980</cx:pt>
          <cx:pt idx="15646">189000</cx:pt>
          <cx:pt idx="15647">189850</cx:pt>
          <cx:pt idx="15648">190000</cx:pt>
          <cx:pt idx="15649">190000</cx:pt>
          <cx:pt idx="15650">191000</cx:pt>
          <cx:pt idx="15651">193000</cx:pt>
          <cx:pt idx="15652">194000</cx:pt>
          <cx:pt idx="15653">195000</cx:pt>
          <cx:pt idx="15654">195000</cx:pt>
          <cx:pt idx="15655">195000</cx:pt>
          <cx:pt idx="15656">195000</cx:pt>
          <cx:pt idx="15657">195300</cx:pt>
          <cx:pt idx="15658">196400</cx:pt>
          <cx:pt idx="15659">196600</cx:pt>
          <cx:pt idx="15660">197000</cx:pt>
          <cx:pt idx="15661">198000</cx:pt>
          <cx:pt idx="15662">198000</cx:pt>
          <cx:pt idx="15663">198600</cx:pt>
          <cx:pt idx="15664">200000</cx:pt>
          <cx:pt idx="15665">200000</cx:pt>
          <cx:pt idx="15666">200000</cx:pt>
          <cx:pt idx="15667">200000</cx:pt>
          <cx:pt idx="15668">200000</cx:pt>
          <cx:pt idx="15669">200000</cx:pt>
          <cx:pt idx="15670">200000</cx:pt>
          <cx:pt idx="15671">200000</cx:pt>
          <cx:pt idx="15672">200000</cx:pt>
          <cx:pt idx="15673">200000</cx:pt>
          <cx:pt idx="15674">200000</cx:pt>
          <cx:pt idx="15675">200000</cx:pt>
          <cx:pt idx="15676">200000</cx:pt>
          <cx:pt idx="15677">200000</cx:pt>
          <cx:pt idx="15678">200000</cx:pt>
          <cx:pt idx="15679">200000</cx:pt>
          <cx:pt idx="15680">200000</cx:pt>
          <cx:pt idx="15681">200000</cx:pt>
          <cx:pt idx="15682">200000</cx:pt>
          <cx:pt idx="15683">200000</cx:pt>
          <cx:pt idx="15684">200000</cx:pt>
          <cx:pt idx="15685">200000</cx:pt>
          <cx:pt idx="15686">200000</cx:pt>
          <cx:pt idx="15687">200000</cx:pt>
          <cx:pt idx="15688">200200</cx:pt>
          <cx:pt idx="15689">201000</cx:pt>
          <cx:pt idx="15690">201000</cx:pt>
          <cx:pt idx="15691">201000</cx:pt>
          <cx:pt idx="15692">201000</cx:pt>
          <cx:pt idx="15693">201000</cx:pt>
          <cx:pt idx="15694">202000</cx:pt>
          <cx:pt idx="15695">202000</cx:pt>
          <cx:pt idx="15696">203000</cx:pt>
          <cx:pt idx="15697">203000</cx:pt>
          <cx:pt idx="15698">204700</cx:pt>
          <cx:pt idx="15699">204700</cx:pt>
          <cx:pt idx="15700">206100</cx:pt>
          <cx:pt idx="15701">207600</cx:pt>
          <cx:pt idx="15702">207700</cx:pt>
          <cx:pt idx="15703">207900</cx:pt>
          <cx:pt idx="15704">208000</cx:pt>
          <cx:pt idx="15705">210000</cx:pt>
          <cx:pt idx="15706">210000</cx:pt>
          <cx:pt idx="15707">210000</cx:pt>
          <cx:pt idx="15708">210000</cx:pt>
          <cx:pt idx="15709">210000</cx:pt>
          <cx:pt idx="15710">210000</cx:pt>
          <cx:pt idx="15711">210000</cx:pt>
          <cx:pt idx="15712">210200</cx:pt>
          <cx:pt idx="15713">210300</cx:pt>
          <cx:pt idx="15714">211000</cx:pt>
          <cx:pt idx="15715">212000</cx:pt>
          <cx:pt idx="15716">212000</cx:pt>
          <cx:pt idx="15717">212000</cx:pt>
          <cx:pt idx="15718">212300</cx:pt>
          <cx:pt idx="15719">213100</cx:pt>
          <cx:pt idx="15720">213500</cx:pt>
          <cx:pt idx="15721">213700</cx:pt>
          <cx:pt idx="15722">214000</cx:pt>
          <cx:pt idx="15723">215000</cx:pt>
          <cx:pt idx="15724">217000</cx:pt>
          <cx:pt idx="15725">217000</cx:pt>
          <cx:pt idx="15726">219300</cx:pt>
          <cx:pt idx="15727">220000</cx:pt>
          <cx:pt idx="15728">220000</cx:pt>
          <cx:pt idx="15729">220000</cx:pt>
          <cx:pt idx="15730">220000</cx:pt>
          <cx:pt idx="15731">220000</cx:pt>
          <cx:pt idx="15732">221000</cx:pt>
          <cx:pt idx="15733">222000</cx:pt>
          <cx:pt idx="15734">223000</cx:pt>
          <cx:pt idx="15735">223000</cx:pt>
          <cx:pt idx="15736">223000</cx:pt>
          <cx:pt idx="15737">223200</cx:pt>
          <cx:pt idx="15738">224000</cx:pt>
          <cx:pt idx="15739">224500</cx:pt>
          <cx:pt idx="15740">225000</cx:pt>
          <cx:pt idx="15741">229000</cx:pt>
          <cx:pt idx="15742">229800</cx:pt>
          <cx:pt idx="15743">230000</cx:pt>
          <cx:pt idx="15744">230000</cx:pt>
          <cx:pt idx="15745">230000</cx:pt>
          <cx:pt idx="15746">230000</cx:pt>
          <cx:pt idx="15747">230600</cx:pt>
          <cx:pt idx="15748">231000</cx:pt>
          <cx:pt idx="15749">231000</cx:pt>
          <cx:pt idx="15750">232000</cx:pt>
          <cx:pt idx="15751">232000</cx:pt>
          <cx:pt idx="15752">232000</cx:pt>
          <cx:pt idx="15753">232000</cx:pt>
          <cx:pt idx="15754">232401</cx:pt>
          <cx:pt idx="15755">233600</cx:pt>
          <cx:pt idx="15756">234000</cx:pt>
          <cx:pt idx="15757">235300</cx:pt>
          <cx:pt idx="15758">237000</cx:pt>
          <cx:pt idx="15759">239000</cx:pt>
          <cx:pt idx="15760">240000</cx:pt>
          <cx:pt idx="15761">240000</cx:pt>
          <cx:pt idx="15762">241000</cx:pt>
          <cx:pt idx="15763">241000</cx:pt>
          <cx:pt idx="15764">242000</cx:pt>
          <cx:pt idx="15765">243000</cx:pt>
          <cx:pt idx="15766">245650</cx:pt>
          <cx:pt idx="15767">245800</cx:pt>
          <cx:pt idx="15768">248000</cx:pt>
          <cx:pt idx="15769">248500</cx:pt>
          <cx:pt idx="15770">250000</cx:pt>
          <cx:pt idx="15771">250000</cx:pt>
          <cx:pt idx="15772">250000</cx:pt>
          <cx:pt idx="15773">250000</cx:pt>
          <cx:pt idx="15774">250000</cx:pt>
          <cx:pt idx="15775">250000</cx:pt>
          <cx:pt idx="15776">250000</cx:pt>
          <cx:pt idx="15777">250010</cx:pt>
          <cx:pt idx="15778">250500</cx:pt>
          <cx:pt idx="15779">251000</cx:pt>
          <cx:pt idx="15780">251500</cx:pt>
          <cx:pt idx="15781">251500</cx:pt>
          <cx:pt idx="15782">252000</cx:pt>
          <cx:pt idx="15783">252000</cx:pt>
          <cx:pt idx="15784">254000</cx:pt>
          <cx:pt idx="15785">255000</cx:pt>
          <cx:pt idx="15786">255000</cx:pt>
          <cx:pt idx="15787">255000</cx:pt>
          <cx:pt idx="15788">256000</cx:pt>
          <cx:pt idx="15789">258000</cx:pt>
          <cx:pt idx="15790">258000</cx:pt>
          <cx:pt idx="15791">260000</cx:pt>
          <cx:pt idx="15792">260000</cx:pt>
          <cx:pt idx="15793">260000</cx:pt>
          <cx:pt idx="15794">265000</cx:pt>
          <cx:pt idx="15795">266700</cx:pt>
          <cx:pt idx="15796">267000</cx:pt>
          <cx:pt idx="15797">270000</cx:pt>
          <cx:pt idx="15798">272350</cx:pt>
          <cx:pt idx="15799">273000</cx:pt>
          <cx:pt idx="15800">273000</cx:pt>
          <cx:pt idx="15801">273000</cx:pt>
          <cx:pt idx="15802">273000</cx:pt>
          <cx:pt idx="15803">273000</cx:pt>
          <cx:pt idx="15804">273000</cx:pt>
          <cx:pt idx="15805">273000</cx:pt>
          <cx:pt idx="15806">273000</cx:pt>
          <cx:pt idx="15807">273000</cx:pt>
          <cx:pt idx="15808">273000</cx:pt>
          <cx:pt idx="15809">273000</cx:pt>
          <cx:pt idx="15810">273000</cx:pt>
          <cx:pt idx="15811">275900</cx:pt>
          <cx:pt idx="15812">276000</cx:pt>
          <cx:pt idx="15813">279000</cx:pt>
          <cx:pt idx="15814">279700</cx:pt>
          <cx:pt idx="15815">279900</cx:pt>
          <cx:pt idx="15816">280000</cx:pt>
          <cx:pt idx="15817">280200</cx:pt>
          <cx:pt idx="15818">282000</cx:pt>
          <cx:pt idx="15819">282200</cx:pt>
          <cx:pt idx="15820">282900</cx:pt>
          <cx:pt idx="15821">283000</cx:pt>
          <cx:pt idx="15822">283000</cx:pt>
          <cx:pt idx="15823">285000</cx:pt>
          <cx:pt idx="15824">285200</cx:pt>
          <cx:pt idx="15825">287200</cx:pt>
          <cx:pt idx="15826">288600</cx:pt>
          <cx:pt idx="15827">288900</cx:pt>
          <cx:pt idx="15828">289700</cx:pt>
          <cx:pt idx="15829">290000</cx:pt>
          <cx:pt idx="15830">290000</cx:pt>
          <cx:pt idx="15831">290000</cx:pt>
          <cx:pt idx="15832">290200</cx:pt>
          <cx:pt idx="15833">291000</cx:pt>
          <cx:pt idx="15834">292000</cx:pt>
          <cx:pt idx="15835">292000</cx:pt>
          <cx:pt idx="15836">292200</cx:pt>
          <cx:pt idx="15837">292500</cx:pt>
          <cx:pt idx="15838">294500</cx:pt>
          <cx:pt idx="15839">296300</cx:pt>
          <cx:pt idx="15840">296600</cx:pt>
          <cx:pt idx="15841">297000</cx:pt>
          <cx:pt idx="15842">298000</cx:pt>
          <cx:pt idx="15843">300000</cx:pt>
          <cx:pt idx="15844">300000</cx:pt>
          <cx:pt idx="15845">302000</cx:pt>
          <cx:pt idx="15846">304900</cx:pt>
          <cx:pt idx="15847">310800</cx:pt>
          <cx:pt idx="15848">312800</cx:pt>
          <cx:pt idx="15849">317500</cx:pt>
          <cx:pt idx="15850">320400</cx:pt>
          <cx:pt idx="15851">328000</cx:pt>
          <cx:pt idx="15852">329000</cx:pt>
          <cx:pt idx="15853">330000</cx:pt>
          <cx:pt idx="15854">334000</cx:pt>
          <cx:pt idx="15855">339000</cx:pt>
          <cx:pt idx="15856">340000</cx:pt>
          <cx:pt idx="15857">340000</cx:pt>
          <cx:pt idx="15858">342000</cx:pt>
          <cx:pt idx="15859">342000</cx:pt>
          <cx:pt idx="15860">342000</cx:pt>
          <cx:pt idx="15861">342000</cx:pt>
          <cx:pt idx="15862">342000</cx:pt>
          <cx:pt idx="15863">342000</cx:pt>
          <cx:pt idx="15864">342000</cx:pt>
          <cx:pt idx="15865">342000</cx:pt>
          <cx:pt idx="15866">342000</cx:pt>
          <cx:pt idx="15867">342000</cx:pt>
          <cx:pt idx="15868">342000</cx:pt>
          <cx:pt idx="15869">342000</cx:pt>
          <cx:pt idx="15870">342000</cx:pt>
          <cx:pt idx="15871">342000</cx:pt>
          <cx:pt idx="15872">342200</cx:pt>
          <cx:pt idx="15873">344000</cx:pt>
          <cx:pt idx="15874">344500</cx:pt>
          <cx:pt idx="15875">345000</cx:pt>
          <cx:pt idx="15876">345500</cx:pt>
          <cx:pt idx="15877">346500</cx:pt>
          <cx:pt idx="15878">347000</cx:pt>
          <cx:pt idx="15879">347000</cx:pt>
          <cx:pt idx="15880">349800</cx:pt>
          <cx:pt idx="15881">350000</cx:pt>
          <cx:pt idx="15882">353200</cx:pt>
          <cx:pt idx="15883">354200</cx:pt>
          <cx:pt idx="15884">354900</cx:pt>
          <cx:pt idx="15885">356000</cx:pt>
          <cx:pt idx="15886">357000</cx:pt>
          <cx:pt idx="15887">358000</cx:pt>
          <cx:pt idx="15888">360000</cx:pt>
          <cx:pt idx="15889">367000</cx:pt>
          <cx:pt idx="15890">371000</cx:pt>
          <cx:pt idx="15891">372000</cx:pt>
          <cx:pt idx="15892">372000</cx:pt>
          <cx:pt idx="15893">373000</cx:pt>
          <cx:pt idx="15894">373000</cx:pt>
          <cx:pt idx="15895">380000</cx:pt>
          <cx:pt idx="15896">393000</cx:pt>
          <cx:pt idx="15897">393000</cx:pt>
          <cx:pt idx="15898">402004</cx:pt>
          <cx:pt idx="15899">403000</cx:pt>
          <cx:pt idx="15900">408200</cx:pt>
          <cx:pt idx="15901">412000</cx:pt>
          <cx:pt idx="15902">432000</cx:pt>
          <cx:pt idx="15903">433000</cx:pt>
          <cx:pt idx="15904">442000</cx:pt>
          <cx:pt idx="15905">442000</cx:pt>
          <cx:pt idx="15906">451001</cx:pt>
          <cx:pt idx="15907">453000</cx:pt>
          <cx:pt idx="15908">456001</cx:pt>
          <cx:pt idx="15909">461000</cx:pt>
          <cx:pt idx="15910">461000</cx:pt>
          <cx:pt idx="15911">461000</cx:pt>
          <cx:pt idx="15912">461000</cx:pt>
          <cx:pt idx="15913">461000</cx:pt>
          <cx:pt idx="15914">461000</cx:pt>
          <cx:pt idx="15915">461000</cx:pt>
          <cx:pt idx="15916">461000</cx:pt>
          <cx:pt idx="15917">461000</cx:pt>
          <cx:pt idx="15918">461000</cx:pt>
          <cx:pt idx="15919">461000</cx:pt>
          <cx:pt idx="15920">461000</cx:pt>
          <cx:pt idx="15921">461000</cx:pt>
          <cx:pt idx="15922">461000</cx:pt>
          <cx:pt idx="15923">461000</cx:pt>
          <cx:pt idx="15924">461000</cx:pt>
          <cx:pt idx="15925">461000</cx:pt>
          <cx:pt idx="15926">461000</cx:pt>
          <cx:pt idx="15927">461000</cx:pt>
          <cx:pt idx="15928">461000</cx:pt>
          <cx:pt idx="15929">461000</cx:pt>
          <cx:pt idx="15930">461000</cx:pt>
          <cx:pt idx="15931">461000</cx:pt>
          <cx:pt idx="15932">461000</cx:pt>
          <cx:pt idx="15933">461000</cx:pt>
          <cx:pt idx="15934">461000</cx:pt>
          <cx:pt idx="15935">461000</cx:pt>
          <cx:pt idx="15936">461000</cx:pt>
          <cx:pt idx="15937">461000</cx:pt>
          <cx:pt idx="15938">461000</cx:pt>
          <cx:pt idx="15939">461000</cx:pt>
          <cx:pt idx="15940">461000</cx:pt>
          <cx:pt idx="15941">461000</cx:pt>
          <cx:pt idx="15942">461000</cx:pt>
          <cx:pt idx="15943">461000</cx:pt>
          <cx:pt idx="15944">461000</cx:pt>
          <cx:pt idx="15945">461000</cx:pt>
          <cx:pt idx="15946">461000</cx:pt>
          <cx:pt idx="15947">461000</cx:pt>
          <cx:pt idx="15948">461000</cx:pt>
          <cx:pt idx="15949">461000</cx:pt>
          <cx:pt idx="15950">461000</cx:pt>
          <cx:pt idx="15951">461100</cx:pt>
          <cx:pt idx="15952">461500</cx:pt>
          <cx:pt idx="15953">461600</cx:pt>
          <cx:pt idx="15954">462000</cx:pt>
          <cx:pt idx="15955">462000</cx:pt>
          <cx:pt idx="15956">462000</cx:pt>
          <cx:pt idx="15957">462200</cx:pt>
          <cx:pt idx="15958">462500</cx:pt>
          <cx:pt idx="15959">463500</cx:pt>
          <cx:pt idx="15960">464000</cx:pt>
          <cx:pt idx="15961">464000</cx:pt>
          <cx:pt idx="15962">465000</cx:pt>
          <cx:pt idx="15963">466000</cx:pt>
          <cx:pt idx="15964">466700</cx:pt>
          <cx:pt idx="15965">469000</cx:pt>
          <cx:pt idx="15966">469100</cx:pt>
          <cx:pt idx="15967">471000</cx:pt>
          <cx:pt idx="15968">471000</cx:pt>
          <cx:pt idx="15969">471000</cx:pt>
          <cx:pt idx="15970">471000</cx:pt>
          <cx:pt idx="15971">473000</cx:pt>
          <cx:pt idx="15972">473000</cx:pt>
          <cx:pt idx="15973">473000</cx:pt>
          <cx:pt idx="15974">473100</cx:pt>
          <cx:pt idx="15975">474000</cx:pt>
          <cx:pt idx="15976">476000</cx:pt>
          <cx:pt idx="15977">480600</cx:pt>
          <cx:pt idx="15978">481000</cx:pt>
          <cx:pt idx="15979">485000</cx:pt>
          <cx:pt idx="15980">485000</cx:pt>
          <cx:pt idx="15981">485500</cx:pt>
          <cx:pt idx="15982">493400</cx:pt>
          <cx:pt idx="15983">494000</cx:pt>
          <cx:pt idx="15984">496000</cx:pt>
          <cx:pt idx="15985">496200</cx:pt>
          <cx:pt idx="15986">496300</cx:pt>
          <cx:pt idx="15987">501000</cx:pt>
          <cx:pt idx="15988">501000</cx:pt>
          <cx:pt idx="15989">511001</cx:pt>
          <cx:pt idx="15990">513000</cx:pt>
          <cx:pt idx="15991">513000</cx:pt>
          <cx:pt idx="15992">514600</cx:pt>
          <cx:pt idx="15993">541000</cx:pt>
          <cx:pt idx="15994">551000</cx:pt>
          <cx:pt idx="15995">568500</cx:pt>
          <cx:pt idx="15996">582000</cx:pt>
          <cx:pt idx="15997">592000</cx:pt>
          <cx:pt idx="15998">592000</cx:pt>
          <cx:pt idx="15999">734000</cx:pt>
          <cx:pt idx="16000">734000</cx:pt>
          <cx:pt idx="16001">777000</cx:pt>
          <cx:pt idx="16002">803000</cx:pt>
          <cx:pt idx="16003">813000</cx:pt>
          <cx:pt idx="16004">883000</cx:pt>
        </cx:lvl>
      </cx:numDim>
    </cx:data>
  </cx:chartData>
  <cx:chart>
    <cx:title pos="t" align="ctr" overlay="0">
      <cx:tx>
        <cx:txData>
          <cx:v>Frequency of 'INCOME'</cx:v>
        </cx:txData>
      </cx:tx>
      <cx:txPr>
        <a:bodyPr vertOverflow="overflow" horzOverflow="overflow" wrap="square" lIns="0" tIns="0" rIns="0" bIns="0"/>
        <a:lstStyle/>
        <a:p>
          <a:pPr algn="ctr" rtl="0">
            <a:defRPr sz="1400" b="0" i="0">
              <a:solidFill>
                <a:srgbClr val="7F7F7F"/>
              </a:solidFill>
              <a:latin typeface="Calibri" panose="020F0502020204030204" pitchFamily="34" charset="0"/>
              <a:ea typeface="Calibri" panose="020F0502020204030204" pitchFamily="34" charset="0"/>
              <a:cs typeface="Calibri" panose="020F0502020204030204" pitchFamily="34" charset="0"/>
            </a:defRPr>
          </a:pPr>
          <a:r>
            <a:t>Frequency of 'INCOME'</a:t>
          </a:r>
        </a:p>
      </cx:txPr>
    </cx:title>
    <cx:plotArea>
      <cx:plotAreaRegion>
        <cx:series layoutId="clusteredColumn" uniqueId="{D7864F93-B633-4C4C-88E1-C89FC159A09B}">
          <cx:spPr>
            <a:solidFill>
              <a:srgbClr val="595959"/>
            </a:solidFill>
          </cx:spPr>
          <cx:dataId val="0"/>
          <cx:layoutPr>
            <cx:binning intervalClosed="r" overflow="260000.0001">
              <cx:binSize val="25000"/>
            </cx:binning>
          </cx:layoutPr>
        </cx:series>
      </cx:plotAreaRegion>
      <cx:axis id="0">
        <cx:catScaling gapWidth="0.330000013"/>
        <cx:title>
          <cx:tx>
            <cx:txData>
              <cx:v>INCOME</cx:v>
            </cx:txData>
          </cx:tx>
          <cx:txPr>
            <a:bodyPr vertOverflow="overflow" horzOverflow="overflow" wrap="square" lIns="0" tIns="0" rIns="0" bIns="0"/>
            <a:lstStyle/>
            <a:p>
              <a:pPr algn="ctr" rtl="0">
                <a:defRPr sz="900" b="0" i="0">
                  <a:solidFill>
                    <a:srgbClr val="7F7F7F"/>
                  </a:solidFill>
                  <a:latin typeface="Calibri" panose="020F0502020204030204" pitchFamily="34" charset="0"/>
                  <a:ea typeface="Calibri" panose="020F0502020204030204" pitchFamily="34" charset="0"/>
                  <a:cs typeface="Calibri" panose="020F0502020204030204" pitchFamily="34" charset="0"/>
                </a:defRPr>
              </a:pPr>
              <a:r>
                <a:t>INCOME</a:t>
              </a:r>
            </a:p>
          </cx:txPr>
        </cx:title>
        <cx:tickLabels/>
        <cx:txPr>
          <a:bodyPr vertOverflow="overflow" horzOverflow="overflow" wrap="square" lIns="0" tIns="0" rIns="0" bIns="0"/>
          <a:lstStyle/>
          <a:p>
            <a:pPr algn="ctr" rtl="0">
              <a:defRPr sz="1200" b="0" i="0">
                <a:solidFill>
                  <a:srgbClr val="000000"/>
                </a:solidFill>
                <a:latin typeface="Calibri" panose="020F0502020204030204" pitchFamily="34" charset="0"/>
                <a:ea typeface="Calibri" panose="020F0502020204030204" pitchFamily="34" charset="0"/>
                <a:cs typeface="Calibri" panose="020F0502020204030204" pitchFamily="34" charset="0"/>
              </a:defRPr>
            </a:pPr>
            <a:endParaRPr/>
          </a:p>
        </cx:txPr>
      </cx:axis>
      <cx:axis id="1">
        <cx:valScaling/>
        <cx:title>
          <cx:tx>
            <cx:txData>
              <cx:v>Frequency</cx:v>
            </cx:txData>
          </cx:tx>
          <cx:txPr>
            <a:bodyPr vertOverflow="overflow" horzOverflow="overflow" wrap="square" lIns="0" tIns="0" rIns="0" bIns="0"/>
            <a:lstStyle/>
            <a:p>
              <a:pPr algn="ctr" rtl="0">
                <a:defRPr sz="900" b="0" i="0">
                  <a:solidFill>
                    <a:srgbClr val="7F7F7F"/>
                  </a:solidFill>
                  <a:latin typeface="Calibri" panose="020F0502020204030204" pitchFamily="34" charset="0"/>
                  <a:ea typeface="Calibri" panose="020F0502020204030204" pitchFamily="34" charset="0"/>
                  <a:cs typeface="Calibri" panose="020F0502020204030204" pitchFamily="34" charset="0"/>
                </a:defRPr>
              </a:pPr>
              <a:r>
                <a:t>Frequency</a:t>
              </a:r>
            </a:p>
          </cx:txPr>
        </cx:title>
        <cx:majorGridlines/>
        <cx:tickLabels/>
        <cx:txPr>
          <a:bodyPr vertOverflow="overflow" horzOverflow="overflow" wrap="square" lIns="0" tIns="0" rIns="0" bIns="0"/>
          <a:lstStyle/>
          <a:p>
            <a:pPr algn="ctr" rtl="0">
              <a:defRPr sz="1200" b="0" i="0">
                <a:solidFill>
                  <a:srgbClr val="000000"/>
                </a:solidFill>
                <a:latin typeface="Calibri" panose="020F0502020204030204" pitchFamily="34" charset="0"/>
                <a:ea typeface="Calibri" panose="020F0502020204030204" pitchFamily="34" charset="0"/>
                <a:cs typeface="Calibri" panose="020F0502020204030204" pitchFamily="34" charset="0"/>
              </a:defRPr>
            </a:pPr>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D55C04-246F-8D48-8A14-F2EB3C687FCD}" type="datetimeFigureOut">
              <a:rPr lang="en-US" smtClean="0"/>
              <a:t>11/29/25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5CDBC3-56AC-5740-A4F5-2749F60EA645}" type="slidenum">
              <a:rPr lang="en-US" smtClean="0"/>
              <a:t>‹#›</a:t>
            </a:fld>
            <a:endParaRPr lang="en-US"/>
          </a:p>
        </p:txBody>
      </p:sp>
    </p:spTree>
    <p:extLst>
      <p:ext uri="{BB962C8B-B14F-4D97-AF65-F5344CB8AC3E}">
        <p14:creationId xmlns:p14="http://schemas.microsoft.com/office/powerpoint/2010/main" val="3091623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25CDBC3-56AC-5740-A4F5-2749F60EA645}" type="slidenum">
              <a:rPr lang="en-US" smtClean="0"/>
              <a:t>14</a:t>
            </a:fld>
            <a:endParaRPr lang="en-US"/>
          </a:p>
        </p:txBody>
      </p:sp>
    </p:spTree>
    <p:extLst>
      <p:ext uri="{BB962C8B-B14F-4D97-AF65-F5344CB8AC3E}">
        <p14:creationId xmlns:p14="http://schemas.microsoft.com/office/powerpoint/2010/main" val="4008367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1=Men                                   " This shows the average of income and how many individuals with health insurance"</a:t>
            </a:r>
          </a:p>
          <a:p>
            <a:r>
              <a:rPr lang="en-US">
                <a:latin typeface="Calibri"/>
                <a:ea typeface="Calibri"/>
                <a:cs typeface="Calibri"/>
              </a:rPr>
              <a:t>2=Women</a:t>
            </a:r>
          </a:p>
        </p:txBody>
      </p:sp>
      <p:sp>
        <p:nvSpPr>
          <p:cNvPr id="4" name="Slide Number Placeholder 3"/>
          <p:cNvSpPr>
            <a:spLocks noGrp="1"/>
          </p:cNvSpPr>
          <p:nvPr>
            <p:ph type="sldNum" sz="quarter" idx="5"/>
          </p:nvPr>
        </p:nvSpPr>
        <p:spPr/>
        <p:txBody>
          <a:bodyPr/>
          <a:lstStyle/>
          <a:p>
            <a:fld id="{525CDBC3-56AC-5740-A4F5-2749F60EA645}" type="slidenum">
              <a:rPr lang="en-US" smtClean="0"/>
              <a:t>24</a:t>
            </a:fld>
            <a:endParaRPr lang="en-US"/>
          </a:p>
        </p:txBody>
      </p:sp>
    </p:spTree>
    <p:extLst>
      <p:ext uri="{BB962C8B-B14F-4D97-AF65-F5344CB8AC3E}">
        <p14:creationId xmlns:p14="http://schemas.microsoft.com/office/powerpoint/2010/main" val="2408957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25CDBC3-56AC-5740-A4F5-2749F60EA645}" type="slidenum">
              <a:rPr lang="en-US" smtClean="0"/>
              <a:t>28</a:t>
            </a:fld>
            <a:endParaRPr lang="en-US"/>
          </a:p>
        </p:txBody>
      </p:sp>
    </p:spTree>
    <p:extLst>
      <p:ext uri="{BB962C8B-B14F-4D97-AF65-F5344CB8AC3E}">
        <p14:creationId xmlns:p14="http://schemas.microsoft.com/office/powerpoint/2010/main" val="338519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25CDBC3-56AC-5740-A4F5-2749F60EA645}" type="slidenum">
              <a:rPr lang="en-US" smtClean="0"/>
              <a:t>29</a:t>
            </a:fld>
            <a:endParaRPr lang="en-US"/>
          </a:p>
        </p:txBody>
      </p:sp>
    </p:spTree>
    <p:extLst>
      <p:ext uri="{BB962C8B-B14F-4D97-AF65-F5344CB8AC3E}">
        <p14:creationId xmlns:p14="http://schemas.microsoft.com/office/powerpoint/2010/main" val="3560548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7C17C9F-D9E7-E643-91B8-CAAB9B3C60F6}" type="datetimeFigureOut">
              <a:rPr lang="en-US" smtClean="0"/>
              <a:t>11/29/25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0925CD41-6A0F-B949-9F72-C7759DE37BF6}"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1447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C17C9F-D9E7-E643-91B8-CAAB9B3C60F6}" type="datetimeFigureOut">
              <a:rPr lang="en-US" smtClean="0"/>
              <a:t>11/29/25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25CD41-6A0F-B949-9F72-C7759DE37BF6}"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9046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C17C9F-D9E7-E643-91B8-CAAB9B3C60F6}" type="datetimeFigureOut">
              <a:rPr lang="en-US" smtClean="0"/>
              <a:t>11/29/25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25CD41-6A0F-B949-9F72-C7759DE37BF6}"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07637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7C17C9F-D9E7-E643-91B8-CAAB9B3C60F6}" type="datetimeFigureOut">
              <a:rPr lang="en-US" smtClean="0"/>
              <a:t>11/29/25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25CD41-6A0F-B949-9F72-C7759DE37BF6}"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83150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C17C9F-D9E7-E643-91B8-CAAB9B3C60F6}" type="datetimeFigureOut">
              <a:rPr lang="en-US" smtClean="0"/>
              <a:t>11/29/25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25CD41-6A0F-B949-9F72-C7759DE37BF6}"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58156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C17C9F-D9E7-E643-91B8-CAAB9B3C60F6}" type="datetimeFigureOut">
              <a:rPr lang="en-US" smtClean="0"/>
              <a:t>11/29/25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25CD41-6A0F-B949-9F72-C7759DE37BF6}"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25317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C17C9F-D9E7-E643-91B8-CAAB9B3C60F6}" type="datetimeFigureOut">
              <a:rPr lang="en-US" smtClean="0"/>
              <a:t>11/29/25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25CD41-6A0F-B949-9F72-C7759DE37BF6}" type="slidenum">
              <a:rPr lang="en-US" smtClean="0"/>
              <a:t>‹#›</a:t>
            </a:fld>
            <a:endParaRPr lang="en-US"/>
          </a:p>
        </p:txBody>
      </p:sp>
    </p:spTree>
    <p:extLst>
      <p:ext uri="{BB962C8B-B14F-4D97-AF65-F5344CB8AC3E}">
        <p14:creationId xmlns:p14="http://schemas.microsoft.com/office/powerpoint/2010/main" val="499215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C17C9F-D9E7-E643-91B8-CAAB9B3C60F6}" type="datetimeFigureOut">
              <a:rPr lang="en-US" smtClean="0"/>
              <a:t>11/29/25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25CD41-6A0F-B949-9F72-C7759DE37BF6}"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24455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7C17C9F-D9E7-E643-91B8-CAAB9B3C60F6}" type="datetimeFigureOut">
              <a:rPr lang="en-US" smtClean="0"/>
              <a:t>11/29/25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0925CD41-6A0F-B949-9F72-C7759DE37BF6}"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40701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C17C9F-D9E7-E643-91B8-CAAB9B3C60F6}" type="datetimeFigureOut">
              <a:rPr lang="en-US" smtClean="0"/>
              <a:t>11/29/25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25CD41-6A0F-B949-9F72-C7759DE37BF6}"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46477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C17C9F-D9E7-E643-91B8-CAAB9B3C60F6}" type="datetimeFigureOut">
              <a:rPr lang="en-US" smtClean="0"/>
              <a:t>11/29/25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25CD41-6A0F-B949-9F72-C7759DE37BF6}"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93634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7C17C9F-D9E7-E643-91B8-CAAB9B3C60F6}" type="datetimeFigureOut">
              <a:rPr lang="en-US" smtClean="0"/>
              <a:t>11/29/25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925CD41-6A0F-B949-9F72-C7759DE37BF6}"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77933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aliem.com/2016/04/aca-actually-reduce-ed-visits-politicians-promised/"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kboo.fm/media/79430-ten-years-aca-improvements-healthcares-racial-disparities-still-ways-go"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flickr.com/photos/128745475@N07/17209547629"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nagpurtoday.in/what-is-restoration-benefit-in-health-insurance-plans/02191344"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communitymedicine4all.com/2020/11/04/public-health-system-definition-and-types/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www.investitwisely.com/do-you-know-how-to-choose-the-right-health-insurance-2/" TargetMode="External"/><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4/relationships/chartEx" Target="../charts/chartEx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census.gov/programs-surveys/ac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hyperlink" Target="https://www.healthcare.gov/where-can-i-read-the-affordable-care-act/" TargetMode="External"/><Relationship Id="rId4" Type="http://schemas.openxmlformats.org/officeDocument/2006/relationships/hyperlink" Target="https://www.kff.org/health-policy-101-the-politics-of-health-care-and-the-2024-election/?entry=table-of-contents-health-reform-in-elec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69834E-5EEE-4D61-833E-0492889645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8E5D9BA-46E7-4BFA-9C74-75495BF6F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5B033D76-5800-44B6-AFE9-EE2106935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22D6F85-FFBA-4F81-AEE5-AAA17CB7A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2"/>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3B31514-E6DF-4357-9EEA-EFB798308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ln>
            <a:solidFill>
              <a:srgbClr val="949494"/>
            </a:solid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5966E0-8BA2-4AA3-1E16-A5F2BEA3C01C}"/>
              </a:ext>
            </a:extLst>
          </p:cNvPr>
          <p:cNvSpPr>
            <a:spLocks noGrp="1"/>
          </p:cNvSpPr>
          <p:nvPr>
            <p:ph type="ctrTitle"/>
          </p:nvPr>
        </p:nvSpPr>
        <p:spPr>
          <a:xfrm>
            <a:off x="1557071" y="1584552"/>
            <a:ext cx="9099255" cy="2537251"/>
          </a:xfrm>
        </p:spPr>
        <p:txBody>
          <a:bodyPr anchor="ctr">
            <a:normAutofit/>
          </a:bodyPr>
          <a:lstStyle/>
          <a:p>
            <a:pPr algn="ctr"/>
            <a:r>
              <a:rPr lang="en-US" sz="4000">
                <a:solidFill>
                  <a:srgbClr val="454545"/>
                </a:solidFill>
              </a:rPr>
              <a:t>Health Access Before &amp; After the ACA</a:t>
            </a:r>
          </a:p>
        </p:txBody>
      </p:sp>
      <p:sp>
        <p:nvSpPr>
          <p:cNvPr id="3" name="Subtitle 2">
            <a:extLst>
              <a:ext uri="{FF2B5EF4-FFF2-40B4-BE49-F238E27FC236}">
                <a16:creationId xmlns:a16="http://schemas.microsoft.com/office/drawing/2014/main" id="{22A0516E-A988-5A41-580E-F223E5CDB1AD}"/>
              </a:ext>
            </a:extLst>
          </p:cNvPr>
          <p:cNvSpPr>
            <a:spLocks noGrp="1"/>
          </p:cNvSpPr>
          <p:nvPr>
            <p:ph type="subTitle" idx="1"/>
          </p:nvPr>
        </p:nvSpPr>
        <p:spPr>
          <a:xfrm>
            <a:off x="1535674" y="3977024"/>
            <a:ext cx="9099255" cy="977786"/>
          </a:xfrm>
        </p:spPr>
        <p:txBody>
          <a:bodyPr>
            <a:normAutofit fontScale="25000" lnSpcReduction="20000"/>
          </a:bodyPr>
          <a:lstStyle/>
          <a:p>
            <a:pPr algn="ctr"/>
            <a:r>
              <a:rPr lang="en-US" sz="4800" dirty="0">
                <a:solidFill>
                  <a:schemeClr val="accent1"/>
                </a:solidFill>
              </a:rPr>
              <a:t>CTEC 128</a:t>
            </a:r>
          </a:p>
          <a:p>
            <a:pPr algn="ctr"/>
            <a:r>
              <a:rPr lang="en-US" sz="4800" dirty="0">
                <a:solidFill>
                  <a:schemeClr val="accent1"/>
                </a:solidFill>
              </a:rPr>
              <a:t>Saniya </a:t>
            </a:r>
            <a:r>
              <a:rPr lang="en-US" sz="4800" dirty="0" err="1">
                <a:solidFill>
                  <a:schemeClr val="accent1"/>
                </a:solidFill>
              </a:rPr>
              <a:t>i</a:t>
            </a:r>
            <a:r>
              <a:rPr lang="en-US" sz="4800" dirty="0">
                <a:solidFill>
                  <a:schemeClr val="accent1"/>
                </a:solidFill>
              </a:rPr>
              <a:t>, </a:t>
            </a:r>
            <a:r>
              <a:rPr lang="en-US" sz="4800" dirty="0" err="1">
                <a:solidFill>
                  <a:schemeClr val="accent1"/>
                </a:solidFill>
              </a:rPr>
              <a:t>cali</a:t>
            </a:r>
            <a:r>
              <a:rPr lang="en-US" sz="4800" dirty="0">
                <a:solidFill>
                  <a:schemeClr val="accent1"/>
                </a:solidFill>
              </a:rPr>
              <a:t> g, </a:t>
            </a:r>
            <a:r>
              <a:rPr lang="en-US" sz="4800" dirty="0" err="1">
                <a:solidFill>
                  <a:schemeClr val="accent1"/>
                </a:solidFill>
              </a:rPr>
              <a:t>jada</a:t>
            </a:r>
            <a:r>
              <a:rPr lang="en-US" sz="4800" dirty="0">
                <a:solidFill>
                  <a:schemeClr val="accent1"/>
                </a:solidFill>
              </a:rPr>
              <a:t> l, Christopher m, </a:t>
            </a:r>
            <a:r>
              <a:rPr lang="en-US" sz="4800" dirty="0" err="1">
                <a:solidFill>
                  <a:schemeClr val="accent1"/>
                </a:solidFill>
              </a:rPr>
              <a:t>kerin</a:t>
            </a:r>
            <a:r>
              <a:rPr lang="en-US" sz="4800" dirty="0">
                <a:solidFill>
                  <a:schemeClr val="accent1"/>
                </a:solidFill>
              </a:rPr>
              <a:t> q</a:t>
            </a:r>
          </a:p>
          <a:p>
            <a:pPr algn="ctr"/>
            <a:r>
              <a:rPr lang="en-US" sz="4800" dirty="0">
                <a:solidFill>
                  <a:schemeClr val="accent1"/>
                </a:solidFill>
              </a:rPr>
              <a:t>Professor </a:t>
            </a:r>
            <a:r>
              <a:rPr lang="en-US" sz="4800" dirty="0" err="1">
                <a:solidFill>
                  <a:schemeClr val="accent1"/>
                </a:solidFill>
              </a:rPr>
              <a:t>stephanie</a:t>
            </a:r>
            <a:r>
              <a:rPr lang="en-US" sz="4800" dirty="0">
                <a:solidFill>
                  <a:schemeClr val="accent1"/>
                </a:solidFill>
              </a:rPr>
              <a:t> miller</a:t>
            </a:r>
          </a:p>
          <a:p>
            <a:pPr algn="ctr"/>
            <a:endParaRPr lang="en-US" dirty="0">
              <a:solidFill>
                <a:schemeClr val="accent1"/>
              </a:solidFill>
            </a:endParaRPr>
          </a:p>
          <a:p>
            <a:pPr algn="ctr"/>
            <a:endParaRPr lang="en-US" dirty="0">
              <a:solidFill>
                <a:schemeClr val="accent1"/>
              </a:solidFill>
            </a:endParaRPr>
          </a:p>
        </p:txBody>
      </p:sp>
      <p:pic>
        <p:nvPicPr>
          <p:cNvPr id="18" name="Picture 17">
            <a:extLst>
              <a:ext uri="{FF2B5EF4-FFF2-40B4-BE49-F238E27FC236}">
                <a16:creationId xmlns:a16="http://schemas.microsoft.com/office/drawing/2014/main" id="{4C401D57-600A-4C91-AC9A-14CA1ED6F7D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0" name="Straight Connector 19">
            <a:extLst>
              <a:ext uri="{FF2B5EF4-FFF2-40B4-BE49-F238E27FC236}">
                <a16:creationId xmlns:a16="http://schemas.microsoft.com/office/drawing/2014/main" id="{412BDC66-00FA-4A3F-9BC7-BE05FF7705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926776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4" name="Rectangle 93">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96" name="Picture 95">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98" name="Straight Connector 97">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02" name="Rectangle 101">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23897184-0431-E85D-605E-9A91FEA41EB9}"/>
              </a:ext>
            </a:extLst>
          </p:cNvPr>
          <p:cNvSpPr>
            <a:spLocks noGrp="1"/>
          </p:cNvSpPr>
          <p:nvPr>
            <p:ph type="title"/>
          </p:nvPr>
        </p:nvSpPr>
        <p:spPr>
          <a:xfrm>
            <a:off x="1452616" y="962902"/>
            <a:ext cx="4176384" cy="2380828"/>
          </a:xfrm>
        </p:spPr>
        <p:txBody>
          <a:bodyPr vert="horz" lIns="91440" tIns="45720" rIns="91440" bIns="0" rtlCol="0" anchor="b">
            <a:normAutofit/>
          </a:bodyPr>
          <a:lstStyle/>
          <a:p>
            <a:r>
              <a:rPr lang="en-US" sz="4100"/>
              <a:t>introduction</a:t>
            </a:r>
          </a:p>
        </p:txBody>
      </p:sp>
      <p:cxnSp>
        <p:nvCxnSpPr>
          <p:cNvPr id="106" name="Straight Connector 105">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417147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4" name="Picture 3" descr="A button with text on it&#10;&#10;Description automatically generated">
            <a:extLst>
              <a:ext uri="{FF2B5EF4-FFF2-40B4-BE49-F238E27FC236}">
                <a16:creationId xmlns:a16="http://schemas.microsoft.com/office/drawing/2014/main" id="{E5469CFC-C0D7-FB35-D374-0A57F05C739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244251" y="805583"/>
            <a:ext cx="4660762" cy="4660762"/>
          </a:xfrm>
          <a:prstGeom prst="rect">
            <a:avLst/>
          </a:prstGeom>
        </p:spPr>
      </p:pic>
      <p:pic>
        <p:nvPicPr>
          <p:cNvPr id="108" name="Picture 107">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10" name="Straight Connector 109">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426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noFill/>
          <a:ln>
            <a:solidFill>
              <a:srgbClr val="4545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2E0264-6FCD-DF8C-412E-1CC1D20ECA9A}"/>
              </a:ext>
            </a:extLst>
          </p:cNvPr>
          <p:cNvSpPr>
            <a:spLocks noGrp="1"/>
          </p:cNvSpPr>
          <p:nvPr>
            <p:ph idx="1"/>
          </p:nvPr>
        </p:nvSpPr>
        <p:spPr>
          <a:xfrm>
            <a:off x="1175767" y="1181247"/>
            <a:ext cx="9657320" cy="3839366"/>
          </a:xfrm>
        </p:spPr>
        <p:txBody>
          <a:bodyPr>
            <a:normAutofit/>
          </a:bodyPr>
          <a:lstStyle/>
          <a:p>
            <a:r>
              <a:rPr lang="en-US"/>
              <a:t>The goal of this project is to explore how changes to the Affordable Care Act (ACA) could affect healthcare access and coverage. The ACA, enacted in 2010, aimed to broaden access to health insurance, reduce costs, and improve health outcomes, particularly for low-income individuals. If key provisions of the ACA are rolled back, potential repercussions could include reduced access to insurance, higher healthcare costs, increased health disparities, decreased access to preventive services, greater financial strain on healthcare systems, and fewer employer-sponsored insurance plans.</a:t>
            </a:r>
          </a:p>
        </p:txBody>
      </p:sp>
      <p:pic>
        <p:nvPicPr>
          <p:cNvPr id="18" name="Picture 17">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507135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noFill/>
          <a:ln>
            <a:solidFill>
              <a:srgbClr val="4545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CF70AC8-7947-E729-D6B7-5ADE94A83BCD}"/>
              </a:ext>
            </a:extLst>
          </p:cNvPr>
          <p:cNvSpPr>
            <a:spLocks noGrp="1"/>
          </p:cNvSpPr>
          <p:nvPr>
            <p:ph idx="1"/>
          </p:nvPr>
        </p:nvSpPr>
        <p:spPr>
          <a:xfrm>
            <a:off x="1185863" y="1243013"/>
            <a:ext cx="9671607" cy="3625549"/>
          </a:xfrm>
        </p:spPr>
        <p:txBody>
          <a:bodyPr>
            <a:normAutofit/>
          </a:bodyPr>
          <a:lstStyle/>
          <a:p>
            <a:r>
              <a:rPr lang="en-US"/>
              <a:t>Healthcare policy plays a crucial role in shaping the accessibility, affordability, and quality of medical care available to the public. One of the most significant healthcare policy reforms in recent history is the Affordable Care Act (ACA), which was enacted in 2010 with the aim of transforming the U.S. healthcare system. The ACA sought to address critical issues such as high rates of uninsured individuals, rising healthcare costs, and inequities in access to care.</a:t>
            </a:r>
          </a:p>
        </p:txBody>
      </p:sp>
      <p:pic>
        <p:nvPicPr>
          <p:cNvPr id="18" name="Picture 17">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2045982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1" name="Picture 30">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3" name="Straight Connector 32">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7" name="Rectangle 36">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ABD11C2A-2A7F-F0CD-9D3A-7C42EF27AFC6}"/>
              </a:ext>
            </a:extLst>
          </p:cNvPr>
          <p:cNvSpPr>
            <a:spLocks noGrp="1"/>
          </p:cNvSpPr>
          <p:nvPr>
            <p:ph type="title"/>
          </p:nvPr>
        </p:nvSpPr>
        <p:spPr>
          <a:xfrm>
            <a:off x="1452616" y="962902"/>
            <a:ext cx="4176384" cy="2380828"/>
          </a:xfrm>
        </p:spPr>
        <p:txBody>
          <a:bodyPr vert="horz" lIns="91440" tIns="45720" rIns="91440" bIns="0" rtlCol="0" anchor="b">
            <a:normAutofit/>
          </a:bodyPr>
          <a:lstStyle/>
          <a:p>
            <a:r>
              <a:rPr lang="en-US" sz="4800"/>
              <a:t>Literature review</a:t>
            </a:r>
          </a:p>
        </p:txBody>
      </p:sp>
      <p:cxnSp>
        <p:nvCxnSpPr>
          <p:cNvPr id="41" name="Straight Connector 40">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417147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4" name="Picture 3" descr="A person in a white coat with a stethoscope and a heart&#10;&#10;Description automatically generated">
            <a:extLst>
              <a:ext uri="{FF2B5EF4-FFF2-40B4-BE49-F238E27FC236}">
                <a16:creationId xmlns:a16="http://schemas.microsoft.com/office/drawing/2014/main" id="{C95B0439-2D3A-06D6-BF7D-3A9831328F10}"/>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244251" y="805583"/>
            <a:ext cx="4660762" cy="4660762"/>
          </a:xfrm>
          <a:prstGeom prst="rect">
            <a:avLst/>
          </a:prstGeom>
        </p:spPr>
      </p:pic>
      <p:pic>
        <p:nvPicPr>
          <p:cNvPr id="43" name="Picture 42">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5" name="Straight Connector 44">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8963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noFill/>
          <a:ln>
            <a:solidFill>
              <a:srgbClr val="4545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014E2D-5AE1-021F-9071-B4529A98DF7D}"/>
              </a:ext>
            </a:extLst>
          </p:cNvPr>
          <p:cNvSpPr>
            <a:spLocks noGrp="1"/>
          </p:cNvSpPr>
          <p:nvPr>
            <p:ph type="title"/>
          </p:nvPr>
        </p:nvSpPr>
        <p:spPr>
          <a:xfrm>
            <a:off x="1451579" y="1376053"/>
            <a:ext cx="9405891" cy="2400526"/>
          </a:xfrm>
        </p:spPr>
        <p:txBody>
          <a:bodyPr anchor="ctr">
            <a:normAutofit/>
          </a:bodyPr>
          <a:lstStyle/>
          <a:p>
            <a:r>
              <a:rPr lang="en-US" sz="1800">
                <a:latin typeface="Gill Sans MT"/>
                <a:cs typeface="Times New Roman"/>
              </a:rPr>
              <a:t>concepts and ideas</a:t>
            </a:r>
            <a:br>
              <a:rPr lang="en-US" sz="1800">
                <a:latin typeface="Gill Sans MT"/>
                <a:cs typeface="Times New Roman"/>
              </a:rPr>
            </a:br>
            <a:br>
              <a:rPr lang="en-US" sz="1800">
                <a:latin typeface="Gill Sans MT"/>
                <a:cs typeface="Times New Roman"/>
              </a:rPr>
            </a:br>
            <a:r>
              <a:rPr lang="en-US" sz="1800">
                <a:latin typeface="Gill Sans MT"/>
                <a:cs typeface="Times New Roman"/>
              </a:rPr>
              <a:t>•health care</a:t>
            </a:r>
            <a:br>
              <a:rPr lang="en-US" sz="1800">
                <a:latin typeface="Gill Sans MT"/>
                <a:cs typeface="Times New Roman"/>
              </a:rPr>
            </a:br>
            <a:r>
              <a:rPr lang="en-US" sz="1800">
                <a:latin typeface="Gill Sans MT"/>
                <a:cs typeface="Times New Roman"/>
              </a:rPr>
              <a:t>-history- discrimination- Programs/policies</a:t>
            </a:r>
            <a:br>
              <a:rPr lang="en-US" sz="1800">
                <a:latin typeface="Gill Sans MT"/>
                <a:cs typeface="Times New Roman"/>
              </a:rPr>
            </a:br>
            <a:r>
              <a:rPr lang="en-US" sz="1800">
                <a:latin typeface="Gill Sans MT"/>
                <a:cs typeface="Times New Roman"/>
              </a:rPr>
              <a:t>-finance- History of affordability</a:t>
            </a:r>
            <a:br>
              <a:rPr lang="en-US" sz="1800">
                <a:latin typeface="Gill Sans MT"/>
                <a:cs typeface="Times New Roman"/>
              </a:rPr>
            </a:br>
            <a:r>
              <a:rPr lang="en-US" sz="1800">
                <a:latin typeface="Gill Sans MT"/>
                <a:cs typeface="Times New Roman"/>
              </a:rPr>
              <a:t>-race/gender prominent related issues</a:t>
            </a:r>
            <a:br>
              <a:rPr lang="en-US" sz="1800">
                <a:latin typeface="Gill Sans MT"/>
                <a:cs typeface="Times New Roman"/>
              </a:rPr>
            </a:br>
            <a:endParaRPr lang="en-US" sz="1800"/>
          </a:p>
        </p:txBody>
      </p:sp>
      <p:pic>
        <p:nvPicPr>
          <p:cNvPr id="18" name="Picture 17">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252735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noFill/>
          <a:ln>
            <a:solidFill>
              <a:srgbClr val="4545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80FA14-914E-7DB4-D5A7-9380495C93C7}"/>
              </a:ext>
            </a:extLst>
          </p:cNvPr>
          <p:cNvSpPr>
            <a:spLocks noGrp="1"/>
          </p:cNvSpPr>
          <p:nvPr>
            <p:ph type="title"/>
          </p:nvPr>
        </p:nvSpPr>
        <p:spPr>
          <a:xfrm>
            <a:off x="1451579" y="1376053"/>
            <a:ext cx="9405891" cy="1002990"/>
          </a:xfrm>
        </p:spPr>
        <p:txBody>
          <a:bodyPr anchor="ctr">
            <a:normAutofit/>
          </a:bodyPr>
          <a:lstStyle/>
          <a:p>
            <a:r>
              <a:rPr lang="en-US"/>
              <a:t>Context and Problem Statement</a:t>
            </a:r>
          </a:p>
        </p:txBody>
      </p:sp>
      <p:sp>
        <p:nvSpPr>
          <p:cNvPr id="3" name="Content Placeholder 2">
            <a:extLst>
              <a:ext uri="{FF2B5EF4-FFF2-40B4-BE49-F238E27FC236}">
                <a16:creationId xmlns:a16="http://schemas.microsoft.com/office/drawing/2014/main" id="{FFAE085F-22D6-2EC8-9A6E-AA298BE479DE}"/>
              </a:ext>
            </a:extLst>
          </p:cNvPr>
          <p:cNvSpPr>
            <a:spLocks noGrp="1"/>
          </p:cNvSpPr>
          <p:nvPr>
            <p:ph idx="1"/>
          </p:nvPr>
        </p:nvSpPr>
        <p:spPr>
          <a:xfrm>
            <a:off x="1451579" y="2464991"/>
            <a:ext cx="9405891" cy="2403571"/>
          </a:xfrm>
        </p:spPr>
        <p:txBody>
          <a:bodyPr>
            <a:normAutofit fontScale="92500"/>
          </a:bodyPr>
          <a:lstStyle/>
          <a:p>
            <a:pPr marL="0" indent="0">
              <a:buNone/>
            </a:pPr>
            <a:r>
              <a:rPr lang="en-US">
                <a:ea typeface="+mn-lt"/>
                <a:cs typeface="+mn-lt"/>
              </a:rPr>
              <a:t>If the ACA were repealed, as proposed in political debates, this would have profound impacts on healthcare coverage and health outcomes, particularly for vulnerable populations. Project 2025 could aim to enhance or adjust these reforms to address current gaps in the system, promoting sustainable, equitable healthcare policies for the future. Millions could possibly lose health insurance, there could also be a return of preexisting condition exclusions, lastly one that could definitely effect us; elimination of young adult coverage.</a:t>
            </a:r>
            <a:endParaRPr lang="en-US"/>
          </a:p>
        </p:txBody>
      </p:sp>
      <p:pic>
        <p:nvPicPr>
          <p:cNvPr id="18" name="Picture 17">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1712637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6" name="Picture 45">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8" name="Straight Connector 47">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52" name="Rectangle 51">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80599F0-DEAC-EAE0-FC51-6D621C49675B}"/>
              </a:ext>
            </a:extLst>
          </p:cNvPr>
          <p:cNvSpPr>
            <a:spLocks noGrp="1"/>
          </p:cNvSpPr>
          <p:nvPr>
            <p:ph type="title"/>
          </p:nvPr>
        </p:nvSpPr>
        <p:spPr>
          <a:xfrm>
            <a:off x="1452616" y="962902"/>
            <a:ext cx="4176384" cy="2380828"/>
          </a:xfrm>
        </p:spPr>
        <p:txBody>
          <a:bodyPr vert="horz" lIns="91440" tIns="45720" rIns="91440" bIns="0" rtlCol="0" anchor="b">
            <a:normAutofit/>
          </a:bodyPr>
          <a:lstStyle/>
          <a:p>
            <a:r>
              <a:rPr lang="en-US" sz="4800"/>
              <a:t>Project overview</a:t>
            </a:r>
          </a:p>
        </p:txBody>
      </p:sp>
      <p:cxnSp>
        <p:nvCxnSpPr>
          <p:cNvPr id="56" name="Straight Connector 55">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417147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7" name="Picture 6" descr="A close-up of a word&#10;&#10;Description automatically generated">
            <a:extLst>
              <a:ext uri="{FF2B5EF4-FFF2-40B4-BE49-F238E27FC236}">
                <a16:creationId xmlns:a16="http://schemas.microsoft.com/office/drawing/2014/main" id="{64DFF40B-F628-9938-0EA0-997084899CB0}"/>
              </a:ext>
            </a:extLst>
          </p:cNvPr>
          <p:cNvPicPr>
            <a:picLocks noChangeAspect="1"/>
          </p:cNvPicPr>
          <p:nvPr/>
        </p:nvPicPr>
        <p:blipFill>
          <a:blip r:embed="rId3">
            <a:extLst>
              <a:ext uri="{837473B0-CC2E-450A-ABE3-18F120FF3D39}">
                <a1611:picAttrSrcUrl xmlns:a1611="http://schemas.microsoft.com/office/drawing/2016/11/main" r:id="rId4"/>
              </a:ext>
            </a:extLst>
          </a:blip>
          <a:srcRect t="8970" r="-1" b="6758"/>
          <a:stretch/>
        </p:blipFill>
        <p:spPr>
          <a:xfrm>
            <a:off x="6094410" y="1278460"/>
            <a:ext cx="5782391" cy="3252654"/>
          </a:xfrm>
          <a:prstGeom prst="rect">
            <a:avLst/>
          </a:prstGeom>
        </p:spPr>
      </p:pic>
      <p:pic>
        <p:nvPicPr>
          <p:cNvPr id="58" name="Picture 57">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60" name="Straight Connector 59">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8585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noFill/>
          <a:ln>
            <a:solidFill>
              <a:srgbClr val="4545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10B3A5-34B6-CD71-B945-E3F2CB2181FA}"/>
              </a:ext>
            </a:extLst>
          </p:cNvPr>
          <p:cNvSpPr>
            <a:spLocks noGrp="1"/>
          </p:cNvSpPr>
          <p:nvPr>
            <p:ph type="title"/>
          </p:nvPr>
        </p:nvSpPr>
        <p:spPr>
          <a:xfrm>
            <a:off x="1451579" y="1376053"/>
            <a:ext cx="9405891" cy="1002990"/>
          </a:xfrm>
        </p:spPr>
        <p:txBody>
          <a:bodyPr anchor="ctr">
            <a:normAutofit/>
          </a:bodyPr>
          <a:lstStyle/>
          <a:p>
            <a:r>
              <a:rPr lang="en-US"/>
              <a:t>Overview</a:t>
            </a:r>
          </a:p>
        </p:txBody>
      </p:sp>
      <p:sp>
        <p:nvSpPr>
          <p:cNvPr id="3" name="Content Placeholder 2">
            <a:extLst>
              <a:ext uri="{FF2B5EF4-FFF2-40B4-BE49-F238E27FC236}">
                <a16:creationId xmlns:a16="http://schemas.microsoft.com/office/drawing/2014/main" id="{9AD96768-6BA2-9381-653F-DDA0E6F5A272}"/>
              </a:ext>
            </a:extLst>
          </p:cNvPr>
          <p:cNvSpPr>
            <a:spLocks noGrp="1"/>
          </p:cNvSpPr>
          <p:nvPr>
            <p:ph idx="1"/>
          </p:nvPr>
        </p:nvSpPr>
        <p:spPr>
          <a:xfrm>
            <a:off x="1451579" y="2464991"/>
            <a:ext cx="9405891" cy="2403571"/>
          </a:xfrm>
        </p:spPr>
        <p:txBody>
          <a:bodyPr>
            <a:normAutofit/>
          </a:bodyPr>
          <a:lstStyle/>
          <a:p>
            <a:r>
              <a:rPr lang="en-US">
                <a:ea typeface="+mn-lt"/>
                <a:cs typeface="+mn-lt"/>
              </a:rPr>
              <a:t>The overview of this project is the effect of health care policies on the public. In the previous debate, Trump stated that he wants to discontinue the Affordable Care Act without having a backup plan that’s affordable for the economy. This policy could affect everyone. Therefore, without affordable healthcare, individuals may have limited access to necessary treatments, leading to worsened health outcomes, untreated conditions, and increased healthcare costs. </a:t>
            </a:r>
            <a:endParaRPr lang="en-US"/>
          </a:p>
          <a:p>
            <a:endParaRPr lang="en-US"/>
          </a:p>
        </p:txBody>
      </p:sp>
      <p:pic>
        <p:nvPicPr>
          <p:cNvPr id="18" name="Picture 17">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1788752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noFill/>
          <a:ln>
            <a:solidFill>
              <a:srgbClr val="4545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5421E3-B232-B2E2-10DE-80EB47962F90}"/>
              </a:ext>
            </a:extLst>
          </p:cNvPr>
          <p:cNvSpPr>
            <a:spLocks noGrp="1"/>
          </p:cNvSpPr>
          <p:nvPr>
            <p:ph type="title"/>
          </p:nvPr>
        </p:nvSpPr>
        <p:spPr>
          <a:xfrm>
            <a:off x="1451579" y="1376053"/>
            <a:ext cx="9405891" cy="227160"/>
          </a:xfrm>
        </p:spPr>
        <p:txBody>
          <a:bodyPr anchor="ctr">
            <a:normAutofit fontScale="90000"/>
          </a:bodyPr>
          <a:lstStyle/>
          <a:p>
            <a:r>
              <a:rPr lang="en-US"/>
              <a:t>Data/analytic questions</a:t>
            </a:r>
          </a:p>
        </p:txBody>
      </p:sp>
      <p:sp>
        <p:nvSpPr>
          <p:cNvPr id="3" name="Content Placeholder 2">
            <a:extLst>
              <a:ext uri="{FF2B5EF4-FFF2-40B4-BE49-F238E27FC236}">
                <a16:creationId xmlns:a16="http://schemas.microsoft.com/office/drawing/2014/main" id="{B3CF3840-E3E7-AF55-D34C-DAA26378721D}"/>
              </a:ext>
            </a:extLst>
          </p:cNvPr>
          <p:cNvSpPr>
            <a:spLocks noGrp="1"/>
          </p:cNvSpPr>
          <p:nvPr>
            <p:ph idx="1"/>
          </p:nvPr>
        </p:nvSpPr>
        <p:spPr>
          <a:xfrm>
            <a:off x="1392903" y="1830372"/>
            <a:ext cx="9405891" cy="2711152"/>
          </a:xfrm>
        </p:spPr>
        <p:txBody>
          <a:bodyPr>
            <a:normAutofit lnSpcReduction="10000"/>
          </a:bodyPr>
          <a:lstStyle/>
          <a:p>
            <a:r>
              <a:rPr lang="en-US"/>
              <a:t>What is the distribution of health insurance coverage among different age groups?</a:t>
            </a:r>
          </a:p>
          <a:p>
            <a:r>
              <a:rPr lang="en-US"/>
              <a:t>How do health insurance coverage rates vary among different racial groups?</a:t>
            </a:r>
          </a:p>
          <a:p>
            <a:r>
              <a:rPr lang="en-US"/>
              <a:t>Which income range relies on government assisted health care the most?</a:t>
            </a:r>
          </a:p>
          <a:p>
            <a:r>
              <a:rPr lang="en-US"/>
              <a:t>What was the average income of uninsured individuals 2008, for the state of California?</a:t>
            </a:r>
          </a:p>
          <a:p>
            <a:r>
              <a:rPr lang="en-US"/>
              <a:t>What is the percentage of men that have health cover compared to the percentage of women that does?</a:t>
            </a:r>
          </a:p>
          <a:p>
            <a:endParaRPr lang="en-US" sz="2900" cap="all"/>
          </a:p>
          <a:p>
            <a:endParaRPr lang="en-US"/>
          </a:p>
          <a:p>
            <a:endParaRPr lang="en-US"/>
          </a:p>
          <a:p>
            <a:endParaRPr lang="en-US"/>
          </a:p>
          <a:p>
            <a:endParaRPr lang="en-US"/>
          </a:p>
        </p:txBody>
      </p:sp>
      <p:pic>
        <p:nvPicPr>
          <p:cNvPr id="18" name="Picture 17">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1223447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1" name="Picture 30">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3" name="Straight Connector 32">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7" name="Rectangle 36">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69B7BA-E3F7-6D46-AEE4-260AB3EF5E45}"/>
              </a:ext>
            </a:extLst>
          </p:cNvPr>
          <p:cNvSpPr>
            <a:spLocks noGrp="1"/>
          </p:cNvSpPr>
          <p:nvPr>
            <p:ph type="title"/>
          </p:nvPr>
        </p:nvSpPr>
        <p:spPr>
          <a:xfrm>
            <a:off x="1452616" y="962902"/>
            <a:ext cx="4176384" cy="2380828"/>
          </a:xfrm>
        </p:spPr>
        <p:txBody>
          <a:bodyPr vert="horz" lIns="91440" tIns="45720" rIns="91440" bIns="0" rtlCol="0" anchor="b">
            <a:normAutofit/>
          </a:bodyPr>
          <a:lstStyle/>
          <a:p>
            <a:r>
              <a:rPr lang="en-US" sz="4800"/>
              <a:t>Data ingestion</a:t>
            </a:r>
          </a:p>
        </p:txBody>
      </p:sp>
      <p:cxnSp>
        <p:nvCxnSpPr>
          <p:cNvPr id="41" name="Straight Connector 40">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417147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4" name="Picture 3" descr="A person typing on a computer&#10;&#10;Description automatically generated">
            <a:extLst>
              <a:ext uri="{FF2B5EF4-FFF2-40B4-BE49-F238E27FC236}">
                <a16:creationId xmlns:a16="http://schemas.microsoft.com/office/drawing/2014/main" id="{98106D9C-04E3-92CE-A0B2-C5F808EEDE4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094410" y="1401232"/>
            <a:ext cx="5564190" cy="3129856"/>
          </a:xfrm>
          <a:prstGeom prst="rect">
            <a:avLst/>
          </a:prstGeom>
        </p:spPr>
      </p:pic>
      <p:pic>
        <p:nvPicPr>
          <p:cNvPr id="43" name="Picture 42">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5" name="Straight Connector 44">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478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noFill/>
          <a:ln>
            <a:solidFill>
              <a:srgbClr val="4545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A981942-8D29-B6F1-E969-586C47A96A25}"/>
              </a:ext>
            </a:extLst>
          </p:cNvPr>
          <p:cNvSpPr>
            <a:spLocks noGrp="1"/>
          </p:cNvSpPr>
          <p:nvPr>
            <p:ph idx="1"/>
          </p:nvPr>
        </p:nvSpPr>
        <p:spPr>
          <a:xfrm>
            <a:off x="1034493" y="1029196"/>
            <a:ext cx="9405891" cy="2403571"/>
          </a:xfrm>
        </p:spPr>
        <p:txBody>
          <a:bodyPr>
            <a:normAutofit fontScale="25000" lnSpcReduction="20000"/>
          </a:bodyPr>
          <a:lstStyle/>
          <a:p>
            <a:r>
              <a:rPr lang="en-US" sz="6400" dirty="0"/>
              <a:t>Collected by: U.S. Census Bureau</a:t>
            </a:r>
          </a:p>
          <a:p>
            <a:r>
              <a:rPr lang="en-US" sz="6400" dirty="0"/>
              <a:t>Purpose: Provides detailed demographic, social, economic, and housing data for research, policy, and planning.</a:t>
            </a:r>
          </a:p>
          <a:p>
            <a:r>
              <a:rPr lang="en-US" sz="6400" dirty="0"/>
              <a:t>Frequency: Ongoing, annual updates (since 2005)</a:t>
            </a:r>
          </a:p>
          <a:p>
            <a:r>
              <a:rPr lang="en-US" sz="6400" dirty="0"/>
              <a:t>Focus Areas:</a:t>
            </a:r>
          </a:p>
          <a:p>
            <a:pPr lvl="1"/>
            <a:r>
              <a:rPr lang="en-US" sz="6400" dirty="0"/>
              <a:t>Demographics: Age, sex, race, household composition</a:t>
            </a:r>
          </a:p>
          <a:p>
            <a:pPr lvl="1"/>
            <a:r>
              <a:rPr lang="en-US" sz="6400" dirty="0"/>
              <a:t>Housing: Tenure, costs, home values</a:t>
            </a:r>
          </a:p>
          <a:p>
            <a:pPr lvl="1"/>
            <a:r>
              <a:rPr lang="en-US" sz="6400" dirty="0"/>
              <a:t>Economics: Employment, income, occupation</a:t>
            </a:r>
          </a:p>
          <a:p>
            <a:pPr lvl="1"/>
            <a:r>
              <a:rPr lang="en-US" sz="6400" dirty="0"/>
              <a:t>Social: Education, marital status, disability</a:t>
            </a:r>
          </a:p>
          <a:p>
            <a:r>
              <a:rPr lang="en-US" sz="6400" dirty="0"/>
              <a:t>Health Insurance: Coverage types and sources</a:t>
            </a:r>
          </a:p>
          <a:p>
            <a:r>
              <a:rPr lang="en-US" sz="6400" dirty="0"/>
              <a:t>Importance: Supports decision-making and resource allocation for federal, state, and local governments.</a:t>
            </a:r>
          </a:p>
          <a:p>
            <a:endParaRPr lang="en-US" sz="4900" dirty="0"/>
          </a:p>
          <a:p>
            <a:endParaRPr lang="en-US" dirty="0"/>
          </a:p>
        </p:txBody>
      </p:sp>
      <p:pic>
        <p:nvPicPr>
          <p:cNvPr id="18" name="Picture 17">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1137588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Rectangle 21">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noFill/>
          <a:ln>
            <a:solidFill>
              <a:srgbClr val="4545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B2489FF-73E7-38AA-748B-93C556857CF1}"/>
              </a:ext>
            </a:extLst>
          </p:cNvPr>
          <p:cNvSpPr>
            <a:spLocks noGrp="1"/>
          </p:cNvSpPr>
          <p:nvPr>
            <p:ph idx="1"/>
          </p:nvPr>
        </p:nvSpPr>
        <p:spPr>
          <a:xfrm>
            <a:off x="1269324" y="1262628"/>
            <a:ext cx="9653049" cy="4565113"/>
          </a:xfrm>
        </p:spPr>
        <p:txBody>
          <a:bodyPr>
            <a:normAutofit/>
          </a:bodyPr>
          <a:lstStyle/>
          <a:p>
            <a:pPr marL="0" indent="0">
              <a:buNone/>
            </a:pPr>
            <a:r>
              <a:rPr lang="en-US" sz="1800" dirty="0"/>
              <a:t>We selected data from 2008 (pre-ACA) and 2016 (post-ACA) to analyze changes in healthcare policy under the ACA. These years offer a clear comparison for examining trends in health insurance coverage and affordability, providing valuable insights into the ACA’s influence on public access to healthcare.</a:t>
            </a:r>
          </a:p>
        </p:txBody>
      </p:sp>
      <p:pic>
        <p:nvPicPr>
          <p:cNvPr id="25" name="Picture 24">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2470630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noFill/>
          <a:ln>
            <a:solidFill>
              <a:srgbClr val="4545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FB94949-5F5C-7A30-C037-6E137A98F21A}"/>
              </a:ext>
            </a:extLst>
          </p:cNvPr>
          <p:cNvSpPr>
            <a:spLocks noGrp="1"/>
          </p:cNvSpPr>
          <p:nvPr>
            <p:ph idx="1"/>
          </p:nvPr>
        </p:nvSpPr>
        <p:spPr>
          <a:xfrm>
            <a:off x="1392903" y="2520592"/>
            <a:ext cx="9405891" cy="2403571"/>
          </a:xfrm>
        </p:spPr>
        <p:txBody>
          <a:bodyPr>
            <a:normAutofit/>
          </a:bodyPr>
          <a:lstStyle/>
          <a:p>
            <a:pPr marL="0" indent="0">
              <a:lnSpc>
                <a:spcPct val="110000"/>
              </a:lnSpc>
              <a:buNone/>
            </a:pPr>
            <a:r>
              <a:rPr lang="en-US" sz="1600" dirty="0"/>
              <a:t>We selected California for analysis because it is the second most diverse state in the U.S., with a wide range of racial, ethnic, and socioeconomic groups. This diversity, combined with California's proactive ACA implementation through Covered California, makes it an ideal case study. The state’s population includes large Hispanic, Asian, and African American communities, as well as a mix of urban and rural areas, making it representative of different healthcare needs and challenges. California’s early adoption of the ACA and role in healthcare policy innovation provide a strong foundation for studying the ACA's impact. We chose 20,000 instances from the 2008 and 2016 datasets, offering comprehensive coverage of key variables and demographics, enabling a detailed yet manageable analysis of the ACA and potential future healthcare policies.</a:t>
            </a:r>
          </a:p>
        </p:txBody>
      </p:sp>
      <p:pic>
        <p:nvPicPr>
          <p:cNvPr id="18" name="Picture 17">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1377749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08E7A6F0-5CD3-481E-B0F2-E7F99FE675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11290DF-4975-4FCD-8B8D-BBC86B8366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5B0E7AD2-00E7-A17D-813E-4FF375BF42EA}"/>
              </a:ext>
            </a:extLst>
          </p:cNvPr>
          <p:cNvSpPr>
            <a:spLocks noGrp="1"/>
          </p:cNvSpPr>
          <p:nvPr>
            <p:ph type="title"/>
          </p:nvPr>
        </p:nvSpPr>
        <p:spPr>
          <a:xfrm>
            <a:off x="860612" y="1138228"/>
            <a:ext cx="3793685" cy="3858767"/>
          </a:xfrm>
        </p:spPr>
        <p:txBody>
          <a:bodyPr anchor="ctr">
            <a:normAutofit/>
          </a:bodyPr>
          <a:lstStyle/>
          <a:p>
            <a:r>
              <a:rPr lang="en-US" sz="3600"/>
              <a:t>FINAL Features</a:t>
            </a:r>
          </a:p>
        </p:txBody>
      </p:sp>
      <p:grpSp>
        <p:nvGrpSpPr>
          <p:cNvPr id="7" name="Group 6">
            <a:extLst>
              <a:ext uri="{FF2B5EF4-FFF2-40B4-BE49-F238E27FC236}">
                <a16:creationId xmlns:a16="http://schemas.microsoft.com/office/drawing/2014/main" id="{357CA18A-A333-4DCB-842B-76827D2ECB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00021" y="638300"/>
            <a:ext cx="6409605" cy="4858625"/>
            <a:chOff x="7807230" y="2012810"/>
            <a:chExt cx="3251252" cy="3459865"/>
          </a:xfrm>
        </p:grpSpPr>
        <p:sp>
          <p:nvSpPr>
            <p:cNvPr id="9" name="Rectangle 8">
              <a:extLst>
                <a:ext uri="{FF2B5EF4-FFF2-40B4-BE49-F238E27FC236}">
                  <a16:creationId xmlns:a16="http://schemas.microsoft.com/office/drawing/2014/main" id="{6E785FC3-CE7B-46F8-8C7A-EBBF001ED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5069D9A-30C7-4159-880C-DD2BDC510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9FE1511-6E1B-4F0E-8FF0-958527181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9891" y="973636"/>
            <a:ext cx="5769864" cy="4187952"/>
          </a:xfrm>
          <a:prstGeom prst="rect">
            <a:avLst/>
          </a:prstGeom>
          <a:solidFill>
            <a:srgbClr val="FFFFFF"/>
          </a:solidFill>
          <a:ln w="6350">
            <a:solidFill>
              <a:srgbClr val="DFD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211C53C-9DD8-0820-F62D-E4335089BD66}"/>
              </a:ext>
            </a:extLst>
          </p:cNvPr>
          <p:cNvSpPr>
            <a:spLocks noGrp="1"/>
          </p:cNvSpPr>
          <p:nvPr>
            <p:ph idx="1"/>
          </p:nvPr>
        </p:nvSpPr>
        <p:spPr>
          <a:xfrm>
            <a:off x="5584483" y="1138228"/>
            <a:ext cx="5440680" cy="3858768"/>
          </a:xfrm>
        </p:spPr>
        <p:txBody>
          <a:bodyPr anchor="ctr">
            <a:normAutofit/>
          </a:bodyPr>
          <a:lstStyle/>
          <a:p>
            <a:pPr marL="228600" marR="0" lvl="0" indent="-228600" defTabSz="914400" rtl="0" eaLnBrk="1" fontAlgn="auto" latinLnBrk="0" hangingPunct="1">
              <a:lnSpc>
                <a:spcPct val="110000"/>
              </a:lnSpc>
              <a:spcBef>
                <a:spcPts val="1000"/>
              </a:spcBef>
              <a:spcAft>
                <a:spcPts val="0"/>
              </a:spcAft>
              <a:buClr>
                <a:srgbClr val="B71E42"/>
              </a:buClr>
              <a:buSzPct val="100000"/>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ill Sans MT" panose="020B0502020104020203"/>
                <a:ea typeface="+mn-ea"/>
                <a:cs typeface="+mn-cs"/>
              </a:rPr>
              <a:t>We will use the following features from the American Community Survey (ACS) dataset:</a:t>
            </a:r>
          </a:p>
          <a:p>
            <a:pPr marL="228600" marR="0" lvl="0" indent="-228600" defTabSz="914400" rtl="0" eaLnBrk="1" fontAlgn="auto" latinLnBrk="0" hangingPunct="1">
              <a:lnSpc>
                <a:spcPct val="110000"/>
              </a:lnSpc>
              <a:spcBef>
                <a:spcPts val="1000"/>
              </a:spcBef>
              <a:spcAft>
                <a:spcPts val="0"/>
              </a:spcAft>
              <a:buClr>
                <a:srgbClr val="B71E42"/>
              </a:buClr>
              <a:buSzPct val="100000"/>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Gill Sans MT" panose="020B0502020104020203"/>
                <a:ea typeface="+mn-ea"/>
                <a:cs typeface="+mn-cs"/>
              </a:rPr>
              <a:t>Health Insurance Coverage</a:t>
            </a:r>
          </a:p>
          <a:p>
            <a:pPr marL="228600" marR="0" lvl="0" indent="-228600" defTabSz="914400" rtl="0" eaLnBrk="1" fontAlgn="auto" latinLnBrk="0" hangingPunct="1">
              <a:lnSpc>
                <a:spcPct val="110000"/>
              </a:lnSpc>
              <a:spcBef>
                <a:spcPts val="1000"/>
              </a:spcBef>
              <a:spcAft>
                <a:spcPts val="0"/>
              </a:spcAft>
              <a:buClr>
                <a:srgbClr val="B71E42"/>
              </a:buClr>
              <a:buSzPct val="100000"/>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Gill Sans MT" panose="020B0502020104020203"/>
                <a:ea typeface="+mn-ea"/>
                <a:cs typeface="+mn-cs"/>
              </a:rPr>
              <a:t>Income</a:t>
            </a:r>
            <a:endParaRPr kumimoji="0" lang="en-US" sz="1100" b="0" i="0" u="none" strike="noStrike" kern="1200" cap="none" spc="0" normalizeH="0" baseline="0" noProof="0">
              <a:ln>
                <a:noFill/>
              </a:ln>
              <a:solidFill>
                <a:srgbClr val="000000"/>
              </a:solidFill>
              <a:effectLst/>
              <a:uLnTx/>
              <a:uFillTx/>
              <a:latin typeface="Gill Sans MT" panose="020B0502020104020203"/>
              <a:ea typeface="+mn-ea"/>
              <a:cs typeface="+mn-cs"/>
            </a:endParaRPr>
          </a:p>
          <a:p>
            <a:pPr marL="228600" marR="0" lvl="0" indent="-228600" defTabSz="914400" rtl="0" eaLnBrk="1" fontAlgn="auto" latinLnBrk="0" hangingPunct="1">
              <a:lnSpc>
                <a:spcPct val="110000"/>
              </a:lnSpc>
              <a:spcBef>
                <a:spcPts val="1000"/>
              </a:spcBef>
              <a:spcAft>
                <a:spcPts val="0"/>
              </a:spcAft>
              <a:buClr>
                <a:srgbClr val="B71E42"/>
              </a:buClr>
              <a:buSzPct val="100000"/>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Gill Sans MT" panose="020B0502020104020203"/>
                <a:ea typeface="+mn-ea"/>
                <a:cs typeface="+mn-cs"/>
              </a:rPr>
              <a:t>Age</a:t>
            </a:r>
            <a:endParaRPr kumimoji="0" lang="en-US" sz="1100" b="0" i="0" u="none" strike="noStrike" kern="1200" cap="none" spc="0" normalizeH="0" baseline="0" noProof="0">
              <a:ln>
                <a:noFill/>
              </a:ln>
              <a:solidFill>
                <a:srgbClr val="000000"/>
              </a:solidFill>
              <a:effectLst/>
              <a:uLnTx/>
              <a:uFillTx/>
              <a:latin typeface="Gill Sans MT" panose="020B0502020104020203"/>
              <a:ea typeface="+mn-ea"/>
              <a:cs typeface="+mn-cs"/>
            </a:endParaRPr>
          </a:p>
          <a:p>
            <a:pPr marL="228600" marR="0" lvl="0" indent="-228600" defTabSz="914400" rtl="0" eaLnBrk="1" fontAlgn="auto" latinLnBrk="0" hangingPunct="1">
              <a:lnSpc>
                <a:spcPct val="110000"/>
              </a:lnSpc>
              <a:spcBef>
                <a:spcPts val="1000"/>
              </a:spcBef>
              <a:spcAft>
                <a:spcPts val="0"/>
              </a:spcAft>
              <a:buClr>
                <a:srgbClr val="B71E42"/>
              </a:buClr>
              <a:buSzPct val="100000"/>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Gill Sans MT" panose="020B0502020104020203"/>
                <a:ea typeface="+mn-ea"/>
                <a:cs typeface="+mn-cs"/>
              </a:rPr>
              <a:t>Gender</a:t>
            </a:r>
            <a:endParaRPr kumimoji="0" lang="en-US" sz="1100" b="0" i="0" u="none" strike="noStrike" kern="1200" cap="none" spc="0" normalizeH="0" baseline="0" noProof="0">
              <a:ln>
                <a:noFill/>
              </a:ln>
              <a:solidFill>
                <a:srgbClr val="000000"/>
              </a:solidFill>
              <a:effectLst/>
              <a:uLnTx/>
              <a:uFillTx/>
              <a:latin typeface="Gill Sans MT" panose="020B0502020104020203"/>
              <a:ea typeface="+mn-ea"/>
              <a:cs typeface="+mn-cs"/>
            </a:endParaRPr>
          </a:p>
          <a:p>
            <a:pPr marL="228600" marR="0" lvl="0" indent="-228600" defTabSz="914400" rtl="0" eaLnBrk="1" fontAlgn="auto" latinLnBrk="0" hangingPunct="1">
              <a:lnSpc>
                <a:spcPct val="110000"/>
              </a:lnSpc>
              <a:spcBef>
                <a:spcPts val="1000"/>
              </a:spcBef>
              <a:spcAft>
                <a:spcPts val="0"/>
              </a:spcAft>
              <a:buClr>
                <a:srgbClr val="B71E42"/>
              </a:buClr>
              <a:buSzPct val="100000"/>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Gill Sans MT" panose="020B0502020104020203"/>
                <a:ea typeface="+mn-ea"/>
                <a:cs typeface="+mn-cs"/>
              </a:rPr>
              <a:t>Race/Ethnicity</a:t>
            </a:r>
            <a:endParaRPr kumimoji="0" lang="en-US" sz="1100" b="0" i="0" u="none" strike="noStrike" kern="1200" cap="none" spc="0" normalizeH="0" baseline="0" noProof="0">
              <a:ln>
                <a:noFill/>
              </a:ln>
              <a:solidFill>
                <a:srgbClr val="000000"/>
              </a:solidFill>
              <a:effectLst/>
              <a:uLnTx/>
              <a:uFillTx/>
              <a:latin typeface="Gill Sans MT" panose="020B0502020104020203"/>
              <a:ea typeface="+mn-ea"/>
              <a:cs typeface="+mn-cs"/>
            </a:endParaRPr>
          </a:p>
          <a:p>
            <a:pPr marL="228600" marR="0" lvl="0" indent="-228600" defTabSz="914400" rtl="0" eaLnBrk="1" fontAlgn="auto" latinLnBrk="0" hangingPunct="1">
              <a:lnSpc>
                <a:spcPct val="110000"/>
              </a:lnSpc>
              <a:spcBef>
                <a:spcPts val="1000"/>
              </a:spcBef>
              <a:spcAft>
                <a:spcPts val="0"/>
              </a:spcAft>
              <a:buClr>
                <a:srgbClr val="B71E42"/>
              </a:buClr>
              <a:buSzPct val="100000"/>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Gill Sans MT" panose="020B0502020104020203"/>
                <a:ea typeface="+mn-ea"/>
                <a:cs typeface="+mn-cs"/>
              </a:rPr>
              <a:t>Geographic Location</a:t>
            </a:r>
            <a:endParaRPr kumimoji="0" lang="en-US" sz="1100" b="0" i="0" u="none" strike="noStrike" kern="1200" cap="none" spc="0" normalizeH="0" baseline="0" noProof="0">
              <a:ln>
                <a:noFill/>
              </a:ln>
              <a:solidFill>
                <a:srgbClr val="000000"/>
              </a:solidFill>
              <a:effectLst/>
              <a:uLnTx/>
              <a:uFillTx/>
              <a:latin typeface="Gill Sans MT" panose="020B0502020104020203"/>
              <a:ea typeface="+mn-ea"/>
              <a:cs typeface="+mn-cs"/>
            </a:endParaRPr>
          </a:p>
          <a:p>
            <a:pPr marL="228600" marR="0" lvl="0" indent="-228600" defTabSz="914400" rtl="0" eaLnBrk="1" fontAlgn="auto" latinLnBrk="0" hangingPunct="1">
              <a:lnSpc>
                <a:spcPct val="110000"/>
              </a:lnSpc>
              <a:spcBef>
                <a:spcPts val="1000"/>
              </a:spcBef>
              <a:spcAft>
                <a:spcPts val="0"/>
              </a:spcAft>
              <a:buClr>
                <a:srgbClr val="B71E42"/>
              </a:buClr>
              <a:buSzPct val="100000"/>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Gill Sans MT" panose="020B0502020104020203"/>
                <a:ea typeface="+mn-ea"/>
                <a:cs typeface="+mn-cs"/>
              </a:rPr>
              <a:t>These features provide a comprehensive overview of health care access and demographics, allowing for a detailed analysis of the impact of health care policies.</a:t>
            </a:r>
          </a:p>
          <a:p>
            <a:pPr marL="0" indent="0">
              <a:lnSpc>
                <a:spcPct val="110000"/>
              </a:lnSpc>
              <a:buNone/>
            </a:pPr>
            <a:endParaRPr lang="en-US" sz="1100" b="0" i="0" u="none" strike="noStrike">
              <a:solidFill>
                <a:srgbClr val="000000"/>
              </a:solidFill>
              <a:effectLst/>
            </a:endParaRPr>
          </a:p>
        </p:txBody>
      </p:sp>
      <p:pic>
        <p:nvPicPr>
          <p:cNvPr id="17" name="Picture 16">
            <a:extLst>
              <a:ext uri="{FF2B5EF4-FFF2-40B4-BE49-F238E27FC236}">
                <a16:creationId xmlns:a16="http://schemas.microsoft.com/office/drawing/2014/main" id="{025CEF6D-5E98-4B5C-A10F-7459C1EEF1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9" name="Straight Connector 18">
            <a:extLst>
              <a:ext uri="{FF2B5EF4-FFF2-40B4-BE49-F238E27FC236}">
                <a16:creationId xmlns:a16="http://schemas.microsoft.com/office/drawing/2014/main" id="{05C73161-1E4E-4E6A-91B2-E885CF8FFB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0955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noFill/>
          <a:ln>
            <a:solidFill>
              <a:srgbClr val="4545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8E55B88-FAE0-463B-F8A6-CDA3EE93D739}"/>
              </a:ext>
            </a:extLst>
          </p:cNvPr>
          <p:cNvSpPr>
            <a:spLocks noGrp="1"/>
          </p:cNvSpPr>
          <p:nvPr>
            <p:ph idx="1"/>
          </p:nvPr>
        </p:nvSpPr>
        <p:spPr>
          <a:xfrm>
            <a:off x="1451579" y="2464991"/>
            <a:ext cx="9405891" cy="2403571"/>
          </a:xfrm>
        </p:spPr>
        <p:txBody>
          <a:bodyPr>
            <a:normAutofit/>
          </a:bodyPr>
          <a:lstStyle/>
          <a:p>
            <a:pPr marL="0" indent="0">
              <a:buNone/>
            </a:pPr>
            <a:r>
              <a:rPr lang="en-US"/>
              <a:t>We are analyzing ACS data for the 18-64 age group to assess how the ACA affects working-age adults. This group is key because they rely more on employer-sponsored insurance, individual plans, or Medicaid, unlike those over 65 who qualify for Medicare.</a:t>
            </a:r>
          </a:p>
          <a:p>
            <a:pPr marL="0" indent="0">
              <a:buNone/>
            </a:pPr>
            <a:endParaRPr lang="en-US"/>
          </a:p>
        </p:txBody>
      </p:sp>
      <p:pic>
        <p:nvPicPr>
          <p:cNvPr id="18" name="Picture 17">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3984277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6" name="Picture 45">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8" name="Straight Connector 47">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52" name="Rectangle 51">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5AE84C57-4814-B405-79D1-0B8CCC7A88FB}"/>
              </a:ext>
            </a:extLst>
          </p:cNvPr>
          <p:cNvSpPr>
            <a:spLocks noGrp="1"/>
          </p:cNvSpPr>
          <p:nvPr>
            <p:ph type="title"/>
          </p:nvPr>
        </p:nvSpPr>
        <p:spPr>
          <a:xfrm>
            <a:off x="1452616" y="962902"/>
            <a:ext cx="4176384" cy="2380828"/>
          </a:xfrm>
        </p:spPr>
        <p:txBody>
          <a:bodyPr vert="horz" lIns="91440" tIns="45720" rIns="91440" bIns="0" rtlCol="0" anchor="b">
            <a:normAutofit/>
          </a:bodyPr>
          <a:lstStyle/>
          <a:p>
            <a:r>
              <a:rPr lang="en-US" sz="4800"/>
              <a:t>Data wrangling</a:t>
            </a:r>
          </a:p>
        </p:txBody>
      </p:sp>
      <p:cxnSp>
        <p:nvCxnSpPr>
          <p:cNvPr id="56" name="Straight Connector 55">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417147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4" name="Picture 3" descr="A stethoscope on a computer&#10;&#10;Description automatically generated">
            <a:extLst>
              <a:ext uri="{FF2B5EF4-FFF2-40B4-BE49-F238E27FC236}">
                <a16:creationId xmlns:a16="http://schemas.microsoft.com/office/drawing/2014/main" id="{18EDC543-79C0-91AA-BF10-B2C53A2F2D12}"/>
              </a:ext>
            </a:extLst>
          </p:cNvPr>
          <p:cNvPicPr>
            <a:picLocks noChangeAspect="1"/>
          </p:cNvPicPr>
          <p:nvPr/>
        </p:nvPicPr>
        <p:blipFill>
          <a:blip r:embed="rId3">
            <a:extLst>
              <a:ext uri="{837473B0-CC2E-450A-ABE3-18F120FF3D39}">
                <a1611:picAttrSrcUrl xmlns:a1611="http://schemas.microsoft.com/office/drawing/2016/11/main" r:id="rId4"/>
              </a:ext>
            </a:extLst>
          </a:blip>
          <a:srcRect t="11763" r="-1" b="-1"/>
          <a:stretch/>
        </p:blipFill>
        <p:spPr>
          <a:xfrm>
            <a:off x="6094410" y="1401196"/>
            <a:ext cx="5564189" cy="3129922"/>
          </a:xfrm>
          <a:prstGeom prst="rect">
            <a:avLst/>
          </a:prstGeom>
        </p:spPr>
      </p:pic>
      <p:pic>
        <p:nvPicPr>
          <p:cNvPr id="58" name="Picture 57">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60" name="Straight Connector 59">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315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5EA801-8464-CEA6-DAE4-C42C7D34AE73}"/>
              </a:ext>
            </a:extLst>
          </p:cNvPr>
          <p:cNvSpPr>
            <a:spLocks noGrp="1"/>
          </p:cNvSpPr>
          <p:nvPr>
            <p:ph sz="half" idx="1"/>
          </p:nvPr>
        </p:nvSpPr>
        <p:spPr>
          <a:xfrm>
            <a:off x="6649526" y="2109122"/>
            <a:ext cx="4645152" cy="3448595"/>
          </a:xfrm>
        </p:spPr>
        <p:txBody>
          <a:bodyPr vert="horz" lIns="91440" tIns="45720" rIns="91440" bIns="45720" rtlCol="0" anchor="t">
            <a:normAutofit lnSpcReduction="10000"/>
          </a:bodyPr>
          <a:lstStyle/>
          <a:p>
            <a:pPr marL="0" indent="0">
              <a:buNone/>
            </a:pPr>
            <a:r>
              <a:rPr lang="en-US" sz="1200"/>
              <a:t>Feature Engineering</a:t>
            </a:r>
          </a:p>
          <a:p>
            <a:r>
              <a:rPr lang="en-US" sz="1200" b="1"/>
              <a:t>Aggregation</a:t>
            </a:r>
            <a:r>
              <a:rPr lang="en-US" sz="1200"/>
              <a:t>: We combined related features to simplify the dataset and highlight key patterns.</a:t>
            </a:r>
          </a:p>
          <a:p>
            <a:r>
              <a:rPr lang="en-US" sz="1200" b="1"/>
              <a:t>Normalization</a:t>
            </a:r>
            <a:r>
              <a:rPr lang="en-US" sz="1200"/>
              <a:t>: Applied normalization to ensure consistency across features with different scales for accurate comparison.</a:t>
            </a:r>
          </a:p>
          <a:p>
            <a:r>
              <a:rPr lang="en-US" sz="1200" b="1"/>
              <a:t>Categorization</a:t>
            </a:r>
            <a:r>
              <a:rPr lang="en-US" sz="1200"/>
              <a:t>: Converted numerical columns into categorical ones where applicable to facilitate analysis.</a:t>
            </a:r>
          </a:p>
          <a:p>
            <a:pPr marL="0" indent="0">
              <a:buNone/>
            </a:pPr>
            <a:r>
              <a:rPr lang="en-US" sz="1200"/>
              <a:t>Data Errors and Issues</a:t>
            </a:r>
          </a:p>
          <a:p>
            <a:r>
              <a:rPr lang="en-US" sz="1200" b="1"/>
              <a:t>Missing Values</a:t>
            </a:r>
            <a:r>
              <a:rPr lang="en-US" sz="1200"/>
              <a:t>:</a:t>
            </a:r>
          </a:p>
          <a:p>
            <a:pPr lvl="1"/>
            <a:r>
              <a:rPr lang="en-US" sz="1200" b="1"/>
              <a:t>Issue</a:t>
            </a:r>
            <a:r>
              <a:rPr lang="en-US" sz="1200"/>
              <a:t>: Columns like income and others have missing values.</a:t>
            </a:r>
          </a:p>
          <a:p>
            <a:pPr lvl="1"/>
            <a:r>
              <a:rPr lang="en-US" sz="1200" b="1"/>
              <a:t>Resolution:  </a:t>
            </a:r>
            <a:r>
              <a:rPr lang="en-US" sz="1200"/>
              <a:t>We addressed missing values through imputation or exclusion, depending on the context.</a:t>
            </a:r>
            <a:endParaRPr lang="en-US" sz="600"/>
          </a:p>
        </p:txBody>
      </p:sp>
      <p:sp>
        <p:nvSpPr>
          <p:cNvPr id="4" name="Content Placeholder 3">
            <a:extLst>
              <a:ext uri="{FF2B5EF4-FFF2-40B4-BE49-F238E27FC236}">
                <a16:creationId xmlns:a16="http://schemas.microsoft.com/office/drawing/2014/main" id="{C00866DE-95E1-1F00-CB5D-91BAB1C9FA3D}"/>
              </a:ext>
            </a:extLst>
          </p:cNvPr>
          <p:cNvSpPr>
            <a:spLocks noGrp="1"/>
          </p:cNvSpPr>
          <p:nvPr>
            <p:ph sz="half" idx="2"/>
          </p:nvPr>
        </p:nvSpPr>
        <p:spPr>
          <a:xfrm>
            <a:off x="1298074" y="2109122"/>
            <a:ext cx="4645152" cy="3441520"/>
          </a:xfrm>
        </p:spPr>
        <p:txBody>
          <a:bodyPr vert="horz" lIns="91440" tIns="45720" rIns="91440" bIns="45720" rtlCol="0" anchor="t">
            <a:noAutofit/>
          </a:bodyPr>
          <a:lstStyle/>
          <a:p>
            <a:pPr marL="0" indent="0">
              <a:buNone/>
            </a:pPr>
            <a:r>
              <a:rPr lang="en-US" sz="1200"/>
              <a:t>Core Wrangling Activities </a:t>
            </a:r>
          </a:p>
          <a:p>
            <a:pPr marL="0" indent="0">
              <a:buNone/>
            </a:pPr>
            <a:r>
              <a:rPr lang="en-US" sz="1100" b="1" i="0" u="none" strike="noStrike">
                <a:solidFill>
                  <a:srgbClr val="000000"/>
                </a:solidFill>
                <a:effectLst/>
              </a:rPr>
              <a:t>Discovery</a:t>
            </a:r>
            <a:r>
              <a:rPr lang="en-US" sz="1100" b="0" i="0" u="none" strike="noStrike">
                <a:solidFill>
                  <a:srgbClr val="000000"/>
                </a:solidFill>
                <a:effectLst/>
                <a:latin typeface="-webkit-standard"/>
              </a:rPr>
              <a:t>: We explored the ACS dataset to understand its structure and identify key variables such as health insurance coverage and income, both of which are critical for analyzing the ACA's impact.</a:t>
            </a:r>
          </a:p>
          <a:p>
            <a:pPr marL="0" indent="0">
              <a:buNone/>
            </a:pPr>
            <a:r>
              <a:rPr lang="en-US" sz="1100" b="1" i="0" u="none" strike="noStrike">
                <a:solidFill>
                  <a:srgbClr val="000000"/>
                </a:solidFill>
                <a:effectLst/>
              </a:rPr>
              <a:t>Cleaning</a:t>
            </a:r>
            <a:r>
              <a:rPr lang="en-US" sz="1100" b="0" i="0" u="none" strike="noStrike">
                <a:solidFill>
                  <a:srgbClr val="000000"/>
                </a:solidFill>
                <a:effectLst/>
                <a:latin typeface="-webkit-standard"/>
              </a:rPr>
              <a:t>:</a:t>
            </a:r>
            <a:r>
              <a:rPr lang="en-US" sz="1100">
                <a:solidFill>
                  <a:srgbClr val="000000"/>
                </a:solidFill>
                <a:latin typeface="-webkit-standard"/>
              </a:rPr>
              <a:t> While the dataset is well-maintained, there were missing values, particularly in the income variable. We addressed this by excluding incomplete entries to maintain the integrity of the analysis.</a:t>
            </a:r>
          </a:p>
          <a:p>
            <a:pPr marL="0" indent="0">
              <a:buNone/>
            </a:pPr>
            <a:r>
              <a:rPr lang="en-US" sz="1050" b="1" i="0" u="none" strike="noStrike">
                <a:solidFill>
                  <a:srgbClr val="000000"/>
                </a:solidFill>
                <a:effectLst/>
              </a:rPr>
              <a:t>Validating</a:t>
            </a:r>
            <a:r>
              <a:rPr lang="en-US" sz="1050" b="0" i="0" u="none" strike="noStrike">
                <a:solidFill>
                  <a:srgbClr val="000000"/>
                </a:solidFill>
                <a:effectLst/>
                <a:latin typeface="-webkit-standard"/>
              </a:rPr>
              <a:t>: We validated the data by cross-checking key variables like health insurance coverage to ensure consistency between the 2008 and 2016 datasets. This ensures the data is accurate and reliable for analysis.</a:t>
            </a:r>
            <a:endParaRPr lang="en-US" sz="1100">
              <a:solidFill>
                <a:srgbClr val="000000"/>
              </a:solidFill>
              <a:latin typeface="-webkit-standard"/>
            </a:endParaRPr>
          </a:p>
          <a:p>
            <a:pPr marL="0" indent="0">
              <a:buNone/>
            </a:pPr>
            <a:endParaRPr lang="en-US" sz="1200"/>
          </a:p>
        </p:txBody>
      </p:sp>
    </p:spTree>
    <p:extLst>
      <p:ext uri="{BB962C8B-B14F-4D97-AF65-F5344CB8AC3E}">
        <p14:creationId xmlns:p14="http://schemas.microsoft.com/office/powerpoint/2010/main" val="3697273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AA07E102-16F6-A2AB-AEAF-8FC735EE258B}"/>
              </a:ext>
            </a:extLst>
          </p:cNvPr>
          <p:cNvSpPr>
            <a:spLocks noGrp="1"/>
          </p:cNvSpPr>
          <p:nvPr>
            <p:ph type="ctrTitle"/>
          </p:nvPr>
        </p:nvSpPr>
        <p:spPr>
          <a:xfrm>
            <a:off x="1452616" y="962902"/>
            <a:ext cx="4176384" cy="2380828"/>
          </a:xfrm>
        </p:spPr>
        <p:txBody>
          <a:bodyPr>
            <a:normAutofit/>
          </a:bodyPr>
          <a:lstStyle/>
          <a:p>
            <a:r>
              <a:rPr lang="en-US" sz="4400"/>
              <a:t>Exploratory Data Analysis </a:t>
            </a:r>
          </a:p>
        </p:txBody>
      </p:sp>
      <p:cxnSp>
        <p:nvCxnSpPr>
          <p:cNvPr id="38" name="Straight Connector 37">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417147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7" name="Picture 6" descr="A globe and a stethoscope&#10;&#10;Description automatically generated">
            <a:extLst>
              <a:ext uri="{FF2B5EF4-FFF2-40B4-BE49-F238E27FC236}">
                <a16:creationId xmlns:a16="http://schemas.microsoft.com/office/drawing/2014/main" id="{42213BA9-D394-4059-BFD5-3AE1DAE8FFD3}"/>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094410" y="1474215"/>
            <a:ext cx="5307011" cy="3555697"/>
          </a:xfrm>
          <a:prstGeom prst="rect">
            <a:avLst/>
          </a:prstGeom>
        </p:spPr>
      </p:pic>
      <p:pic>
        <p:nvPicPr>
          <p:cNvPr id="40" name="Picture 39">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2" name="Straight Connector 41">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7761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5C76AC0-BB6B-419E-A327-AFA297500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B3E0B6A3-E197-43D6-82D5-7455DAB1A7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79647" y="1847088"/>
            <a:ext cx="415875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31" name="Rectangle 30">
            <a:extLst>
              <a:ext uri="{FF2B5EF4-FFF2-40B4-BE49-F238E27FC236}">
                <a16:creationId xmlns:a16="http://schemas.microsoft.com/office/drawing/2014/main" id="{8B0E4246-09B8-46D7-A0D2-4D264863A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4" name="Content Placeholder 3">
            <a:extLst>
              <a:ext uri="{FF2B5EF4-FFF2-40B4-BE49-F238E27FC236}">
                <a16:creationId xmlns:a16="http://schemas.microsoft.com/office/drawing/2014/main" id="{00000000-0008-0000-0100-000002000000}"/>
              </a:ext>
            </a:extLst>
          </p:cNvPr>
          <p:cNvPicPr>
            <a:picLocks noChangeAspect="1"/>
          </p:cNvPicPr>
          <p:nvPr/>
        </p:nvPicPr>
        <p:blipFill>
          <a:blip r:embed="rId2"/>
          <a:stretch>
            <a:fillRect/>
          </a:stretch>
        </p:blipFill>
        <p:spPr>
          <a:xfrm>
            <a:off x="10101" y="1728438"/>
            <a:ext cx="6444090" cy="3657020"/>
          </a:xfrm>
          <a:prstGeom prst="rect">
            <a:avLst/>
          </a:prstGeom>
        </p:spPr>
      </p:pic>
      <p:sp>
        <p:nvSpPr>
          <p:cNvPr id="33" name="Content Placeholder 24">
            <a:extLst>
              <a:ext uri="{FF2B5EF4-FFF2-40B4-BE49-F238E27FC236}">
                <a16:creationId xmlns:a16="http://schemas.microsoft.com/office/drawing/2014/main" id="{AEE22FC0-1708-D423-84CB-31E04B2108F0}"/>
              </a:ext>
            </a:extLst>
          </p:cNvPr>
          <p:cNvSpPr>
            <a:spLocks noGrp="1"/>
          </p:cNvSpPr>
          <p:nvPr>
            <p:ph idx="1"/>
          </p:nvPr>
        </p:nvSpPr>
        <p:spPr>
          <a:xfrm>
            <a:off x="6579647" y="2015732"/>
            <a:ext cx="4158750" cy="3450613"/>
          </a:xfrm>
        </p:spPr>
        <p:txBody>
          <a:bodyPr>
            <a:normAutofit fontScale="85000" lnSpcReduction="10000"/>
          </a:bodyPr>
          <a:lstStyle/>
          <a:p>
            <a:r>
              <a:rPr lang="en-US"/>
              <a:t>This chart shows the health insurance coverage rates across racial groups in California for 2008 and 2016, before and after the ACA. Blue bars represent 2008, and red bars represent 2016. The data reveals a significant increase in coverage for most groups, especially among Some Other Race alone and Black or African American alone individuals, demonstrating the ACA's role in expanding access to previously underserved communities.</a:t>
            </a:r>
          </a:p>
          <a:p>
            <a:endParaRPr lang="en-US"/>
          </a:p>
        </p:txBody>
      </p:sp>
      <p:pic>
        <p:nvPicPr>
          <p:cNvPr id="35" name="Picture 34">
            <a:extLst>
              <a:ext uri="{FF2B5EF4-FFF2-40B4-BE49-F238E27FC236}">
                <a16:creationId xmlns:a16="http://schemas.microsoft.com/office/drawing/2014/main" id="{F50C8D8D-B32F-4194-8321-164EC44275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7" name="Straight Connector 36">
            <a:extLst>
              <a:ext uri="{FF2B5EF4-FFF2-40B4-BE49-F238E27FC236}">
                <a16:creationId xmlns:a16="http://schemas.microsoft.com/office/drawing/2014/main" id="{5BD24D8B-8573-4260-B700-E860AD6D2A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CEF4B8D-2ECF-7DB4-AB4E-28F321CD3345}"/>
              </a:ext>
            </a:extLst>
          </p:cNvPr>
          <p:cNvSpPr txBox="1"/>
          <p:nvPr/>
        </p:nvSpPr>
        <p:spPr>
          <a:xfrm>
            <a:off x="-259491" y="2191741"/>
            <a:ext cx="184731" cy="723275"/>
          </a:xfrm>
          <a:prstGeom prst="rect">
            <a:avLst/>
          </a:prstGeom>
          <a:noFill/>
        </p:spPr>
        <p:txBody>
          <a:bodyPr wrap="none" rtlCol="0">
            <a:spAutoFit/>
          </a:bodyPr>
          <a:lstStyle/>
          <a:p>
            <a:pPr>
              <a:spcAft>
                <a:spcPts val="600"/>
              </a:spcAft>
            </a:pPr>
            <a:endParaRPr lang="en-US"/>
          </a:p>
          <a:p>
            <a:pPr>
              <a:spcAft>
                <a:spcPts val="600"/>
              </a:spcAft>
            </a:pPr>
            <a:endParaRPr lang="en-US"/>
          </a:p>
        </p:txBody>
      </p:sp>
    </p:spTree>
    <p:extLst>
      <p:ext uri="{BB962C8B-B14F-4D97-AF65-F5344CB8AC3E}">
        <p14:creationId xmlns:p14="http://schemas.microsoft.com/office/powerpoint/2010/main" val="1547820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C630F413-44CE-4746-9821-9E0107978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22D671B1-B099-4F9C-B9CC-9D22B4DAF8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cxnSp>
        <p:nvCxnSpPr>
          <p:cNvPr id="60" name="Straight Connector 59">
            <a:extLst>
              <a:ext uri="{FF2B5EF4-FFF2-40B4-BE49-F238E27FC236}">
                <a16:creationId xmlns:a16="http://schemas.microsoft.com/office/drawing/2014/main" id="{7552FBEF-FA69-427B-8245-0A518E0513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55992" y="2146542"/>
            <a:ext cx="3157578"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62" name="Title 1">
            <a:extLst>
              <a:ext uri="{FF2B5EF4-FFF2-40B4-BE49-F238E27FC236}">
                <a16:creationId xmlns:a16="http://schemas.microsoft.com/office/drawing/2014/main" id="{898488B7-DBD3-40E7-B54B-4DA6C5693EF3}"/>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1580" y="3122496"/>
            <a:ext cx="3530157"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endParaRPr lang="en-US"/>
          </a:p>
        </p:txBody>
      </p:sp>
      <p:sp>
        <p:nvSpPr>
          <p:cNvPr id="4" name="TextBox 3">
            <a:extLst>
              <a:ext uri="{FF2B5EF4-FFF2-40B4-BE49-F238E27FC236}">
                <a16:creationId xmlns:a16="http://schemas.microsoft.com/office/drawing/2014/main" id="{235E5E2B-BD75-7686-E882-1D3B1D5B2FB8}"/>
              </a:ext>
            </a:extLst>
          </p:cNvPr>
          <p:cNvSpPr txBox="1"/>
          <p:nvPr/>
        </p:nvSpPr>
        <p:spPr>
          <a:xfrm>
            <a:off x="7554138" y="2273608"/>
            <a:ext cx="3159432" cy="3940925"/>
          </a:xfrm>
          <a:prstGeom prst="rect">
            <a:avLst/>
          </a:prstGeom>
        </p:spPr>
        <p:txBody>
          <a:bodyPr vert="horz" lIns="91440" tIns="45720" rIns="91440" bIns="45720" rtlCol="0" anchor="t">
            <a:normAutofit/>
          </a:bodyPr>
          <a:lstStyle/>
          <a:p>
            <a:pPr marL="285750" indent="-228600" defTabSz="914400">
              <a:lnSpc>
                <a:spcPct val="120000"/>
              </a:lnSpc>
              <a:spcAft>
                <a:spcPts val="600"/>
              </a:spcAft>
              <a:buClr>
                <a:schemeClr val="accent1"/>
              </a:buClr>
              <a:buSzPct val="100000"/>
              <a:buFont typeface="Arial" panose="020B0604020202020204" pitchFamily="34" charset="0"/>
              <a:buChar char="•"/>
            </a:pPr>
            <a:r>
              <a:rPr lang="en-US"/>
              <a:t>This graph shows the distribution of health insurance coverage among different age groups.</a:t>
            </a:r>
          </a:p>
        </p:txBody>
      </p:sp>
      <p:pic>
        <p:nvPicPr>
          <p:cNvPr id="25" name="Content Placeholder 24" descr="A graph of health insurance coverage among different age groups&#10;&#10;Description automatically generated">
            <a:extLst>
              <a:ext uri="{FF2B5EF4-FFF2-40B4-BE49-F238E27FC236}">
                <a16:creationId xmlns:a16="http://schemas.microsoft.com/office/drawing/2014/main" id="{2F41B449-78DB-0181-C899-D1FC8FEFF423}"/>
              </a:ext>
            </a:extLst>
          </p:cNvPr>
          <p:cNvPicPr>
            <a:picLocks noGrp="1" noChangeAspect="1"/>
          </p:cNvPicPr>
          <p:nvPr>
            <p:ph idx="1"/>
          </p:nvPr>
        </p:nvPicPr>
        <p:blipFill>
          <a:blip r:embed="rId2"/>
          <a:stretch>
            <a:fillRect/>
          </a:stretch>
        </p:blipFill>
        <p:spPr>
          <a:xfrm>
            <a:off x="896101" y="1470166"/>
            <a:ext cx="6157841" cy="3708219"/>
          </a:xfrm>
        </p:spPr>
      </p:pic>
    </p:spTree>
    <p:extLst>
      <p:ext uri="{BB962C8B-B14F-4D97-AF65-F5344CB8AC3E}">
        <p14:creationId xmlns:p14="http://schemas.microsoft.com/office/powerpoint/2010/main" val="1723575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7A3EF1-B60D-A6E5-A71B-7FACA690A92B}"/>
              </a:ext>
            </a:extLst>
          </p:cNvPr>
          <p:cNvSpPr>
            <a:spLocks noGrp="1"/>
          </p:cNvSpPr>
          <p:nvPr>
            <p:ph idx="1"/>
          </p:nvPr>
        </p:nvSpPr>
        <p:spPr/>
        <p:txBody>
          <a:bodyPr/>
          <a:lstStyle/>
          <a:p>
            <a:r>
              <a:rPr lang="en-US"/>
              <a:t>This chart shows the frequency income of CA who rely on Medicaid</a:t>
            </a:r>
            <a:r>
              <a:rPr lang="en-US">
                <a:ea typeface="+mn-lt"/>
                <a:cs typeface="+mn-lt"/>
              </a:rPr>
              <a:t>, Medical Assistance, or any kind of government-assistance plan for those with low incomes.</a:t>
            </a:r>
            <a:endParaRPr lang="en-US"/>
          </a:p>
        </p:txBody>
      </p:sp>
      <mc:AlternateContent xmlns:mc="http://schemas.openxmlformats.org/markup-compatibility/2006" xmlns:cx1="http://schemas.microsoft.com/office/drawing/2015/9/8/chartex">
        <mc:Choice Requires="cx1">
          <p:graphicFrame>
            <p:nvGraphicFramePr>
              <p:cNvPr id="4" name="Chart 3" descr="Chart type: Histogram. Frequency of 'INCOME'&#10;&#10;Description automatically generated">
                <a:extLst>
                  <a:ext uri="{FF2B5EF4-FFF2-40B4-BE49-F238E27FC236}">
                    <a16:creationId xmlns:a16="http://schemas.microsoft.com/office/drawing/2014/main" id="{C9731827-89D8-3A9D-B763-39BA9690EC92}"/>
                  </a:ext>
                </a:extLst>
              </p:cNvPr>
              <p:cNvGraphicFramePr/>
              <p:nvPr>
                <p:extLst>
                  <p:ext uri="{D42A27DB-BD31-4B8C-83A1-F6EECF244321}">
                    <p14:modId xmlns:p14="http://schemas.microsoft.com/office/powerpoint/2010/main" val="1095092762"/>
                  </p:ext>
                </p:extLst>
              </p:nvPr>
            </p:nvGraphicFramePr>
            <p:xfrm>
              <a:off x="1665864" y="2847610"/>
              <a:ext cx="5019675" cy="2619845"/>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hart 3" descr="Chart type: Histogram. Frequency of 'INCOME'&#10;&#10;Description automatically generated">
                <a:extLst>
                  <a:ext uri="{FF2B5EF4-FFF2-40B4-BE49-F238E27FC236}">
                    <a16:creationId xmlns:a16="http://schemas.microsoft.com/office/drawing/2014/main" id="{C9731827-89D8-3A9D-B763-39BA9690EC92}"/>
                  </a:ext>
                </a:extLst>
              </p:cNvPr>
              <p:cNvPicPr>
                <a:picLocks noGrp="1" noRot="1" noChangeAspect="1" noMove="1" noResize="1" noEditPoints="1" noAdjustHandles="1" noChangeArrowheads="1" noChangeShapeType="1"/>
              </p:cNvPicPr>
              <p:nvPr/>
            </p:nvPicPr>
            <p:blipFill>
              <a:blip r:embed="rId3"/>
              <a:stretch>
                <a:fillRect/>
              </a:stretch>
            </p:blipFill>
            <p:spPr>
              <a:xfrm>
                <a:off x="1665864" y="2847610"/>
                <a:ext cx="5019675" cy="2619845"/>
              </a:xfrm>
              <a:prstGeom prst="rect">
                <a:avLst/>
              </a:prstGeom>
            </p:spPr>
          </p:pic>
        </mc:Fallback>
      </mc:AlternateContent>
      <p:sp>
        <p:nvSpPr>
          <p:cNvPr id="2" name="TextBox 1">
            <a:extLst>
              <a:ext uri="{FF2B5EF4-FFF2-40B4-BE49-F238E27FC236}">
                <a16:creationId xmlns:a16="http://schemas.microsoft.com/office/drawing/2014/main" id="{AD12E59E-A1A6-299A-44D8-BE19A1812B5F}"/>
              </a:ext>
            </a:extLst>
          </p:cNvPr>
          <p:cNvSpPr txBox="1"/>
          <p:nvPr/>
        </p:nvSpPr>
        <p:spPr>
          <a:xfrm>
            <a:off x="1422171" y="687048"/>
            <a:ext cx="96599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I</a:t>
            </a:r>
            <a:r>
              <a:rPr lang="en-US">
                <a:ea typeface="+mn-lt"/>
                <a:cs typeface="+mn-lt"/>
              </a:rPr>
              <a:t>ncome Frequency of Californians on Medicaid or Government Assistance</a:t>
            </a:r>
            <a:endParaRPr lang="en-US"/>
          </a:p>
        </p:txBody>
      </p:sp>
    </p:spTree>
    <p:extLst>
      <p:ext uri="{BB962C8B-B14F-4D97-AF65-F5344CB8AC3E}">
        <p14:creationId xmlns:p14="http://schemas.microsoft.com/office/powerpoint/2010/main" val="2162638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F6BDA-E170-FE12-8DAD-991ABACAFDDB}"/>
              </a:ext>
            </a:extLst>
          </p:cNvPr>
          <p:cNvSpPr>
            <a:spLocks noGrp="1"/>
          </p:cNvSpPr>
          <p:nvPr>
            <p:ph type="title"/>
          </p:nvPr>
        </p:nvSpPr>
        <p:spPr>
          <a:xfrm>
            <a:off x="1451579" y="804519"/>
            <a:ext cx="9603275" cy="1049235"/>
          </a:xfrm>
        </p:spPr>
        <p:txBody>
          <a:bodyPr>
            <a:normAutofit/>
          </a:bodyPr>
          <a:lstStyle/>
          <a:p>
            <a:br>
              <a:rPr lang="en-US" sz="1500"/>
            </a:br>
            <a:r>
              <a:rPr lang="en-US" sz="1500"/>
              <a:t>This graph shows the percentage of men that haVE health insurance compared to the PERCENTAGE OF WOMEN in california out of 20,000 people</a:t>
            </a:r>
          </a:p>
        </p:txBody>
      </p:sp>
      <p:sp>
        <p:nvSpPr>
          <p:cNvPr id="8" name="Content Placeholder 7">
            <a:extLst>
              <a:ext uri="{FF2B5EF4-FFF2-40B4-BE49-F238E27FC236}">
                <a16:creationId xmlns:a16="http://schemas.microsoft.com/office/drawing/2014/main" id="{103C90FB-E038-F22B-2E4B-CB75AD4DBCC3}"/>
              </a:ext>
            </a:extLst>
          </p:cNvPr>
          <p:cNvSpPr>
            <a:spLocks noGrp="1"/>
          </p:cNvSpPr>
          <p:nvPr>
            <p:ph idx="1"/>
          </p:nvPr>
        </p:nvSpPr>
        <p:spPr>
          <a:xfrm>
            <a:off x="1451579" y="2015734"/>
            <a:ext cx="4162555" cy="3450613"/>
          </a:xfrm>
        </p:spPr>
        <p:txBody>
          <a:bodyPr>
            <a:normAutofit/>
          </a:bodyPr>
          <a:lstStyle/>
          <a:p>
            <a:pPr marL="0" indent="0">
              <a:buNone/>
            </a:pPr>
            <a:r>
              <a:rPr lang="en-US" sz="1500" cap="all"/>
              <a:t>1 = MALE</a:t>
            </a:r>
            <a:br>
              <a:rPr lang="en-US" sz="1500" cap="all"/>
            </a:br>
            <a:r>
              <a:rPr lang="en-US" sz="1500" cap="all"/>
              <a:t>2 = FEMALE </a:t>
            </a:r>
            <a:endParaRPr lang="en-US"/>
          </a:p>
        </p:txBody>
      </p:sp>
      <p:pic>
        <p:nvPicPr>
          <p:cNvPr id="4" name="Content Placeholder 3" descr="A pie chart with text on it&#10;&#10;Description automatically generated">
            <a:extLst>
              <a:ext uri="{FF2B5EF4-FFF2-40B4-BE49-F238E27FC236}">
                <a16:creationId xmlns:a16="http://schemas.microsoft.com/office/drawing/2014/main" id="{2D4FB4C9-2E7F-C035-B92E-A7A12B77A570}"/>
              </a:ext>
            </a:extLst>
          </p:cNvPr>
          <p:cNvPicPr>
            <a:picLocks noChangeAspect="1"/>
          </p:cNvPicPr>
          <p:nvPr/>
        </p:nvPicPr>
        <p:blipFill>
          <a:blip r:embed="rId2"/>
          <a:stretch>
            <a:fillRect/>
          </a:stretch>
        </p:blipFill>
        <p:spPr>
          <a:xfrm>
            <a:off x="2790102" y="1858393"/>
            <a:ext cx="6650698" cy="4174004"/>
          </a:xfrm>
          <a:prstGeom prst="rect">
            <a:avLst/>
          </a:prstGeom>
        </p:spPr>
      </p:pic>
    </p:spTree>
    <p:extLst>
      <p:ext uri="{BB962C8B-B14F-4D97-AF65-F5344CB8AC3E}">
        <p14:creationId xmlns:p14="http://schemas.microsoft.com/office/powerpoint/2010/main" val="30688200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8DF0CB9-4771-B3BA-B0C9-48A716F3424A}"/>
              </a:ext>
            </a:extLst>
          </p:cNvPr>
          <p:cNvPicPr>
            <a:picLocks noGrp="1" noChangeAspect="1"/>
          </p:cNvPicPr>
          <p:nvPr>
            <p:ph idx="1"/>
          </p:nvPr>
        </p:nvPicPr>
        <p:blipFill>
          <a:blip r:embed="rId3"/>
          <a:stretch>
            <a:fillRect/>
          </a:stretch>
        </p:blipFill>
        <p:spPr>
          <a:xfrm>
            <a:off x="2020809" y="189808"/>
            <a:ext cx="8378552" cy="6671140"/>
          </a:xfrm>
        </p:spPr>
      </p:pic>
      <p:sp>
        <p:nvSpPr>
          <p:cNvPr id="2" name="Title 1">
            <a:extLst>
              <a:ext uri="{FF2B5EF4-FFF2-40B4-BE49-F238E27FC236}">
                <a16:creationId xmlns:a16="http://schemas.microsoft.com/office/drawing/2014/main" id="{E2E747B1-EB8E-F312-C68A-3B9F37A6CAAA}"/>
              </a:ext>
            </a:extLst>
          </p:cNvPr>
          <p:cNvSpPr>
            <a:spLocks noGrp="1"/>
          </p:cNvSpPr>
          <p:nvPr>
            <p:ph type="title"/>
          </p:nvPr>
        </p:nvSpPr>
        <p:spPr>
          <a:xfrm>
            <a:off x="1695994" y="186293"/>
            <a:ext cx="9028181" cy="1049235"/>
          </a:xfrm>
        </p:spPr>
        <p:txBody>
          <a:bodyPr>
            <a:normAutofit/>
          </a:bodyPr>
          <a:lstStyle/>
          <a:p>
            <a:pPr algn="ctr"/>
            <a:r>
              <a:rPr lang="en-US" sz="2800"/>
              <a:t>Average income of uninsured individuals</a:t>
            </a:r>
          </a:p>
        </p:txBody>
      </p:sp>
    </p:spTree>
    <p:extLst>
      <p:ext uri="{BB962C8B-B14F-4D97-AF65-F5344CB8AC3E}">
        <p14:creationId xmlns:p14="http://schemas.microsoft.com/office/powerpoint/2010/main" val="3936913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DDAC21F8-BBD8-7984-1E6C-18DD4113F897}"/>
              </a:ext>
            </a:extLst>
          </p:cNvPr>
          <p:cNvSpPr>
            <a:spLocks noGrp="1"/>
          </p:cNvSpPr>
          <p:nvPr>
            <p:ph type="ctrTitle"/>
          </p:nvPr>
        </p:nvSpPr>
        <p:spPr>
          <a:xfrm>
            <a:off x="1452616" y="962902"/>
            <a:ext cx="4176384" cy="2380828"/>
          </a:xfrm>
        </p:spPr>
        <p:txBody>
          <a:bodyPr>
            <a:normAutofit/>
          </a:bodyPr>
          <a:lstStyle/>
          <a:p>
            <a:r>
              <a:rPr lang="en-US" sz="4800"/>
              <a:t>Data insights</a:t>
            </a:r>
          </a:p>
        </p:txBody>
      </p:sp>
      <p:cxnSp>
        <p:nvCxnSpPr>
          <p:cNvPr id="19" name="Straight Connector 18">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417147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4" name="Picture 3" descr="3D abstract blue and gold cube illustration">
            <a:extLst>
              <a:ext uri="{FF2B5EF4-FFF2-40B4-BE49-F238E27FC236}">
                <a16:creationId xmlns:a16="http://schemas.microsoft.com/office/drawing/2014/main" id="{81A2158E-AA76-3CA3-6AD1-4F1114F869B2}"/>
              </a:ext>
            </a:extLst>
          </p:cNvPr>
          <p:cNvPicPr>
            <a:picLocks noChangeAspect="1"/>
          </p:cNvPicPr>
          <p:nvPr/>
        </p:nvPicPr>
        <p:blipFill>
          <a:blip r:embed="rId2"/>
          <a:srcRect r="-1" b="6247"/>
          <a:stretch/>
        </p:blipFill>
        <p:spPr>
          <a:xfrm>
            <a:off x="6094410" y="1428751"/>
            <a:ext cx="5921378" cy="3539970"/>
          </a:xfrm>
          <a:prstGeom prst="rect">
            <a:avLst/>
          </a:prstGeom>
        </p:spPr>
      </p:pic>
      <p:pic>
        <p:nvPicPr>
          <p:cNvPr id="21" name="Picture 20">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3" name="Straight Connector 22">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0071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570643-5149-F8FA-E9FE-5F5DD0B4716E}"/>
              </a:ext>
            </a:extLst>
          </p:cNvPr>
          <p:cNvSpPr>
            <a:spLocks noGrp="1"/>
          </p:cNvSpPr>
          <p:nvPr>
            <p:ph idx="1"/>
          </p:nvPr>
        </p:nvSpPr>
        <p:spPr/>
        <p:txBody>
          <a:bodyPr>
            <a:normAutofit fontScale="92500" lnSpcReduction="20000"/>
          </a:bodyPr>
          <a:lstStyle/>
          <a:p>
            <a:r>
              <a:rPr lang="en-US"/>
              <a:t>Learnings from the Data:  The ACA had a positive impact on healthcare access, especially for low-income individuals and minorities in California. Insurance coverage rates significantly increased between 2008 and 2016. Vulnerable populations, particularly those who benefited from Medicaid expansion, saw the largest improvements.</a:t>
            </a:r>
          </a:p>
          <a:p>
            <a:r>
              <a:rPr lang="en-US"/>
              <a:t>Actionable Insights:  Policymakers should consider preserving or improving ACA provisions, particularly those that expand healthcare access to low-income and minority populations. </a:t>
            </a:r>
          </a:p>
          <a:p>
            <a:r>
              <a:rPr lang="en-US"/>
              <a:t>Connecting Insights to Data: </a:t>
            </a:r>
          </a:p>
          <a:p>
            <a:r>
              <a:rPr lang="en-US"/>
              <a:t>The majority of those in need if government health care assistance are women over the age of 50, with the largest population of them having incomes between $5,002 and $30,002.</a:t>
            </a:r>
            <a:br>
              <a:rPr lang="en-US"/>
            </a:br>
            <a:endParaRPr lang="en-US"/>
          </a:p>
        </p:txBody>
      </p:sp>
    </p:spTree>
    <p:extLst>
      <p:ext uri="{BB962C8B-B14F-4D97-AF65-F5344CB8AC3E}">
        <p14:creationId xmlns:p14="http://schemas.microsoft.com/office/powerpoint/2010/main" val="3352436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C76AC0-BB6B-419E-A327-AFA297500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B3E0B6A3-E197-43D6-82D5-7455DAB1A7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79647" y="1847088"/>
            <a:ext cx="415875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E274715E-D0F7-BCE2-CE78-E618CEA4B7C2}"/>
              </a:ext>
            </a:extLst>
          </p:cNvPr>
          <p:cNvSpPr>
            <a:spLocks noGrp="1"/>
          </p:cNvSpPr>
          <p:nvPr>
            <p:ph type="title"/>
          </p:nvPr>
        </p:nvSpPr>
        <p:spPr>
          <a:xfrm>
            <a:off x="6579648" y="804520"/>
            <a:ext cx="4158749" cy="1049235"/>
          </a:xfrm>
        </p:spPr>
        <p:txBody>
          <a:bodyPr>
            <a:normAutofit/>
          </a:bodyPr>
          <a:lstStyle/>
          <a:p>
            <a:r>
              <a:rPr lang="en-US"/>
              <a:t>Project challenges </a:t>
            </a:r>
          </a:p>
        </p:txBody>
      </p:sp>
      <p:sp>
        <p:nvSpPr>
          <p:cNvPr id="14" name="Rectangle 13">
            <a:extLst>
              <a:ext uri="{FF2B5EF4-FFF2-40B4-BE49-F238E27FC236}">
                <a16:creationId xmlns:a16="http://schemas.microsoft.com/office/drawing/2014/main" id="{8B0E4246-09B8-46D7-A0D2-4D264863A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7" name="Graphic 6" descr="Warning">
            <a:extLst>
              <a:ext uri="{FF2B5EF4-FFF2-40B4-BE49-F238E27FC236}">
                <a16:creationId xmlns:a16="http://schemas.microsoft.com/office/drawing/2014/main" id="{C8B08425-E9F8-8F2D-ED21-545F140AD51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9869" y="805583"/>
            <a:ext cx="4660762" cy="4660762"/>
          </a:xfrm>
          <a:prstGeom prst="rect">
            <a:avLst/>
          </a:prstGeom>
        </p:spPr>
      </p:pic>
      <p:sp>
        <p:nvSpPr>
          <p:cNvPr id="3" name="Content Placeholder 2">
            <a:extLst>
              <a:ext uri="{FF2B5EF4-FFF2-40B4-BE49-F238E27FC236}">
                <a16:creationId xmlns:a16="http://schemas.microsoft.com/office/drawing/2014/main" id="{A0FB6D3F-0537-9BD7-FCA9-07017A4734A2}"/>
              </a:ext>
            </a:extLst>
          </p:cNvPr>
          <p:cNvSpPr>
            <a:spLocks noGrp="1"/>
          </p:cNvSpPr>
          <p:nvPr>
            <p:ph idx="1"/>
          </p:nvPr>
        </p:nvSpPr>
        <p:spPr>
          <a:xfrm>
            <a:off x="6579647" y="2015732"/>
            <a:ext cx="4158750" cy="3450613"/>
          </a:xfrm>
        </p:spPr>
        <p:txBody>
          <a:bodyPr>
            <a:normAutofit/>
          </a:bodyPr>
          <a:lstStyle/>
          <a:p>
            <a:pPr>
              <a:lnSpc>
                <a:spcPct val="110000"/>
              </a:lnSpc>
            </a:pPr>
            <a:r>
              <a:rPr lang="en-US" sz="1400"/>
              <a:t>Project challenges and pitfalls:  We encountered obstacles like inconsistent data, missing information, and the requirement for advanced feature engineering.</a:t>
            </a:r>
          </a:p>
          <a:p>
            <a:pPr>
              <a:lnSpc>
                <a:spcPct val="110000"/>
              </a:lnSpc>
            </a:pPr>
            <a:r>
              <a:rPr lang="en-US" sz="1400"/>
              <a:t>What would the team do differently next time:  We would make sure we select a topic with available data.  We struggled to find relevant data from the ACS for the original topic.</a:t>
            </a:r>
          </a:p>
          <a:p>
            <a:pPr>
              <a:lnSpc>
                <a:spcPct val="110000"/>
              </a:lnSpc>
            </a:pPr>
            <a:r>
              <a:rPr lang="en-US" sz="1400"/>
              <a:t>If you have more time, what more would the team do to achieve the project goals and objectives:  We could expand the data scope to include data from more states and age groups.  We as well could analyze more than 2 years of data. </a:t>
            </a:r>
          </a:p>
          <a:p>
            <a:pPr>
              <a:lnSpc>
                <a:spcPct val="110000"/>
              </a:lnSpc>
            </a:pPr>
            <a:endParaRPr lang="en-US" sz="1400"/>
          </a:p>
          <a:p>
            <a:pPr>
              <a:lnSpc>
                <a:spcPct val="110000"/>
              </a:lnSpc>
            </a:pPr>
            <a:endParaRPr lang="en-US" sz="1400"/>
          </a:p>
        </p:txBody>
      </p:sp>
      <p:pic>
        <p:nvPicPr>
          <p:cNvPr id="16" name="Picture 15">
            <a:extLst>
              <a:ext uri="{FF2B5EF4-FFF2-40B4-BE49-F238E27FC236}">
                <a16:creationId xmlns:a16="http://schemas.microsoft.com/office/drawing/2014/main" id="{F50C8D8D-B32F-4194-8321-164EC44275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8" name="Straight Connector 17">
            <a:extLst>
              <a:ext uri="{FF2B5EF4-FFF2-40B4-BE49-F238E27FC236}">
                <a16:creationId xmlns:a16="http://schemas.microsoft.com/office/drawing/2014/main" id="{5BD24D8B-8573-4260-B700-E860AD6D2A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4301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5" name="Picture 4" descr="Figures of houses in different position and sizes">
            <a:extLst>
              <a:ext uri="{FF2B5EF4-FFF2-40B4-BE49-F238E27FC236}">
                <a16:creationId xmlns:a16="http://schemas.microsoft.com/office/drawing/2014/main" id="{381B52D0-28F7-B469-C0C3-31053CA334E6}"/>
              </a:ext>
            </a:extLst>
          </p:cNvPr>
          <p:cNvPicPr>
            <a:picLocks noChangeAspect="1"/>
          </p:cNvPicPr>
          <p:nvPr/>
        </p:nvPicPr>
        <p:blipFill>
          <a:blip r:embed="rId3"/>
          <a:srcRect t="4576" r="9093" b="4515"/>
          <a:stretch/>
        </p:blipFill>
        <p:spPr>
          <a:xfrm>
            <a:off x="2" y="10"/>
            <a:ext cx="12191695" cy="6857990"/>
          </a:xfrm>
          <a:prstGeom prst="rect">
            <a:avLst/>
          </a:prstGeom>
        </p:spPr>
      </p:pic>
      <p:sp>
        <p:nvSpPr>
          <p:cNvPr id="24" name="Rectangle 23">
            <a:extLst>
              <a:ext uri="{FF2B5EF4-FFF2-40B4-BE49-F238E27FC236}">
                <a16:creationId xmlns:a16="http://schemas.microsoft.com/office/drawing/2014/main" id="{F2AF0D79-4A1A-4F27-B9F0-CF252C4AC9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8" y="636753"/>
            <a:ext cx="8299435" cy="5572810"/>
          </a:xfrm>
          <a:prstGeom prst="rect">
            <a:avLst/>
          </a:prstGeom>
          <a:solidFill>
            <a:srgbClr val="000001">
              <a:alpha val="749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1A82DD-2B6F-C904-67DC-ADE2CD9C137F}"/>
              </a:ext>
            </a:extLst>
          </p:cNvPr>
          <p:cNvSpPr>
            <a:spLocks noGrp="1"/>
          </p:cNvSpPr>
          <p:nvPr>
            <p:ph type="title"/>
          </p:nvPr>
        </p:nvSpPr>
        <p:spPr>
          <a:xfrm>
            <a:off x="1304017" y="804520"/>
            <a:ext cx="6815731" cy="1049235"/>
          </a:xfrm>
        </p:spPr>
        <p:txBody>
          <a:bodyPr>
            <a:normAutofit/>
          </a:bodyPr>
          <a:lstStyle/>
          <a:p>
            <a:r>
              <a:rPr lang="en-US">
                <a:solidFill>
                  <a:srgbClr val="FFFFFE"/>
                </a:solidFill>
              </a:rPr>
              <a:t>Future projects </a:t>
            </a:r>
          </a:p>
        </p:txBody>
      </p:sp>
      <p:cxnSp>
        <p:nvCxnSpPr>
          <p:cNvPr id="26" name="Straight Connector 25">
            <a:extLst>
              <a:ext uri="{FF2B5EF4-FFF2-40B4-BE49-F238E27FC236}">
                <a16:creationId xmlns:a16="http://schemas.microsoft.com/office/drawing/2014/main" id="{8E83266B-97F8-4AB9-818F-3A70E8D858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6385" y="1847088"/>
            <a:ext cx="6813363" cy="0"/>
          </a:xfrm>
          <a:prstGeom prst="line">
            <a:avLst/>
          </a:prstGeom>
          <a:ln w="31750">
            <a:solidFill>
              <a:srgbClr val="D56D66"/>
            </a:solidFill>
          </a:ln>
        </p:spPr>
        <p:style>
          <a:lnRef idx="3">
            <a:schemeClr val="accent1"/>
          </a:lnRef>
          <a:fillRef idx="0">
            <a:schemeClr val="accent1"/>
          </a:fillRef>
          <a:effectRef idx="2">
            <a:schemeClr val="accent1"/>
          </a:effectRef>
          <a:fontRef idx="minor">
            <a:schemeClr val="tx1"/>
          </a:fontRef>
        </p:style>
      </p:cxnSp>
      <p:sp>
        <p:nvSpPr>
          <p:cNvPr id="3" name="Content Placeholder 2">
            <a:extLst>
              <a:ext uri="{FF2B5EF4-FFF2-40B4-BE49-F238E27FC236}">
                <a16:creationId xmlns:a16="http://schemas.microsoft.com/office/drawing/2014/main" id="{9D6CE847-CB3D-92C9-431D-D8F9F1B3E983}"/>
              </a:ext>
            </a:extLst>
          </p:cNvPr>
          <p:cNvSpPr>
            <a:spLocks noGrp="1"/>
          </p:cNvSpPr>
          <p:nvPr>
            <p:ph idx="1"/>
          </p:nvPr>
        </p:nvSpPr>
        <p:spPr>
          <a:xfrm>
            <a:off x="1304017" y="2015733"/>
            <a:ext cx="6815731" cy="4021267"/>
          </a:xfrm>
        </p:spPr>
        <p:txBody>
          <a:bodyPr>
            <a:normAutofit/>
          </a:bodyPr>
          <a:lstStyle/>
          <a:p>
            <a:pPr>
              <a:buClr>
                <a:srgbClr val="D56D66"/>
              </a:buClr>
            </a:pPr>
            <a:r>
              <a:rPr lang="en-US" b="1">
                <a:solidFill>
                  <a:srgbClr val="FFFFFE"/>
                </a:solidFill>
              </a:rPr>
              <a:t>What would you do differently if you had more time:  We could incorporate more socioeconomic factors, such as education, housing costs, and employment status, to explore how these elements influence healthcare access alongside income and insurance status. </a:t>
            </a:r>
          </a:p>
          <a:p>
            <a:pPr>
              <a:buClr>
                <a:srgbClr val="D56D66"/>
              </a:buClr>
            </a:pPr>
            <a:endParaRPr lang="en-US">
              <a:solidFill>
                <a:srgbClr val="FFFFFE"/>
              </a:solidFill>
            </a:endParaRPr>
          </a:p>
        </p:txBody>
      </p:sp>
    </p:spTree>
    <p:extLst>
      <p:ext uri="{BB962C8B-B14F-4D97-AF65-F5344CB8AC3E}">
        <p14:creationId xmlns:p14="http://schemas.microsoft.com/office/powerpoint/2010/main" val="18195757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noFill/>
          <a:ln>
            <a:solidFill>
              <a:srgbClr val="4545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007763-B6FE-7E87-3F3A-6F93B98554E9}"/>
              </a:ext>
            </a:extLst>
          </p:cNvPr>
          <p:cNvSpPr>
            <a:spLocks noGrp="1"/>
          </p:cNvSpPr>
          <p:nvPr>
            <p:ph type="title"/>
          </p:nvPr>
        </p:nvSpPr>
        <p:spPr>
          <a:xfrm>
            <a:off x="1451579" y="1376053"/>
            <a:ext cx="9405891" cy="1002990"/>
          </a:xfrm>
        </p:spPr>
        <p:txBody>
          <a:bodyPr anchor="ctr">
            <a:normAutofit/>
          </a:bodyPr>
          <a:lstStyle/>
          <a:p>
            <a:r>
              <a:rPr lang="en-US"/>
              <a:t>References </a:t>
            </a:r>
          </a:p>
        </p:txBody>
      </p:sp>
      <p:sp>
        <p:nvSpPr>
          <p:cNvPr id="3" name="Content Placeholder 2">
            <a:extLst>
              <a:ext uri="{FF2B5EF4-FFF2-40B4-BE49-F238E27FC236}">
                <a16:creationId xmlns:a16="http://schemas.microsoft.com/office/drawing/2014/main" id="{28961A65-0B0E-8179-DC8A-9A9DF0056C57}"/>
              </a:ext>
            </a:extLst>
          </p:cNvPr>
          <p:cNvSpPr>
            <a:spLocks noGrp="1"/>
          </p:cNvSpPr>
          <p:nvPr>
            <p:ph idx="1"/>
          </p:nvPr>
        </p:nvSpPr>
        <p:spPr>
          <a:xfrm>
            <a:off x="1451579" y="2464991"/>
            <a:ext cx="9405891" cy="2403571"/>
          </a:xfrm>
        </p:spPr>
        <p:txBody>
          <a:bodyPr>
            <a:normAutofit/>
          </a:bodyPr>
          <a:lstStyle/>
          <a:p>
            <a:r>
              <a:rPr lang="en-US">
                <a:hlinkClick r:id="rId3"/>
              </a:rPr>
              <a:t>https://www.census.gov/programs-surveys/acs</a:t>
            </a:r>
            <a:endParaRPr lang="en-US"/>
          </a:p>
          <a:p>
            <a:r>
              <a:rPr lang="en-US">
                <a:hlinkClick r:id="rId4"/>
              </a:rPr>
              <a:t>https://www.kff.org/health-policy-101-the-politics-of-health-care-and-the-2024-election/?entry=table-of-contents-health-reform-in-elections</a:t>
            </a:r>
            <a:endParaRPr lang="en-US"/>
          </a:p>
          <a:p>
            <a:r>
              <a:rPr lang="en-US">
                <a:hlinkClick r:id="rId5"/>
              </a:rPr>
              <a:t>https://www.healthcare.gov/where-can-i-read-the-affordable-care-act/</a:t>
            </a:r>
            <a:endParaRPr lang="en-US"/>
          </a:p>
          <a:p>
            <a:endParaRPr lang="en-US"/>
          </a:p>
          <a:p>
            <a:endParaRPr lang="en-US"/>
          </a:p>
          <a:p>
            <a:endParaRPr lang="en-US"/>
          </a:p>
        </p:txBody>
      </p:sp>
      <p:pic>
        <p:nvPicPr>
          <p:cNvPr id="18" name="Picture 17">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266842123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0</TotalTime>
  <Words>1579</Words>
  <Application>Microsoft Macintosh PowerPoint</Application>
  <PresentationFormat>Widescreen</PresentationFormat>
  <Paragraphs>92</Paragraphs>
  <Slides>29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-webkit-standard</vt:lpstr>
      <vt:lpstr>Aptos</vt:lpstr>
      <vt:lpstr>Arial</vt:lpstr>
      <vt:lpstr>Calibri</vt:lpstr>
      <vt:lpstr>Gill Sans MT</vt:lpstr>
      <vt:lpstr>Gallery</vt:lpstr>
      <vt:lpstr>Health Access Before &amp; After the ACA</vt:lpstr>
      <vt:lpstr>introduction</vt:lpstr>
      <vt:lpstr>PowerPoint Presentation</vt:lpstr>
      <vt:lpstr>PowerPoint Presentation</vt:lpstr>
      <vt:lpstr>Literature review</vt:lpstr>
      <vt:lpstr>concepts and ideas  •health care -history- discrimination- Programs/policies -finance- History of affordability -race/gender prominent related issues </vt:lpstr>
      <vt:lpstr>Context and Problem Statement</vt:lpstr>
      <vt:lpstr>Project overview</vt:lpstr>
      <vt:lpstr>Overview</vt:lpstr>
      <vt:lpstr>Data/analytic questions</vt:lpstr>
      <vt:lpstr>Data ingestion</vt:lpstr>
      <vt:lpstr>PowerPoint Presentation</vt:lpstr>
      <vt:lpstr>PowerPoint Presentation</vt:lpstr>
      <vt:lpstr>PowerPoint Presentation</vt:lpstr>
      <vt:lpstr>FINAL Features</vt:lpstr>
      <vt:lpstr>PowerPoint Presentation</vt:lpstr>
      <vt:lpstr>Data wrangling</vt:lpstr>
      <vt:lpstr>PowerPoint Presentation</vt:lpstr>
      <vt:lpstr>Exploratory Data Analysis </vt:lpstr>
      <vt:lpstr>PowerPoint Presentation</vt:lpstr>
      <vt:lpstr>PowerPoint Presentation</vt:lpstr>
      <vt:lpstr>PowerPoint Presentation</vt:lpstr>
      <vt:lpstr> This graph shows the percentage of men that haVE health insurance compared to the PERCENTAGE OF WOMEN in california out of 20,000 people</vt:lpstr>
      <vt:lpstr>Average income of uninsured individuals</vt:lpstr>
      <vt:lpstr>Data insights</vt:lpstr>
      <vt:lpstr>PowerPoint Presentation</vt:lpstr>
      <vt:lpstr>Project challenges </vt:lpstr>
      <vt:lpstr>Future projects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health care policy on low-income families</dc:title>
  <dc:creator>Ronnie Isaac</dc:creator>
  <cp:lastModifiedBy>Saniya Sherelle Isaac</cp:lastModifiedBy>
  <cp:revision>2</cp:revision>
  <dcterms:created xsi:type="dcterms:W3CDTF">2024-09-11T15:41:30Z</dcterms:created>
  <dcterms:modified xsi:type="dcterms:W3CDTF">2025-11-30T03:35:25Z</dcterms:modified>
</cp:coreProperties>
</file>