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4" r:id="rId9"/>
    <p:sldId id="265" r:id="rId10"/>
    <p:sldId id="267" r:id="rId11"/>
    <p:sldId id="266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48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529EAA-6928-47BA-9DEB-08B50352A7F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AF208-1650-4C38-8C31-A135B33414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Physical Topology</a:t>
          </a:r>
          <a:r>
            <a:rPr lang="en-US" b="0" i="0"/>
            <a:t>:</a:t>
          </a:r>
          <a:endParaRPr lang="en-US"/>
        </a:p>
      </dgm:t>
    </dgm:pt>
    <dgm:pt modelId="{8AE9D3B9-7778-4C8E-A297-3878D5E5087E}" type="parTrans" cxnId="{382E8111-1158-4E67-873A-CFBF239FE088}">
      <dgm:prSet/>
      <dgm:spPr/>
      <dgm:t>
        <a:bodyPr/>
        <a:lstStyle/>
        <a:p>
          <a:endParaRPr lang="en-US"/>
        </a:p>
      </dgm:t>
    </dgm:pt>
    <dgm:pt modelId="{1E2EA110-707D-44D2-994E-82807E901DDE}" type="sibTrans" cxnId="{382E8111-1158-4E67-873A-CFBF239FE088}">
      <dgm:prSet/>
      <dgm:spPr/>
      <dgm:t>
        <a:bodyPr/>
        <a:lstStyle/>
        <a:p>
          <a:endParaRPr lang="en-US"/>
        </a:p>
      </dgm:t>
    </dgm:pt>
    <dgm:pt modelId="{20AE9644-0403-42F9-9EBF-2855E0736FB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PepsiCo's network is physically structured with wired and wireless connections.</a:t>
          </a:r>
          <a:endParaRPr lang="en-US" sz="1400" dirty="0"/>
        </a:p>
      </dgm:t>
    </dgm:pt>
    <dgm:pt modelId="{A555557B-2366-4369-ACCE-00365B849A11}" type="parTrans" cxnId="{BB76DEA3-1239-4806-B544-772ACBB89304}">
      <dgm:prSet/>
      <dgm:spPr/>
      <dgm:t>
        <a:bodyPr/>
        <a:lstStyle/>
        <a:p>
          <a:endParaRPr lang="en-US"/>
        </a:p>
      </dgm:t>
    </dgm:pt>
    <dgm:pt modelId="{9F283D8B-98EB-452C-AE2C-14F83D342218}" type="sibTrans" cxnId="{BB76DEA3-1239-4806-B544-772ACBB89304}">
      <dgm:prSet/>
      <dgm:spPr/>
      <dgm:t>
        <a:bodyPr/>
        <a:lstStyle/>
        <a:p>
          <a:endParaRPr lang="en-US"/>
        </a:p>
      </dgm:t>
    </dgm:pt>
    <dgm:pt modelId="{2C1A88F4-DF13-4D24-BDDD-F4F3B85875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Main components:</a:t>
          </a:r>
          <a:endParaRPr lang="en-US" sz="1400" dirty="0"/>
        </a:p>
      </dgm:t>
    </dgm:pt>
    <dgm:pt modelId="{549C49D7-5E4E-4380-94E4-1A45AF25FD17}" type="parTrans" cxnId="{54F1B8A0-FA71-400E-A821-ADD17C6AC429}">
      <dgm:prSet/>
      <dgm:spPr/>
      <dgm:t>
        <a:bodyPr/>
        <a:lstStyle/>
        <a:p>
          <a:endParaRPr lang="en-US"/>
        </a:p>
      </dgm:t>
    </dgm:pt>
    <dgm:pt modelId="{82464F18-137B-4230-A102-5D2A0F98E0B7}" type="sibTrans" cxnId="{54F1B8A0-FA71-400E-A821-ADD17C6AC429}">
      <dgm:prSet/>
      <dgm:spPr/>
      <dgm:t>
        <a:bodyPr/>
        <a:lstStyle/>
        <a:p>
          <a:endParaRPr lang="en-US"/>
        </a:p>
      </dgm:t>
    </dgm:pt>
    <dgm:pt modelId="{B6FCD6FF-304E-42E9-9FC4-AFC204E3A3B6}">
      <dgm:prSet custT="1"/>
      <dgm:spPr/>
      <dgm:t>
        <a:bodyPr/>
        <a:lstStyle/>
        <a:p>
          <a:r>
            <a:rPr lang="en-US" sz="1400" b="0" i="0" dirty="0"/>
            <a:t>Ethernet cables connecting devices within sites.</a:t>
          </a:r>
          <a:endParaRPr lang="en-US" sz="1400" dirty="0"/>
        </a:p>
      </dgm:t>
    </dgm:pt>
    <dgm:pt modelId="{30D71384-47A5-462C-8310-F77A29F6CE04}" type="parTrans" cxnId="{23182B13-B45A-4677-AB8F-40B52FEDDE65}">
      <dgm:prSet/>
      <dgm:spPr/>
      <dgm:t>
        <a:bodyPr/>
        <a:lstStyle/>
        <a:p>
          <a:endParaRPr lang="en-US"/>
        </a:p>
      </dgm:t>
    </dgm:pt>
    <dgm:pt modelId="{E9B9C38A-BB5B-41C9-9554-5414B1F45149}" type="sibTrans" cxnId="{23182B13-B45A-4677-AB8F-40B52FEDDE65}">
      <dgm:prSet/>
      <dgm:spPr/>
      <dgm:t>
        <a:bodyPr/>
        <a:lstStyle/>
        <a:p>
          <a:endParaRPr lang="en-US"/>
        </a:p>
      </dgm:t>
    </dgm:pt>
    <dgm:pt modelId="{24C8F7BE-7B41-4BD9-A8CC-FFFAFBC01951}">
      <dgm:prSet custT="1"/>
      <dgm:spPr/>
      <dgm:t>
        <a:bodyPr/>
        <a:lstStyle/>
        <a:p>
          <a:r>
            <a:rPr lang="en-US" sz="1400" b="0" i="0" dirty="0"/>
            <a:t>Fiber optic cables linking data centers and remote sites.</a:t>
          </a:r>
          <a:endParaRPr lang="en-US" sz="1400" dirty="0"/>
        </a:p>
      </dgm:t>
    </dgm:pt>
    <dgm:pt modelId="{500E4048-323B-4597-8340-F83DBA843AC5}" type="parTrans" cxnId="{5BA505B2-1125-40F1-8522-1243DABA1D35}">
      <dgm:prSet/>
      <dgm:spPr/>
      <dgm:t>
        <a:bodyPr/>
        <a:lstStyle/>
        <a:p>
          <a:endParaRPr lang="en-US"/>
        </a:p>
      </dgm:t>
    </dgm:pt>
    <dgm:pt modelId="{48BBF754-7057-47E0-AD8E-1A579DBCDF45}" type="sibTrans" cxnId="{5BA505B2-1125-40F1-8522-1243DABA1D35}">
      <dgm:prSet/>
      <dgm:spPr/>
      <dgm:t>
        <a:bodyPr/>
        <a:lstStyle/>
        <a:p>
          <a:endParaRPr lang="en-US"/>
        </a:p>
      </dgm:t>
    </dgm:pt>
    <dgm:pt modelId="{8FB86691-6265-4783-BFD3-EC5515539B6A}">
      <dgm:prSet custT="1"/>
      <dgm:spPr/>
      <dgm:t>
        <a:bodyPr/>
        <a:lstStyle/>
        <a:p>
          <a:r>
            <a:rPr lang="en-US" sz="1400" b="0" i="0" dirty="0"/>
            <a:t>Wireless access points providing Wi-Fi connectivity.</a:t>
          </a:r>
          <a:endParaRPr lang="en-US" sz="1400" dirty="0"/>
        </a:p>
      </dgm:t>
    </dgm:pt>
    <dgm:pt modelId="{DB9E696A-BB63-4F71-9536-4D3C9C9853CB}" type="parTrans" cxnId="{1AE6081F-22F3-41BB-A16C-8BB31BC06FC3}">
      <dgm:prSet/>
      <dgm:spPr/>
      <dgm:t>
        <a:bodyPr/>
        <a:lstStyle/>
        <a:p>
          <a:endParaRPr lang="en-US"/>
        </a:p>
      </dgm:t>
    </dgm:pt>
    <dgm:pt modelId="{2EEAD7B3-4AB4-468F-A353-E22C2E196406}" type="sibTrans" cxnId="{1AE6081F-22F3-41BB-A16C-8BB31BC06FC3}">
      <dgm:prSet/>
      <dgm:spPr/>
      <dgm:t>
        <a:bodyPr/>
        <a:lstStyle/>
        <a:p>
          <a:endParaRPr lang="en-US"/>
        </a:p>
      </dgm:t>
    </dgm:pt>
    <dgm:pt modelId="{8B475C59-1999-4326-BA9C-5266FF4A2D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Star Topology</a:t>
          </a:r>
        </a:p>
      </dgm:t>
    </dgm:pt>
    <dgm:pt modelId="{88F01D67-140A-46E1-8F37-C7350823932E}" type="parTrans" cxnId="{1D329323-65CB-48E3-898E-821C24424646}">
      <dgm:prSet/>
      <dgm:spPr/>
      <dgm:t>
        <a:bodyPr/>
        <a:lstStyle/>
        <a:p>
          <a:endParaRPr lang="en-US"/>
        </a:p>
      </dgm:t>
    </dgm:pt>
    <dgm:pt modelId="{2A9A982F-0F02-494A-96C2-D184DFB872A1}" type="sibTrans" cxnId="{1D329323-65CB-48E3-898E-821C24424646}">
      <dgm:prSet/>
      <dgm:spPr/>
      <dgm:t>
        <a:bodyPr/>
        <a:lstStyle/>
        <a:p>
          <a:endParaRPr lang="en-US"/>
        </a:p>
      </dgm:t>
    </dgm:pt>
    <dgm:pt modelId="{AD84571B-8DC6-431E-8F97-5C6704D1499E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 dirty="0"/>
        </a:p>
      </dgm:t>
    </dgm:pt>
    <dgm:pt modelId="{0992703A-7037-4A1B-8F84-93E71955355E}" type="parTrans" cxnId="{47DA3967-5EA6-4EC8-9ECB-DEBC713D04CF}">
      <dgm:prSet/>
      <dgm:spPr/>
      <dgm:t>
        <a:bodyPr/>
        <a:lstStyle/>
        <a:p>
          <a:endParaRPr lang="en-US"/>
        </a:p>
      </dgm:t>
    </dgm:pt>
    <dgm:pt modelId="{30D0806A-02E2-4337-A111-283BAAA61915}" type="sibTrans" cxnId="{47DA3967-5EA6-4EC8-9ECB-DEBC713D04CF}">
      <dgm:prSet/>
      <dgm:spPr/>
      <dgm:t>
        <a:bodyPr/>
        <a:lstStyle/>
        <a:p>
          <a:endParaRPr lang="en-US"/>
        </a:p>
      </dgm:t>
    </dgm:pt>
    <dgm:pt modelId="{F595E995-3958-4885-89AA-137EC946C5C0}">
      <dgm:prSet custT="1"/>
      <dgm:spPr/>
      <dgm:t>
        <a:bodyPr/>
        <a:lstStyle/>
        <a:p>
          <a:r>
            <a:rPr lang="en-US" sz="1400" b="0" i="0" dirty="0"/>
            <a:t>Routers managing inter-site traffic.</a:t>
          </a:r>
          <a:endParaRPr lang="en-US" sz="1400" dirty="0"/>
        </a:p>
      </dgm:t>
    </dgm:pt>
    <dgm:pt modelId="{D53632D3-BD05-449D-96D6-67F41B5EA450}" type="parTrans" cxnId="{4D63472C-F164-4D8F-8C87-F2BECB416547}">
      <dgm:prSet/>
      <dgm:spPr/>
      <dgm:t>
        <a:bodyPr/>
        <a:lstStyle/>
        <a:p>
          <a:endParaRPr lang="en-US"/>
        </a:p>
      </dgm:t>
    </dgm:pt>
    <dgm:pt modelId="{F8DB5107-5DA2-4B0C-9F49-9A23CA121A5F}" type="sibTrans" cxnId="{4D63472C-F164-4D8F-8C87-F2BECB416547}">
      <dgm:prSet/>
      <dgm:spPr/>
      <dgm:t>
        <a:bodyPr/>
        <a:lstStyle/>
        <a:p>
          <a:endParaRPr lang="en-US"/>
        </a:p>
      </dgm:t>
    </dgm:pt>
    <dgm:pt modelId="{C62EC7A6-16C0-44AC-A256-894B9D1E7433}">
      <dgm:prSet custT="1"/>
      <dgm:spPr/>
      <dgm:t>
        <a:bodyPr/>
        <a:lstStyle/>
        <a:p>
          <a:r>
            <a:rPr lang="en-US" sz="1400" b="0" i="0" dirty="0"/>
            <a:t>Switches aggregating and controlling traffic flow at regional offices.</a:t>
          </a:r>
          <a:endParaRPr lang="en-US" sz="1400" dirty="0"/>
        </a:p>
      </dgm:t>
    </dgm:pt>
    <dgm:pt modelId="{5A563B66-0350-45E2-A35F-EE03050BB3CB}" type="parTrans" cxnId="{E3025DD7-48EF-41C6-9FD3-AEF145AD9592}">
      <dgm:prSet/>
      <dgm:spPr/>
      <dgm:t>
        <a:bodyPr/>
        <a:lstStyle/>
        <a:p>
          <a:endParaRPr lang="en-US"/>
        </a:p>
      </dgm:t>
    </dgm:pt>
    <dgm:pt modelId="{9D4CBCAB-2D34-49BE-8C35-B975199FC387}" type="sibTrans" cxnId="{E3025DD7-48EF-41C6-9FD3-AEF145AD9592}">
      <dgm:prSet/>
      <dgm:spPr/>
      <dgm:t>
        <a:bodyPr/>
        <a:lstStyle/>
        <a:p>
          <a:endParaRPr lang="en-US"/>
        </a:p>
      </dgm:t>
    </dgm:pt>
    <dgm:pt modelId="{FEFA4914-5FEF-4B93-BE98-5BECD774FCA1}">
      <dgm:prSet custT="1"/>
      <dgm:spPr/>
      <dgm:t>
        <a:bodyPr/>
        <a:lstStyle/>
        <a:p>
          <a:r>
            <a:rPr lang="en-US" sz="1400" b="0" i="0" dirty="0"/>
            <a:t>End Devices: Switches connecting end-user devices at each site.</a:t>
          </a:r>
          <a:endParaRPr lang="en-US" sz="1400" dirty="0"/>
        </a:p>
      </dgm:t>
    </dgm:pt>
    <dgm:pt modelId="{1B31EBF0-000A-4F9F-A8A4-EEA8B1873B58}" type="parTrans" cxnId="{DD2A2CFE-FF30-4F21-AAC3-3DD3CF1E7B53}">
      <dgm:prSet/>
      <dgm:spPr/>
      <dgm:t>
        <a:bodyPr/>
        <a:lstStyle/>
        <a:p>
          <a:endParaRPr lang="en-US"/>
        </a:p>
      </dgm:t>
    </dgm:pt>
    <dgm:pt modelId="{50026FFD-7B18-4A73-AA8F-694CB938992C}" type="sibTrans" cxnId="{DD2A2CFE-FF30-4F21-AAC3-3DD3CF1E7B53}">
      <dgm:prSet/>
      <dgm:spPr/>
      <dgm:t>
        <a:bodyPr/>
        <a:lstStyle/>
        <a:p>
          <a:endParaRPr lang="en-US"/>
        </a:p>
      </dgm:t>
    </dgm:pt>
    <dgm:pt modelId="{2A639ED8-F52C-4EA2-B38C-8A35F9F26D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/>
            <a:t>Network Devices &amp; Security Measures</a:t>
          </a:r>
          <a:r>
            <a:rPr lang="en-US" b="0" i="0" dirty="0"/>
            <a:t>:</a:t>
          </a:r>
          <a:endParaRPr lang="en-US" dirty="0"/>
        </a:p>
      </dgm:t>
    </dgm:pt>
    <dgm:pt modelId="{077C0677-6167-4506-B32B-7FB742F3271B}" type="parTrans" cxnId="{682193EF-AEFE-4B4A-BD2B-EA892B6DC072}">
      <dgm:prSet/>
      <dgm:spPr/>
      <dgm:t>
        <a:bodyPr/>
        <a:lstStyle/>
        <a:p>
          <a:endParaRPr lang="en-US"/>
        </a:p>
      </dgm:t>
    </dgm:pt>
    <dgm:pt modelId="{AE45E8AE-37B2-43E6-B175-49E2B4678640}" type="sibTrans" cxnId="{682193EF-AEFE-4B4A-BD2B-EA892B6DC072}">
      <dgm:prSet/>
      <dgm:spPr/>
      <dgm:t>
        <a:bodyPr/>
        <a:lstStyle/>
        <a:p>
          <a:endParaRPr lang="en-US"/>
        </a:p>
      </dgm:t>
    </dgm:pt>
    <dgm:pt modelId="{3C6B4DBA-A959-4370-97E7-9E8D7625B9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u="none" dirty="0"/>
            <a:t>Network devices include switches, routers, firewalls, and intrusion detection/prevention systems.</a:t>
          </a:r>
          <a:endParaRPr lang="en-US" sz="1400" dirty="0"/>
        </a:p>
      </dgm:t>
    </dgm:pt>
    <dgm:pt modelId="{EEC382B1-5F8F-49AA-9F6B-EB2089E91F19}" type="parTrans" cxnId="{67C1495B-550E-46FD-910F-D8F374A445E5}">
      <dgm:prSet/>
      <dgm:spPr/>
      <dgm:t>
        <a:bodyPr/>
        <a:lstStyle/>
        <a:p>
          <a:endParaRPr lang="en-US"/>
        </a:p>
      </dgm:t>
    </dgm:pt>
    <dgm:pt modelId="{6049AAE0-B97A-41FE-A151-7BF748259297}" type="sibTrans" cxnId="{67C1495B-550E-46FD-910F-D8F374A445E5}">
      <dgm:prSet/>
      <dgm:spPr/>
      <dgm:t>
        <a:bodyPr/>
        <a:lstStyle/>
        <a:p>
          <a:endParaRPr lang="en-US"/>
        </a:p>
      </dgm:t>
    </dgm:pt>
    <dgm:pt modelId="{4A6CF11F-EAA3-42B1-BFCF-79CBED7637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/>
            <a:t>Additional Components</a:t>
          </a:r>
          <a:r>
            <a:rPr lang="en-US" b="0" i="0" dirty="0"/>
            <a:t>:</a:t>
          </a:r>
          <a:endParaRPr lang="en-US" dirty="0"/>
        </a:p>
      </dgm:t>
    </dgm:pt>
    <dgm:pt modelId="{8B65F4F5-F223-4658-AAFB-15088A85900F}" type="parTrans" cxnId="{914C0C6A-A164-4314-A9A3-063C01FB5363}">
      <dgm:prSet/>
      <dgm:spPr/>
      <dgm:t>
        <a:bodyPr/>
        <a:lstStyle/>
        <a:p>
          <a:endParaRPr lang="en-US"/>
        </a:p>
      </dgm:t>
    </dgm:pt>
    <dgm:pt modelId="{4F77B469-FC74-4E51-9B40-E7CF08D5F439}" type="sibTrans" cxnId="{914C0C6A-A164-4314-A9A3-063C01FB5363}">
      <dgm:prSet/>
      <dgm:spPr/>
      <dgm:t>
        <a:bodyPr/>
        <a:lstStyle/>
        <a:p>
          <a:endParaRPr lang="en-US"/>
        </a:p>
      </dgm:t>
    </dgm:pt>
    <dgm:pt modelId="{B1B4A038-7A18-44D2-9E4C-F5B33F3ACAE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Power Over Ethernet (PoE) switches powering wireless access points and IP phones.</a:t>
          </a:r>
          <a:endParaRPr lang="en-US" sz="1400" dirty="0"/>
        </a:p>
      </dgm:t>
    </dgm:pt>
    <dgm:pt modelId="{8F9748CA-5B1C-456C-9962-3841BD93261A}" type="parTrans" cxnId="{E4BA2A7C-61ED-4804-8812-CC42891FA966}">
      <dgm:prSet/>
      <dgm:spPr/>
      <dgm:t>
        <a:bodyPr/>
        <a:lstStyle/>
        <a:p>
          <a:endParaRPr lang="en-US"/>
        </a:p>
      </dgm:t>
    </dgm:pt>
    <dgm:pt modelId="{7EA49080-5D37-407E-8019-359DE0F52B0F}" type="sibTrans" cxnId="{E4BA2A7C-61ED-4804-8812-CC42891FA966}">
      <dgm:prSet/>
      <dgm:spPr/>
      <dgm:t>
        <a:bodyPr/>
        <a:lstStyle/>
        <a:p>
          <a:endParaRPr lang="en-US"/>
        </a:p>
      </dgm:t>
    </dgm:pt>
    <dgm:pt modelId="{6C73A971-4BF6-443A-BB2E-826ED3AA1B0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UPS (Uninterruptible Power Supply) units providing backup power.</a:t>
          </a:r>
          <a:endParaRPr lang="en-US" sz="1400" dirty="0"/>
        </a:p>
      </dgm:t>
    </dgm:pt>
    <dgm:pt modelId="{4A631534-F25E-471B-8B16-C0D79F09B701}" type="parTrans" cxnId="{7FAA825D-E4D9-4147-B2C5-52D227F7F538}">
      <dgm:prSet/>
      <dgm:spPr/>
      <dgm:t>
        <a:bodyPr/>
        <a:lstStyle/>
        <a:p>
          <a:endParaRPr lang="en-US"/>
        </a:p>
      </dgm:t>
    </dgm:pt>
    <dgm:pt modelId="{5ED549C9-6D0D-4CCD-ADCB-7D54D62BDCDA}" type="sibTrans" cxnId="{7FAA825D-E4D9-4147-B2C5-52D227F7F538}">
      <dgm:prSet/>
      <dgm:spPr/>
      <dgm:t>
        <a:bodyPr/>
        <a:lstStyle/>
        <a:p>
          <a:endParaRPr lang="en-US"/>
        </a:p>
      </dgm:t>
    </dgm:pt>
    <dgm:pt modelId="{1639F637-C60B-4941-8900-7AAFC797E83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Cable management systems ensuring neat and organized wiring infrastructure.</a:t>
          </a:r>
          <a:endParaRPr lang="en-US" sz="1400" dirty="0"/>
        </a:p>
      </dgm:t>
    </dgm:pt>
    <dgm:pt modelId="{AE9FAAD1-392C-4277-8A85-07AA336D0B69}" type="parTrans" cxnId="{C0613835-AC72-46EE-950B-612948032033}">
      <dgm:prSet/>
      <dgm:spPr/>
      <dgm:t>
        <a:bodyPr/>
        <a:lstStyle/>
        <a:p>
          <a:endParaRPr lang="en-US"/>
        </a:p>
      </dgm:t>
    </dgm:pt>
    <dgm:pt modelId="{D4D45A18-C6AE-40AB-820B-295AB365E7C3}" type="sibTrans" cxnId="{C0613835-AC72-46EE-950B-612948032033}">
      <dgm:prSet/>
      <dgm:spPr/>
      <dgm:t>
        <a:bodyPr/>
        <a:lstStyle/>
        <a:p>
          <a:endParaRPr lang="en-US"/>
        </a:p>
      </dgm:t>
    </dgm:pt>
    <dgm:pt modelId="{A95EA157-6963-1741-921A-794FD73B21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u="none" dirty="0"/>
            <a:t>Security measures implemented align with NIST guidelines, encompassing encryption, access control, intrusion detection/prevention, and network segmentation.</a:t>
          </a:r>
        </a:p>
      </dgm:t>
    </dgm:pt>
    <dgm:pt modelId="{7CC4061E-A106-2440-B2C5-1A03418405AA}" type="parTrans" cxnId="{1BC8ACEF-1954-F240-A728-DC33C50D6A39}">
      <dgm:prSet/>
      <dgm:spPr/>
      <dgm:t>
        <a:bodyPr/>
        <a:lstStyle/>
        <a:p>
          <a:endParaRPr lang="en-US"/>
        </a:p>
      </dgm:t>
    </dgm:pt>
    <dgm:pt modelId="{7BCFEAF3-BEF4-0944-8850-164EB6BBA2FC}" type="sibTrans" cxnId="{1BC8ACEF-1954-F240-A728-DC33C50D6A39}">
      <dgm:prSet/>
      <dgm:spPr/>
      <dgm:t>
        <a:bodyPr/>
        <a:lstStyle/>
        <a:p>
          <a:endParaRPr lang="en-US"/>
        </a:p>
      </dgm:t>
    </dgm:pt>
    <dgm:pt modelId="{4C21A8C3-7D19-49FC-B904-BB9B3EE8A399}" type="pres">
      <dgm:prSet presAssocID="{6A529EAA-6928-47BA-9DEB-08B50352A7F6}" presName="root" presStyleCnt="0">
        <dgm:presLayoutVars>
          <dgm:dir/>
          <dgm:resizeHandles val="exact"/>
        </dgm:presLayoutVars>
      </dgm:prSet>
      <dgm:spPr/>
    </dgm:pt>
    <dgm:pt modelId="{C22F6177-7446-495F-8988-E1FF02CACAB5}" type="pres">
      <dgm:prSet presAssocID="{1F7AF208-1650-4C38-8C31-A135B33414D4}" presName="compNode" presStyleCnt="0"/>
      <dgm:spPr/>
    </dgm:pt>
    <dgm:pt modelId="{066B818B-4A05-4229-A731-353C20CB2890}" type="pres">
      <dgm:prSet presAssocID="{1F7AF208-1650-4C38-8C31-A135B33414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1E70C7E-356B-4BC6-9AB0-D71A7A5BCE2D}" type="pres">
      <dgm:prSet presAssocID="{1F7AF208-1650-4C38-8C31-A135B33414D4}" presName="iconSpace" presStyleCnt="0"/>
      <dgm:spPr/>
    </dgm:pt>
    <dgm:pt modelId="{B706810A-D5C7-434D-BB6E-1D58EBAE3C90}" type="pres">
      <dgm:prSet presAssocID="{1F7AF208-1650-4C38-8C31-A135B33414D4}" presName="parTx" presStyleLbl="revTx" presStyleIdx="0" presStyleCnt="8">
        <dgm:presLayoutVars>
          <dgm:chMax val="0"/>
          <dgm:chPref val="0"/>
        </dgm:presLayoutVars>
      </dgm:prSet>
      <dgm:spPr/>
    </dgm:pt>
    <dgm:pt modelId="{7DA3F0B6-BB43-4E74-9EF5-5405C78F05C5}" type="pres">
      <dgm:prSet presAssocID="{1F7AF208-1650-4C38-8C31-A135B33414D4}" presName="txSpace" presStyleCnt="0"/>
      <dgm:spPr/>
    </dgm:pt>
    <dgm:pt modelId="{1B7FDB53-4C9C-453C-8F01-06C3A091CF5B}" type="pres">
      <dgm:prSet presAssocID="{1F7AF208-1650-4C38-8C31-A135B33414D4}" presName="desTx" presStyleLbl="revTx" presStyleIdx="1" presStyleCnt="8">
        <dgm:presLayoutVars/>
      </dgm:prSet>
      <dgm:spPr/>
    </dgm:pt>
    <dgm:pt modelId="{9B00D69C-AB07-4059-A280-24528312C922}" type="pres">
      <dgm:prSet presAssocID="{1E2EA110-707D-44D2-994E-82807E901DDE}" presName="sibTrans" presStyleCnt="0"/>
      <dgm:spPr/>
    </dgm:pt>
    <dgm:pt modelId="{64887A7D-0ED4-4CFC-9731-F40F32D52EC5}" type="pres">
      <dgm:prSet presAssocID="{8B475C59-1999-4326-BA9C-5266FF4A2DA3}" presName="compNode" presStyleCnt="0"/>
      <dgm:spPr/>
    </dgm:pt>
    <dgm:pt modelId="{625C140F-9E9A-4377-9D22-2C6FD0A1D39F}" type="pres">
      <dgm:prSet presAssocID="{8B475C59-1999-4326-BA9C-5266FF4A2DA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6DCBC69C-D07F-41AE-ABAF-92B34BB109DD}" type="pres">
      <dgm:prSet presAssocID="{8B475C59-1999-4326-BA9C-5266FF4A2DA3}" presName="iconSpace" presStyleCnt="0"/>
      <dgm:spPr/>
    </dgm:pt>
    <dgm:pt modelId="{528E4A6D-73EE-468D-9295-2FB833C05989}" type="pres">
      <dgm:prSet presAssocID="{8B475C59-1999-4326-BA9C-5266FF4A2DA3}" presName="parTx" presStyleLbl="revTx" presStyleIdx="2" presStyleCnt="8">
        <dgm:presLayoutVars>
          <dgm:chMax val="0"/>
          <dgm:chPref val="0"/>
        </dgm:presLayoutVars>
      </dgm:prSet>
      <dgm:spPr/>
    </dgm:pt>
    <dgm:pt modelId="{15A4C2F4-985E-4228-88A1-67E6ED5EAC4F}" type="pres">
      <dgm:prSet presAssocID="{8B475C59-1999-4326-BA9C-5266FF4A2DA3}" presName="txSpace" presStyleCnt="0"/>
      <dgm:spPr/>
    </dgm:pt>
    <dgm:pt modelId="{88537CCD-5A7A-495B-BE3E-977116C35A41}" type="pres">
      <dgm:prSet presAssocID="{8B475C59-1999-4326-BA9C-5266FF4A2DA3}" presName="desTx" presStyleLbl="revTx" presStyleIdx="3" presStyleCnt="8">
        <dgm:presLayoutVars/>
      </dgm:prSet>
      <dgm:spPr/>
    </dgm:pt>
    <dgm:pt modelId="{43962834-01EA-49CD-883C-F870D44A4962}" type="pres">
      <dgm:prSet presAssocID="{2A9A982F-0F02-494A-96C2-D184DFB872A1}" presName="sibTrans" presStyleCnt="0"/>
      <dgm:spPr/>
    </dgm:pt>
    <dgm:pt modelId="{A9FE021B-63BF-4C28-AF20-42F056F744DA}" type="pres">
      <dgm:prSet presAssocID="{2A639ED8-F52C-4EA2-B38C-8A35F9F26D77}" presName="compNode" presStyleCnt="0"/>
      <dgm:spPr/>
    </dgm:pt>
    <dgm:pt modelId="{6CC59065-3125-4765-B66C-C47BE111FD16}" type="pres">
      <dgm:prSet presAssocID="{2A639ED8-F52C-4EA2-B38C-8A35F9F26D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C327A87-D7D4-4B75-A6D6-C3209CFB20F9}" type="pres">
      <dgm:prSet presAssocID="{2A639ED8-F52C-4EA2-B38C-8A35F9F26D77}" presName="iconSpace" presStyleCnt="0"/>
      <dgm:spPr/>
    </dgm:pt>
    <dgm:pt modelId="{76DB70F8-E9BB-4492-9ACC-878F261AE1E3}" type="pres">
      <dgm:prSet presAssocID="{2A639ED8-F52C-4EA2-B38C-8A35F9F26D77}" presName="parTx" presStyleLbl="revTx" presStyleIdx="4" presStyleCnt="8">
        <dgm:presLayoutVars>
          <dgm:chMax val="0"/>
          <dgm:chPref val="0"/>
        </dgm:presLayoutVars>
      </dgm:prSet>
      <dgm:spPr/>
    </dgm:pt>
    <dgm:pt modelId="{35825BE3-304F-45D7-B5DE-3A4E70C8F49E}" type="pres">
      <dgm:prSet presAssocID="{2A639ED8-F52C-4EA2-B38C-8A35F9F26D77}" presName="txSpace" presStyleCnt="0"/>
      <dgm:spPr/>
    </dgm:pt>
    <dgm:pt modelId="{2916D166-8D53-434F-862F-044C4F1FAA6B}" type="pres">
      <dgm:prSet presAssocID="{2A639ED8-F52C-4EA2-B38C-8A35F9F26D77}" presName="desTx" presStyleLbl="revTx" presStyleIdx="5" presStyleCnt="8">
        <dgm:presLayoutVars/>
      </dgm:prSet>
      <dgm:spPr/>
    </dgm:pt>
    <dgm:pt modelId="{10DC5F86-320B-47B4-A1A9-D44F6F808C17}" type="pres">
      <dgm:prSet presAssocID="{AE45E8AE-37B2-43E6-B175-49E2B4678640}" presName="sibTrans" presStyleCnt="0"/>
      <dgm:spPr/>
    </dgm:pt>
    <dgm:pt modelId="{0F34E4A2-7A1E-4D86-A688-9BDEB1B2BD72}" type="pres">
      <dgm:prSet presAssocID="{4A6CF11F-EAA3-42B1-BFCF-79CBED7637BB}" presName="compNode" presStyleCnt="0"/>
      <dgm:spPr/>
    </dgm:pt>
    <dgm:pt modelId="{3FD1ED87-9790-42C0-944A-488FE8F2F0D6}" type="pres">
      <dgm:prSet presAssocID="{4A6CF11F-EAA3-42B1-BFCF-79CBED7637B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8303C570-3868-4FC7-85D7-EE4C8F653ECD}" type="pres">
      <dgm:prSet presAssocID="{4A6CF11F-EAA3-42B1-BFCF-79CBED7637BB}" presName="iconSpace" presStyleCnt="0"/>
      <dgm:spPr/>
    </dgm:pt>
    <dgm:pt modelId="{20D20878-8339-4633-92E2-10C7F6AD4BFA}" type="pres">
      <dgm:prSet presAssocID="{4A6CF11F-EAA3-42B1-BFCF-79CBED7637BB}" presName="parTx" presStyleLbl="revTx" presStyleIdx="6" presStyleCnt="8">
        <dgm:presLayoutVars>
          <dgm:chMax val="0"/>
          <dgm:chPref val="0"/>
        </dgm:presLayoutVars>
      </dgm:prSet>
      <dgm:spPr/>
    </dgm:pt>
    <dgm:pt modelId="{FA993FCB-92FE-4021-8DC9-E2BC8A645E27}" type="pres">
      <dgm:prSet presAssocID="{4A6CF11F-EAA3-42B1-BFCF-79CBED7637BB}" presName="txSpace" presStyleCnt="0"/>
      <dgm:spPr/>
    </dgm:pt>
    <dgm:pt modelId="{C3BCBEFE-872E-49D5-87B4-9AE45B0BBBD4}" type="pres">
      <dgm:prSet presAssocID="{4A6CF11F-EAA3-42B1-BFCF-79CBED7637BB}" presName="desTx" presStyleLbl="revTx" presStyleIdx="7" presStyleCnt="8">
        <dgm:presLayoutVars/>
      </dgm:prSet>
      <dgm:spPr/>
    </dgm:pt>
  </dgm:ptLst>
  <dgm:cxnLst>
    <dgm:cxn modelId="{382E8111-1158-4E67-873A-CFBF239FE088}" srcId="{6A529EAA-6928-47BA-9DEB-08B50352A7F6}" destId="{1F7AF208-1650-4C38-8C31-A135B33414D4}" srcOrd="0" destOrd="0" parTransId="{8AE9D3B9-7778-4C8E-A297-3878D5E5087E}" sibTransId="{1E2EA110-707D-44D2-994E-82807E901DDE}"/>
    <dgm:cxn modelId="{23182B13-B45A-4677-AB8F-40B52FEDDE65}" srcId="{2C1A88F4-DF13-4D24-BDDD-F4F3B8587513}" destId="{B6FCD6FF-304E-42E9-9FC4-AFC204E3A3B6}" srcOrd="0" destOrd="0" parTransId="{30D71384-47A5-462C-8310-F77A29F6CE04}" sibTransId="{E9B9C38A-BB5B-41C9-9554-5414B1F45149}"/>
    <dgm:cxn modelId="{1AE6081F-22F3-41BB-A16C-8BB31BC06FC3}" srcId="{2C1A88F4-DF13-4D24-BDDD-F4F3B8587513}" destId="{8FB86691-6265-4783-BFD3-EC5515539B6A}" srcOrd="2" destOrd="0" parTransId="{DB9E696A-BB63-4F71-9536-4D3C9C9853CB}" sibTransId="{2EEAD7B3-4AB4-468F-A353-E22C2E196406}"/>
    <dgm:cxn modelId="{39266522-2F04-4805-B305-262D71DFB535}" type="presOf" srcId="{3C6B4DBA-A959-4370-97E7-9E8D7625B9D4}" destId="{2916D166-8D53-434F-862F-044C4F1FAA6B}" srcOrd="0" destOrd="0" presId="urn:microsoft.com/office/officeart/2018/2/layout/IconLabelDescriptionList"/>
    <dgm:cxn modelId="{1D329323-65CB-48E3-898E-821C24424646}" srcId="{6A529EAA-6928-47BA-9DEB-08B50352A7F6}" destId="{8B475C59-1999-4326-BA9C-5266FF4A2DA3}" srcOrd="1" destOrd="0" parTransId="{88F01D67-140A-46E1-8F37-C7350823932E}" sibTransId="{2A9A982F-0F02-494A-96C2-D184DFB872A1}"/>
    <dgm:cxn modelId="{4D63472C-F164-4D8F-8C87-F2BECB416547}" srcId="{AD84571B-8DC6-431E-8F97-5C6704D1499E}" destId="{F595E995-3958-4885-89AA-137EC946C5C0}" srcOrd="0" destOrd="0" parTransId="{D53632D3-BD05-449D-96D6-67F41B5EA450}" sibTransId="{F8DB5107-5DA2-4B0C-9F49-9A23CA121A5F}"/>
    <dgm:cxn modelId="{C0613835-AC72-46EE-950B-612948032033}" srcId="{4A6CF11F-EAA3-42B1-BFCF-79CBED7637BB}" destId="{1639F637-C60B-4941-8900-7AAFC797E836}" srcOrd="2" destOrd="0" parTransId="{AE9FAAD1-392C-4277-8A85-07AA336D0B69}" sibTransId="{D4D45A18-C6AE-40AB-820B-295AB365E7C3}"/>
    <dgm:cxn modelId="{ABB31D38-DC14-458D-99A3-816BA6E0453E}" type="presOf" srcId="{6A529EAA-6928-47BA-9DEB-08B50352A7F6}" destId="{4C21A8C3-7D19-49FC-B904-BB9B3EE8A399}" srcOrd="0" destOrd="0" presId="urn:microsoft.com/office/officeart/2018/2/layout/IconLabelDescriptionList"/>
    <dgm:cxn modelId="{EC39EB38-5BF6-44F4-8EA5-076306038B85}" type="presOf" srcId="{2C1A88F4-DF13-4D24-BDDD-F4F3B8587513}" destId="{1B7FDB53-4C9C-453C-8F01-06C3A091CF5B}" srcOrd="0" destOrd="1" presId="urn:microsoft.com/office/officeart/2018/2/layout/IconLabelDescriptionList"/>
    <dgm:cxn modelId="{67C1495B-550E-46FD-910F-D8F374A445E5}" srcId="{2A639ED8-F52C-4EA2-B38C-8A35F9F26D77}" destId="{3C6B4DBA-A959-4370-97E7-9E8D7625B9D4}" srcOrd="0" destOrd="0" parTransId="{EEC382B1-5F8F-49AA-9F6B-EB2089E91F19}" sibTransId="{6049AAE0-B97A-41FE-A151-7BF748259297}"/>
    <dgm:cxn modelId="{7FAA825D-E4D9-4147-B2C5-52D227F7F538}" srcId="{4A6CF11F-EAA3-42B1-BFCF-79CBED7637BB}" destId="{6C73A971-4BF6-443A-BB2E-826ED3AA1B00}" srcOrd="1" destOrd="0" parTransId="{4A631534-F25E-471B-8B16-C0D79F09B701}" sibTransId="{5ED549C9-6D0D-4CCD-ADCB-7D54D62BDCDA}"/>
    <dgm:cxn modelId="{F7ED2C63-7C8F-4E7B-B7F1-71C7A1EEFDE8}" type="presOf" srcId="{6C73A971-4BF6-443A-BB2E-826ED3AA1B00}" destId="{C3BCBEFE-872E-49D5-87B4-9AE45B0BBBD4}" srcOrd="0" destOrd="1" presId="urn:microsoft.com/office/officeart/2018/2/layout/IconLabelDescriptionList"/>
    <dgm:cxn modelId="{47DA3967-5EA6-4EC8-9ECB-DEBC713D04CF}" srcId="{8B475C59-1999-4326-BA9C-5266FF4A2DA3}" destId="{AD84571B-8DC6-431E-8F97-5C6704D1499E}" srcOrd="0" destOrd="0" parTransId="{0992703A-7037-4A1B-8F84-93E71955355E}" sibTransId="{30D0806A-02E2-4337-A111-283BAAA61915}"/>
    <dgm:cxn modelId="{552CAF67-4F21-4569-A099-E55B876102BA}" type="presOf" srcId="{AD84571B-8DC6-431E-8F97-5C6704D1499E}" destId="{88537CCD-5A7A-495B-BE3E-977116C35A41}" srcOrd="0" destOrd="0" presId="urn:microsoft.com/office/officeart/2018/2/layout/IconLabelDescriptionList"/>
    <dgm:cxn modelId="{914C0C6A-A164-4314-A9A3-063C01FB5363}" srcId="{6A529EAA-6928-47BA-9DEB-08B50352A7F6}" destId="{4A6CF11F-EAA3-42B1-BFCF-79CBED7637BB}" srcOrd="3" destOrd="0" parTransId="{8B65F4F5-F223-4658-AAFB-15088A85900F}" sibTransId="{4F77B469-FC74-4E51-9B40-E7CF08D5F439}"/>
    <dgm:cxn modelId="{46679B4C-8073-44EA-8140-4DB7A75AD6B3}" type="presOf" srcId="{F595E995-3958-4885-89AA-137EC946C5C0}" destId="{88537CCD-5A7A-495B-BE3E-977116C35A41}" srcOrd="0" destOrd="1" presId="urn:microsoft.com/office/officeart/2018/2/layout/IconLabelDescriptionList"/>
    <dgm:cxn modelId="{9BF3ED4C-B059-4E9B-8541-B34825060723}" type="presOf" srcId="{FEFA4914-5FEF-4B93-BE98-5BECD774FCA1}" destId="{88537CCD-5A7A-495B-BE3E-977116C35A41}" srcOrd="0" destOrd="3" presId="urn:microsoft.com/office/officeart/2018/2/layout/IconLabelDescriptionList"/>
    <dgm:cxn modelId="{0E5D4954-1675-4ABE-BF6D-0B3209B60345}" type="presOf" srcId="{B6FCD6FF-304E-42E9-9FC4-AFC204E3A3B6}" destId="{1B7FDB53-4C9C-453C-8F01-06C3A091CF5B}" srcOrd="0" destOrd="2" presId="urn:microsoft.com/office/officeart/2018/2/layout/IconLabelDescriptionList"/>
    <dgm:cxn modelId="{5676955A-5CCD-4686-AC22-805B05FC8936}" type="presOf" srcId="{4A6CF11F-EAA3-42B1-BFCF-79CBED7637BB}" destId="{20D20878-8339-4633-92E2-10C7F6AD4BFA}" srcOrd="0" destOrd="0" presId="urn:microsoft.com/office/officeart/2018/2/layout/IconLabelDescriptionList"/>
    <dgm:cxn modelId="{3C61D95A-4B51-4FE2-AB22-59CD86C4003A}" type="presOf" srcId="{8FB86691-6265-4783-BFD3-EC5515539B6A}" destId="{1B7FDB53-4C9C-453C-8F01-06C3A091CF5B}" srcOrd="0" destOrd="4" presId="urn:microsoft.com/office/officeart/2018/2/layout/IconLabelDescriptionList"/>
    <dgm:cxn modelId="{E4BA2A7C-61ED-4804-8812-CC42891FA966}" srcId="{4A6CF11F-EAA3-42B1-BFCF-79CBED7637BB}" destId="{B1B4A038-7A18-44D2-9E4C-F5B33F3ACAE2}" srcOrd="0" destOrd="0" parTransId="{8F9748CA-5B1C-456C-9962-3841BD93261A}" sibTransId="{7EA49080-5D37-407E-8019-359DE0F52B0F}"/>
    <dgm:cxn modelId="{A67C9F7F-819C-46AA-898E-AEF8387D7C78}" type="presOf" srcId="{1F7AF208-1650-4C38-8C31-A135B33414D4}" destId="{B706810A-D5C7-434D-BB6E-1D58EBAE3C90}" srcOrd="0" destOrd="0" presId="urn:microsoft.com/office/officeart/2018/2/layout/IconLabelDescriptionList"/>
    <dgm:cxn modelId="{B3C6458A-524F-449F-AFED-4C1EB4D3CA59}" type="presOf" srcId="{2A639ED8-F52C-4EA2-B38C-8A35F9F26D77}" destId="{76DB70F8-E9BB-4492-9ACC-878F261AE1E3}" srcOrd="0" destOrd="0" presId="urn:microsoft.com/office/officeart/2018/2/layout/IconLabelDescriptionList"/>
    <dgm:cxn modelId="{3DC8B7A0-9B42-43A9-96BC-541A4BA15B2E}" type="presOf" srcId="{8B475C59-1999-4326-BA9C-5266FF4A2DA3}" destId="{528E4A6D-73EE-468D-9295-2FB833C05989}" srcOrd="0" destOrd="0" presId="urn:microsoft.com/office/officeart/2018/2/layout/IconLabelDescriptionList"/>
    <dgm:cxn modelId="{54F1B8A0-FA71-400E-A821-ADD17C6AC429}" srcId="{1F7AF208-1650-4C38-8C31-A135B33414D4}" destId="{2C1A88F4-DF13-4D24-BDDD-F4F3B8587513}" srcOrd="1" destOrd="0" parTransId="{549C49D7-5E4E-4380-94E4-1A45AF25FD17}" sibTransId="{82464F18-137B-4230-A102-5D2A0F98E0B7}"/>
    <dgm:cxn modelId="{BB76DEA3-1239-4806-B544-772ACBB89304}" srcId="{1F7AF208-1650-4C38-8C31-A135B33414D4}" destId="{20AE9644-0403-42F9-9EBF-2855E0736FBE}" srcOrd="0" destOrd="0" parTransId="{A555557B-2366-4369-ACCE-00365B849A11}" sibTransId="{9F283D8B-98EB-452C-AE2C-14F83D342218}"/>
    <dgm:cxn modelId="{5BA505B2-1125-40F1-8522-1243DABA1D35}" srcId="{2C1A88F4-DF13-4D24-BDDD-F4F3B8587513}" destId="{24C8F7BE-7B41-4BD9-A8CC-FFFAFBC01951}" srcOrd="1" destOrd="0" parTransId="{500E4048-323B-4597-8340-F83DBA843AC5}" sibTransId="{48BBF754-7057-47E0-AD8E-1A579DBCDF45}"/>
    <dgm:cxn modelId="{8E8B14B4-C990-4A91-979C-30C48D395CA7}" type="presOf" srcId="{C62EC7A6-16C0-44AC-A256-894B9D1E7433}" destId="{88537CCD-5A7A-495B-BE3E-977116C35A41}" srcOrd="0" destOrd="2" presId="urn:microsoft.com/office/officeart/2018/2/layout/IconLabelDescriptionList"/>
    <dgm:cxn modelId="{60F0A1B7-F0F2-4F39-AAFA-324D1926DFC8}" type="presOf" srcId="{20AE9644-0403-42F9-9EBF-2855E0736FBE}" destId="{1B7FDB53-4C9C-453C-8F01-06C3A091CF5B}" srcOrd="0" destOrd="0" presId="urn:microsoft.com/office/officeart/2018/2/layout/IconLabelDescriptionList"/>
    <dgm:cxn modelId="{40E1ABBB-0778-4E8E-A49F-907C86BC5144}" type="presOf" srcId="{1639F637-C60B-4941-8900-7AAFC797E836}" destId="{C3BCBEFE-872E-49D5-87B4-9AE45B0BBBD4}" srcOrd="0" destOrd="2" presId="urn:microsoft.com/office/officeart/2018/2/layout/IconLabelDescriptionList"/>
    <dgm:cxn modelId="{B04FC4D6-C254-493C-8927-9FE91660A2CD}" type="presOf" srcId="{B1B4A038-7A18-44D2-9E4C-F5B33F3ACAE2}" destId="{C3BCBEFE-872E-49D5-87B4-9AE45B0BBBD4}" srcOrd="0" destOrd="0" presId="urn:microsoft.com/office/officeart/2018/2/layout/IconLabelDescriptionList"/>
    <dgm:cxn modelId="{E3025DD7-48EF-41C6-9FD3-AEF145AD9592}" srcId="{AD84571B-8DC6-431E-8F97-5C6704D1499E}" destId="{C62EC7A6-16C0-44AC-A256-894B9D1E7433}" srcOrd="1" destOrd="0" parTransId="{5A563B66-0350-45E2-A35F-EE03050BB3CB}" sibTransId="{9D4CBCAB-2D34-49BE-8C35-B975199FC387}"/>
    <dgm:cxn modelId="{C8CD23D9-D511-694E-9927-1789C7E61637}" type="presOf" srcId="{A95EA157-6963-1741-921A-794FD73B21D5}" destId="{2916D166-8D53-434F-862F-044C4F1FAA6B}" srcOrd="0" destOrd="1" presId="urn:microsoft.com/office/officeart/2018/2/layout/IconLabelDescriptionList"/>
    <dgm:cxn modelId="{3F1857EF-3A8C-47DC-A41C-67A3B2DBE2F1}" type="presOf" srcId="{24C8F7BE-7B41-4BD9-A8CC-FFFAFBC01951}" destId="{1B7FDB53-4C9C-453C-8F01-06C3A091CF5B}" srcOrd="0" destOrd="3" presId="urn:microsoft.com/office/officeart/2018/2/layout/IconLabelDescriptionList"/>
    <dgm:cxn modelId="{682193EF-AEFE-4B4A-BD2B-EA892B6DC072}" srcId="{6A529EAA-6928-47BA-9DEB-08B50352A7F6}" destId="{2A639ED8-F52C-4EA2-B38C-8A35F9F26D77}" srcOrd="2" destOrd="0" parTransId="{077C0677-6167-4506-B32B-7FB742F3271B}" sibTransId="{AE45E8AE-37B2-43E6-B175-49E2B4678640}"/>
    <dgm:cxn modelId="{1BC8ACEF-1954-F240-A728-DC33C50D6A39}" srcId="{2A639ED8-F52C-4EA2-B38C-8A35F9F26D77}" destId="{A95EA157-6963-1741-921A-794FD73B21D5}" srcOrd="1" destOrd="0" parTransId="{7CC4061E-A106-2440-B2C5-1A03418405AA}" sibTransId="{7BCFEAF3-BEF4-0944-8850-164EB6BBA2FC}"/>
    <dgm:cxn modelId="{DD2A2CFE-FF30-4F21-AAC3-3DD3CF1E7B53}" srcId="{AD84571B-8DC6-431E-8F97-5C6704D1499E}" destId="{FEFA4914-5FEF-4B93-BE98-5BECD774FCA1}" srcOrd="2" destOrd="0" parTransId="{1B31EBF0-000A-4F9F-A8A4-EEA8B1873B58}" sibTransId="{50026FFD-7B18-4A73-AA8F-694CB938992C}"/>
    <dgm:cxn modelId="{E3FCC7E8-94BA-42AF-8FED-5E565271BA38}" type="presParOf" srcId="{4C21A8C3-7D19-49FC-B904-BB9B3EE8A399}" destId="{C22F6177-7446-495F-8988-E1FF02CACAB5}" srcOrd="0" destOrd="0" presId="urn:microsoft.com/office/officeart/2018/2/layout/IconLabelDescriptionList"/>
    <dgm:cxn modelId="{71E77590-D681-42FE-AF40-165D3A64E196}" type="presParOf" srcId="{C22F6177-7446-495F-8988-E1FF02CACAB5}" destId="{066B818B-4A05-4229-A731-353C20CB2890}" srcOrd="0" destOrd="0" presId="urn:microsoft.com/office/officeart/2018/2/layout/IconLabelDescriptionList"/>
    <dgm:cxn modelId="{B28FB587-6C8A-4791-B6F3-2BC2EF0AF721}" type="presParOf" srcId="{C22F6177-7446-495F-8988-E1FF02CACAB5}" destId="{E1E70C7E-356B-4BC6-9AB0-D71A7A5BCE2D}" srcOrd="1" destOrd="0" presId="urn:microsoft.com/office/officeart/2018/2/layout/IconLabelDescriptionList"/>
    <dgm:cxn modelId="{1E17B39D-C907-482E-A851-AC3C18F123BA}" type="presParOf" srcId="{C22F6177-7446-495F-8988-E1FF02CACAB5}" destId="{B706810A-D5C7-434D-BB6E-1D58EBAE3C90}" srcOrd="2" destOrd="0" presId="urn:microsoft.com/office/officeart/2018/2/layout/IconLabelDescriptionList"/>
    <dgm:cxn modelId="{5E0A8631-F3A7-4A54-AE66-2D2985322F78}" type="presParOf" srcId="{C22F6177-7446-495F-8988-E1FF02CACAB5}" destId="{7DA3F0B6-BB43-4E74-9EF5-5405C78F05C5}" srcOrd="3" destOrd="0" presId="urn:microsoft.com/office/officeart/2018/2/layout/IconLabelDescriptionList"/>
    <dgm:cxn modelId="{DCFC5C41-93A0-4624-98D7-A4CA7624BDBD}" type="presParOf" srcId="{C22F6177-7446-495F-8988-E1FF02CACAB5}" destId="{1B7FDB53-4C9C-453C-8F01-06C3A091CF5B}" srcOrd="4" destOrd="0" presId="urn:microsoft.com/office/officeart/2018/2/layout/IconLabelDescriptionList"/>
    <dgm:cxn modelId="{506205C8-C258-4AEE-B146-8551DADD849B}" type="presParOf" srcId="{4C21A8C3-7D19-49FC-B904-BB9B3EE8A399}" destId="{9B00D69C-AB07-4059-A280-24528312C922}" srcOrd="1" destOrd="0" presId="urn:microsoft.com/office/officeart/2018/2/layout/IconLabelDescriptionList"/>
    <dgm:cxn modelId="{F578DA80-F8B3-45E0-A6C7-3B0CA3B872D7}" type="presParOf" srcId="{4C21A8C3-7D19-49FC-B904-BB9B3EE8A399}" destId="{64887A7D-0ED4-4CFC-9731-F40F32D52EC5}" srcOrd="2" destOrd="0" presId="urn:microsoft.com/office/officeart/2018/2/layout/IconLabelDescriptionList"/>
    <dgm:cxn modelId="{EED4225A-405A-4E6C-A5EF-A64164BB07B2}" type="presParOf" srcId="{64887A7D-0ED4-4CFC-9731-F40F32D52EC5}" destId="{625C140F-9E9A-4377-9D22-2C6FD0A1D39F}" srcOrd="0" destOrd="0" presId="urn:microsoft.com/office/officeart/2018/2/layout/IconLabelDescriptionList"/>
    <dgm:cxn modelId="{00BA5A10-D1E1-4505-900D-66D681ADEADE}" type="presParOf" srcId="{64887A7D-0ED4-4CFC-9731-F40F32D52EC5}" destId="{6DCBC69C-D07F-41AE-ABAF-92B34BB109DD}" srcOrd="1" destOrd="0" presId="urn:microsoft.com/office/officeart/2018/2/layout/IconLabelDescriptionList"/>
    <dgm:cxn modelId="{22C8C582-B8B5-4234-9DC2-6B1F1662B118}" type="presParOf" srcId="{64887A7D-0ED4-4CFC-9731-F40F32D52EC5}" destId="{528E4A6D-73EE-468D-9295-2FB833C05989}" srcOrd="2" destOrd="0" presId="urn:microsoft.com/office/officeart/2018/2/layout/IconLabelDescriptionList"/>
    <dgm:cxn modelId="{9F7861E4-A170-4B5A-A3DD-E2E97BBB838F}" type="presParOf" srcId="{64887A7D-0ED4-4CFC-9731-F40F32D52EC5}" destId="{15A4C2F4-985E-4228-88A1-67E6ED5EAC4F}" srcOrd="3" destOrd="0" presId="urn:microsoft.com/office/officeart/2018/2/layout/IconLabelDescriptionList"/>
    <dgm:cxn modelId="{06973F41-45F6-429A-A343-8B4678B07335}" type="presParOf" srcId="{64887A7D-0ED4-4CFC-9731-F40F32D52EC5}" destId="{88537CCD-5A7A-495B-BE3E-977116C35A41}" srcOrd="4" destOrd="0" presId="urn:microsoft.com/office/officeart/2018/2/layout/IconLabelDescriptionList"/>
    <dgm:cxn modelId="{EEC3B0DF-8E67-4663-8051-0CCAAAF04503}" type="presParOf" srcId="{4C21A8C3-7D19-49FC-B904-BB9B3EE8A399}" destId="{43962834-01EA-49CD-883C-F870D44A4962}" srcOrd="3" destOrd="0" presId="urn:microsoft.com/office/officeart/2018/2/layout/IconLabelDescriptionList"/>
    <dgm:cxn modelId="{99EA768B-FD17-4C8A-80C3-DFEFF6E550A5}" type="presParOf" srcId="{4C21A8C3-7D19-49FC-B904-BB9B3EE8A399}" destId="{A9FE021B-63BF-4C28-AF20-42F056F744DA}" srcOrd="4" destOrd="0" presId="urn:microsoft.com/office/officeart/2018/2/layout/IconLabelDescriptionList"/>
    <dgm:cxn modelId="{84D2A8E3-AE8C-4764-A6EF-6227A46C8C01}" type="presParOf" srcId="{A9FE021B-63BF-4C28-AF20-42F056F744DA}" destId="{6CC59065-3125-4765-B66C-C47BE111FD16}" srcOrd="0" destOrd="0" presId="urn:microsoft.com/office/officeart/2018/2/layout/IconLabelDescriptionList"/>
    <dgm:cxn modelId="{2EB70F92-A62E-4758-AF59-90F372ADCF0B}" type="presParOf" srcId="{A9FE021B-63BF-4C28-AF20-42F056F744DA}" destId="{9C327A87-D7D4-4B75-A6D6-C3209CFB20F9}" srcOrd="1" destOrd="0" presId="urn:microsoft.com/office/officeart/2018/2/layout/IconLabelDescriptionList"/>
    <dgm:cxn modelId="{C4E394B7-FAB0-498A-AACB-83F5610DEBAB}" type="presParOf" srcId="{A9FE021B-63BF-4C28-AF20-42F056F744DA}" destId="{76DB70F8-E9BB-4492-9ACC-878F261AE1E3}" srcOrd="2" destOrd="0" presId="urn:microsoft.com/office/officeart/2018/2/layout/IconLabelDescriptionList"/>
    <dgm:cxn modelId="{F4678258-4598-4D0B-89E9-F94C2B2ABA5E}" type="presParOf" srcId="{A9FE021B-63BF-4C28-AF20-42F056F744DA}" destId="{35825BE3-304F-45D7-B5DE-3A4E70C8F49E}" srcOrd="3" destOrd="0" presId="urn:microsoft.com/office/officeart/2018/2/layout/IconLabelDescriptionList"/>
    <dgm:cxn modelId="{9F9DD81C-8A63-403F-BFBF-F107A0916DB5}" type="presParOf" srcId="{A9FE021B-63BF-4C28-AF20-42F056F744DA}" destId="{2916D166-8D53-434F-862F-044C4F1FAA6B}" srcOrd="4" destOrd="0" presId="urn:microsoft.com/office/officeart/2018/2/layout/IconLabelDescriptionList"/>
    <dgm:cxn modelId="{B38EDAA9-38E3-4E00-B728-CF76D5C1D8C2}" type="presParOf" srcId="{4C21A8C3-7D19-49FC-B904-BB9B3EE8A399}" destId="{10DC5F86-320B-47B4-A1A9-D44F6F808C17}" srcOrd="5" destOrd="0" presId="urn:microsoft.com/office/officeart/2018/2/layout/IconLabelDescriptionList"/>
    <dgm:cxn modelId="{3C2CB713-5DD2-4567-B689-F08FF1C53079}" type="presParOf" srcId="{4C21A8C3-7D19-49FC-B904-BB9B3EE8A399}" destId="{0F34E4A2-7A1E-4D86-A688-9BDEB1B2BD72}" srcOrd="6" destOrd="0" presId="urn:microsoft.com/office/officeart/2018/2/layout/IconLabelDescriptionList"/>
    <dgm:cxn modelId="{D406985D-FAE1-4405-9DE8-6706F9B003FF}" type="presParOf" srcId="{0F34E4A2-7A1E-4D86-A688-9BDEB1B2BD72}" destId="{3FD1ED87-9790-42C0-944A-488FE8F2F0D6}" srcOrd="0" destOrd="0" presId="urn:microsoft.com/office/officeart/2018/2/layout/IconLabelDescriptionList"/>
    <dgm:cxn modelId="{4AF603F5-015F-4936-AEA5-A8FD9B654B94}" type="presParOf" srcId="{0F34E4A2-7A1E-4D86-A688-9BDEB1B2BD72}" destId="{8303C570-3868-4FC7-85D7-EE4C8F653ECD}" srcOrd="1" destOrd="0" presId="urn:microsoft.com/office/officeart/2018/2/layout/IconLabelDescriptionList"/>
    <dgm:cxn modelId="{30B756E9-24AF-4A35-A946-ECD4ECAF91AF}" type="presParOf" srcId="{0F34E4A2-7A1E-4D86-A688-9BDEB1B2BD72}" destId="{20D20878-8339-4633-92E2-10C7F6AD4BFA}" srcOrd="2" destOrd="0" presId="urn:microsoft.com/office/officeart/2018/2/layout/IconLabelDescriptionList"/>
    <dgm:cxn modelId="{AB0BA071-98AF-40F9-BE60-6268E151CEFA}" type="presParOf" srcId="{0F34E4A2-7A1E-4D86-A688-9BDEB1B2BD72}" destId="{FA993FCB-92FE-4021-8DC9-E2BC8A645E27}" srcOrd="3" destOrd="0" presId="urn:microsoft.com/office/officeart/2018/2/layout/IconLabelDescriptionList"/>
    <dgm:cxn modelId="{41C15099-F483-4E9A-817A-5CFF34805E1A}" type="presParOf" srcId="{0F34E4A2-7A1E-4D86-A688-9BDEB1B2BD72}" destId="{C3BCBEFE-872E-49D5-87B4-9AE45B0BBBD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FDD74E-48CB-BD4C-AEE8-0BC13C7AAEF3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88C62C-6352-0540-9D01-C71FB22DA29B}">
      <dgm:prSet phldrT="[Text]"/>
      <dgm:spPr/>
      <dgm:t>
        <a:bodyPr/>
        <a:lstStyle/>
        <a:p>
          <a:r>
            <a:rPr lang="en-US" dirty="0"/>
            <a:t>PepsiCo</a:t>
          </a:r>
        </a:p>
      </dgm:t>
    </dgm:pt>
    <dgm:pt modelId="{6A003A7F-379A-C245-BB12-6088FA405C72}" type="parTrans" cxnId="{C8C68930-22FA-A54A-AA78-47AE2440D08F}">
      <dgm:prSet/>
      <dgm:spPr/>
      <dgm:t>
        <a:bodyPr/>
        <a:lstStyle/>
        <a:p>
          <a:endParaRPr lang="en-US"/>
        </a:p>
      </dgm:t>
    </dgm:pt>
    <dgm:pt modelId="{FC88BB39-A9A6-CC42-9D4C-0F7BF4BDEB08}" type="sibTrans" cxnId="{C8C68930-22FA-A54A-AA78-47AE2440D08F}">
      <dgm:prSet/>
      <dgm:spPr/>
      <dgm:t>
        <a:bodyPr/>
        <a:lstStyle/>
        <a:p>
          <a:endParaRPr lang="en-US"/>
        </a:p>
      </dgm:t>
    </dgm:pt>
    <dgm:pt modelId="{AFA9F9E7-9886-CB45-B369-16DE004E133E}">
      <dgm:prSet phldrT="[Text]"/>
      <dgm:spPr/>
      <dgm:t>
        <a:bodyPr/>
        <a:lstStyle/>
        <a:p>
          <a:r>
            <a:rPr lang="en-US" dirty="0"/>
            <a:t>Admin Group</a:t>
          </a:r>
        </a:p>
      </dgm:t>
    </dgm:pt>
    <dgm:pt modelId="{EB982054-FA44-5443-B564-5942CDBC7AAD}" type="parTrans" cxnId="{23FF034E-AF26-CF44-A248-461083B96E3C}">
      <dgm:prSet/>
      <dgm:spPr/>
      <dgm:t>
        <a:bodyPr/>
        <a:lstStyle/>
        <a:p>
          <a:endParaRPr lang="en-US"/>
        </a:p>
      </dgm:t>
    </dgm:pt>
    <dgm:pt modelId="{A460B115-D1CA-104F-A9F7-A15E7749835B}" type="sibTrans" cxnId="{23FF034E-AF26-CF44-A248-461083B96E3C}">
      <dgm:prSet/>
      <dgm:spPr/>
      <dgm:t>
        <a:bodyPr/>
        <a:lstStyle/>
        <a:p>
          <a:endParaRPr lang="en-US"/>
        </a:p>
      </dgm:t>
    </dgm:pt>
    <dgm:pt modelId="{E7BCCA98-5ED8-DD48-AEF2-DD457BC2AF2C}">
      <dgm:prSet phldrT="[Text]"/>
      <dgm:spPr/>
      <dgm:t>
        <a:bodyPr/>
        <a:lstStyle/>
        <a:p>
          <a:r>
            <a:rPr lang="en-US" dirty="0"/>
            <a:t>IT Admin</a:t>
          </a:r>
        </a:p>
      </dgm:t>
    </dgm:pt>
    <dgm:pt modelId="{2C8E4B71-EE9A-EB4E-BB9E-F283B13DC5A5}" type="parTrans" cxnId="{70957899-AA7B-934B-B8BD-9A6BC359E738}">
      <dgm:prSet/>
      <dgm:spPr/>
      <dgm:t>
        <a:bodyPr/>
        <a:lstStyle/>
        <a:p>
          <a:endParaRPr lang="en-US"/>
        </a:p>
      </dgm:t>
    </dgm:pt>
    <dgm:pt modelId="{A1D92995-4F55-4040-BC6F-0806311D3DF8}" type="sibTrans" cxnId="{70957899-AA7B-934B-B8BD-9A6BC359E738}">
      <dgm:prSet/>
      <dgm:spPr/>
      <dgm:t>
        <a:bodyPr/>
        <a:lstStyle/>
        <a:p>
          <a:endParaRPr lang="en-US"/>
        </a:p>
      </dgm:t>
    </dgm:pt>
    <dgm:pt modelId="{F5AA50CD-0AD0-3E4E-AC7D-48D6BC7A1A3F}">
      <dgm:prSet phldrT="[Text]"/>
      <dgm:spPr/>
      <dgm:t>
        <a:bodyPr/>
        <a:lstStyle/>
        <a:p>
          <a:r>
            <a:rPr lang="en-US" dirty="0"/>
            <a:t>Finance Admin</a:t>
          </a:r>
        </a:p>
      </dgm:t>
    </dgm:pt>
    <dgm:pt modelId="{7E28F2BE-A7E6-1C43-92D4-A8964200AC76}" type="parTrans" cxnId="{2940D676-42AD-D341-8548-414C0C0BFD2F}">
      <dgm:prSet/>
      <dgm:spPr/>
      <dgm:t>
        <a:bodyPr/>
        <a:lstStyle/>
        <a:p>
          <a:endParaRPr lang="en-US"/>
        </a:p>
      </dgm:t>
    </dgm:pt>
    <dgm:pt modelId="{A6DAF4DB-6C41-9F4A-966A-E7174C8553D0}" type="sibTrans" cxnId="{2940D676-42AD-D341-8548-414C0C0BFD2F}">
      <dgm:prSet/>
      <dgm:spPr/>
      <dgm:t>
        <a:bodyPr/>
        <a:lstStyle/>
        <a:p>
          <a:endParaRPr lang="en-US"/>
        </a:p>
      </dgm:t>
    </dgm:pt>
    <dgm:pt modelId="{BA5C3186-9C18-F944-82D8-32F40F27CC09}">
      <dgm:prSet phldrT="[Text]"/>
      <dgm:spPr/>
      <dgm:t>
        <a:bodyPr/>
        <a:lstStyle/>
        <a:p>
          <a:r>
            <a:rPr lang="en-US" dirty="0"/>
            <a:t>Employee</a:t>
          </a:r>
        </a:p>
        <a:p>
          <a:r>
            <a:rPr lang="en-US" dirty="0"/>
            <a:t>Group</a:t>
          </a:r>
        </a:p>
      </dgm:t>
    </dgm:pt>
    <dgm:pt modelId="{5FB7A0BD-84CD-8044-A902-F6B1B5F92C84}" type="parTrans" cxnId="{19E20A46-D9A3-5946-A833-C9AB354B00F4}">
      <dgm:prSet/>
      <dgm:spPr/>
      <dgm:t>
        <a:bodyPr/>
        <a:lstStyle/>
        <a:p>
          <a:endParaRPr lang="en-US"/>
        </a:p>
      </dgm:t>
    </dgm:pt>
    <dgm:pt modelId="{D1B62A8E-BB61-9947-B0C5-DA86EE532ED0}" type="sibTrans" cxnId="{19E20A46-D9A3-5946-A833-C9AB354B00F4}">
      <dgm:prSet/>
      <dgm:spPr/>
      <dgm:t>
        <a:bodyPr/>
        <a:lstStyle/>
        <a:p>
          <a:endParaRPr lang="en-US"/>
        </a:p>
      </dgm:t>
    </dgm:pt>
    <dgm:pt modelId="{75D9D46D-43CA-DA42-B9EA-3AAE5FBBE014}">
      <dgm:prSet phldrT="[Text]"/>
      <dgm:spPr/>
      <dgm:t>
        <a:bodyPr/>
        <a:lstStyle/>
        <a:p>
          <a:r>
            <a:rPr lang="en-US" dirty="0"/>
            <a:t>Sales</a:t>
          </a:r>
        </a:p>
      </dgm:t>
    </dgm:pt>
    <dgm:pt modelId="{314D1786-A703-B34F-AAA4-59FDA288D4E5}" type="parTrans" cxnId="{6973DDC8-E9DA-C346-A002-4EDFFB03D9E7}">
      <dgm:prSet/>
      <dgm:spPr/>
      <dgm:t>
        <a:bodyPr/>
        <a:lstStyle/>
        <a:p>
          <a:endParaRPr lang="en-US"/>
        </a:p>
      </dgm:t>
    </dgm:pt>
    <dgm:pt modelId="{0B171B9C-B8DB-4943-8E5F-497DC4DF3FC7}" type="sibTrans" cxnId="{6973DDC8-E9DA-C346-A002-4EDFFB03D9E7}">
      <dgm:prSet/>
      <dgm:spPr/>
      <dgm:t>
        <a:bodyPr/>
        <a:lstStyle/>
        <a:p>
          <a:endParaRPr lang="en-US"/>
        </a:p>
      </dgm:t>
    </dgm:pt>
    <dgm:pt modelId="{D4F35769-0CB2-6644-9B2C-C9F851D69210}">
      <dgm:prSet/>
      <dgm:spPr/>
      <dgm:t>
        <a:bodyPr/>
        <a:lstStyle/>
        <a:p>
          <a:r>
            <a:rPr lang="en-US" dirty="0"/>
            <a:t>HR Admin</a:t>
          </a:r>
        </a:p>
      </dgm:t>
    </dgm:pt>
    <dgm:pt modelId="{DDCAD3C9-AD15-AB46-AB6C-6B201F16703A}" type="parTrans" cxnId="{A44102A1-18EA-1444-8169-2CAFB7F3FC75}">
      <dgm:prSet/>
      <dgm:spPr/>
      <dgm:t>
        <a:bodyPr/>
        <a:lstStyle/>
        <a:p>
          <a:endParaRPr lang="en-US"/>
        </a:p>
      </dgm:t>
    </dgm:pt>
    <dgm:pt modelId="{4F67075E-48A0-A648-9F6C-0890970D79D3}" type="sibTrans" cxnId="{A44102A1-18EA-1444-8169-2CAFB7F3FC75}">
      <dgm:prSet/>
      <dgm:spPr/>
      <dgm:t>
        <a:bodyPr/>
        <a:lstStyle/>
        <a:p>
          <a:endParaRPr lang="en-US"/>
        </a:p>
      </dgm:t>
    </dgm:pt>
    <dgm:pt modelId="{65B69285-2350-744B-9829-80FF077C971B}">
      <dgm:prSet/>
      <dgm:spPr/>
      <dgm:t>
        <a:bodyPr/>
        <a:lstStyle/>
        <a:p>
          <a:r>
            <a:rPr lang="en-US" dirty="0"/>
            <a:t>Marketing</a:t>
          </a:r>
        </a:p>
      </dgm:t>
    </dgm:pt>
    <dgm:pt modelId="{4BC22CF3-EFBA-444B-BFB2-3510F6D245A6}" type="parTrans" cxnId="{A0565B06-3263-164C-8041-953E0E017365}">
      <dgm:prSet/>
      <dgm:spPr/>
      <dgm:t>
        <a:bodyPr/>
        <a:lstStyle/>
        <a:p>
          <a:endParaRPr lang="en-US"/>
        </a:p>
      </dgm:t>
    </dgm:pt>
    <dgm:pt modelId="{A0A07E08-00C2-4645-97BF-4BFBB5A6ED35}" type="sibTrans" cxnId="{A0565B06-3263-164C-8041-953E0E017365}">
      <dgm:prSet/>
      <dgm:spPr/>
      <dgm:t>
        <a:bodyPr/>
        <a:lstStyle/>
        <a:p>
          <a:endParaRPr lang="en-US"/>
        </a:p>
      </dgm:t>
    </dgm:pt>
    <dgm:pt modelId="{E3FCC01E-664D-F444-9586-B0F82F101751}">
      <dgm:prSet/>
      <dgm:spPr/>
      <dgm:t>
        <a:bodyPr/>
        <a:lstStyle/>
        <a:p>
          <a:r>
            <a:rPr lang="en-US" dirty="0"/>
            <a:t>Operations</a:t>
          </a:r>
        </a:p>
      </dgm:t>
    </dgm:pt>
    <dgm:pt modelId="{B941FFDF-DF06-5E43-9EDD-6DA02D5E41E2}" type="parTrans" cxnId="{02FED505-5C70-A044-B791-C4777D9D169E}">
      <dgm:prSet/>
      <dgm:spPr/>
      <dgm:t>
        <a:bodyPr/>
        <a:lstStyle/>
        <a:p>
          <a:endParaRPr lang="en-US"/>
        </a:p>
      </dgm:t>
    </dgm:pt>
    <dgm:pt modelId="{1D52A60B-149E-8E4C-AB79-17345E661161}" type="sibTrans" cxnId="{02FED505-5C70-A044-B791-C4777D9D169E}">
      <dgm:prSet/>
      <dgm:spPr/>
      <dgm:t>
        <a:bodyPr/>
        <a:lstStyle/>
        <a:p>
          <a:endParaRPr lang="en-US"/>
        </a:p>
      </dgm:t>
    </dgm:pt>
    <dgm:pt modelId="{EBED46AD-505D-7C46-A961-703C3D065F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 strike="noStrike" dirty="0">
              <a:solidFill>
                <a:srgbClr val="ECECEC"/>
              </a:solidFill>
              <a:effectLst/>
              <a:latin typeface="Söhne"/>
            </a:rPr>
            <a:t>Full access to IT systems and infrastructure.</a:t>
          </a:r>
          <a:endParaRPr lang="en-US" dirty="0"/>
        </a:p>
      </dgm:t>
    </dgm:pt>
    <dgm:pt modelId="{45F989DB-EEAC-964B-A502-778E9B488CE0}" type="parTrans" cxnId="{9C73A153-B6D1-4441-991A-E1726A38AAF0}">
      <dgm:prSet/>
      <dgm:spPr/>
      <dgm:t>
        <a:bodyPr/>
        <a:lstStyle/>
        <a:p>
          <a:endParaRPr lang="en-US"/>
        </a:p>
      </dgm:t>
    </dgm:pt>
    <dgm:pt modelId="{48FE6FCC-1C65-E14D-AAB8-3104E1D75FA4}" type="sibTrans" cxnId="{9C73A153-B6D1-4441-991A-E1726A38AAF0}">
      <dgm:prSet/>
      <dgm:spPr/>
      <dgm:t>
        <a:bodyPr/>
        <a:lstStyle/>
        <a:p>
          <a:endParaRPr lang="en-US"/>
        </a:p>
      </dgm:t>
    </dgm:pt>
    <dgm:pt modelId="{74252973-74AC-AD46-A6EB-A86F16E76DD3}">
      <dgm:prSet/>
      <dgm:spPr/>
      <dgm:t>
        <a:bodyPr/>
        <a:lstStyle/>
        <a:p>
          <a:r>
            <a:rPr lang="en-US" b="0" i="0" u="none" strike="noStrike" dirty="0">
              <a:solidFill>
                <a:srgbClr val="ECECEC"/>
              </a:solidFill>
              <a:effectLst/>
              <a:latin typeface="Söhne"/>
            </a:rPr>
            <a:t>Access to human resources systems and employee data.</a:t>
          </a:r>
          <a:endParaRPr lang="en-US" dirty="0"/>
        </a:p>
      </dgm:t>
    </dgm:pt>
    <dgm:pt modelId="{872F4740-19D2-1A44-A8DD-324B9C11147F}" type="parTrans" cxnId="{57F4E914-2936-3C49-979D-D7A878D1B2A1}">
      <dgm:prSet/>
      <dgm:spPr/>
      <dgm:t>
        <a:bodyPr/>
        <a:lstStyle/>
        <a:p>
          <a:endParaRPr lang="en-US"/>
        </a:p>
      </dgm:t>
    </dgm:pt>
    <dgm:pt modelId="{23A36560-F9C1-6045-B11A-8CA38E953228}" type="sibTrans" cxnId="{57F4E914-2936-3C49-979D-D7A878D1B2A1}">
      <dgm:prSet/>
      <dgm:spPr/>
      <dgm:t>
        <a:bodyPr/>
        <a:lstStyle/>
        <a:p>
          <a:endParaRPr lang="en-US"/>
        </a:p>
      </dgm:t>
    </dgm:pt>
    <dgm:pt modelId="{FF4D5DAE-FCE6-6144-826B-C231C693B0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 strike="noStrike">
              <a:solidFill>
                <a:srgbClr val="ECECEC"/>
              </a:solidFill>
              <a:effectLst/>
              <a:latin typeface="Söhne"/>
            </a:rPr>
            <a:t>Access to financial systems and data.</a:t>
          </a:r>
          <a:endParaRPr lang="en-US"/>
        </a:p>
      </dgm:t>
    </dgm:pt>
    <dgm:pt modelId="{142AEB1B-5024-C149-A8E5-F0C82DD63405}" type="parTrans" cxnId="{7876084B-B68B-A240-AE5B-AD8DA4E6A2A0}">
      <dgm:prSet/>
      <dgm:spPr/>
      <dgm:t>
        <a:bodyPr/>
        <a:lstStyle/>
        <a:p>
          <a:endParaRPr lang="en-US"/>
        </a:p>
      </dgm:t>
    </dgm:pt>
    <dgm:pt modelId="{46DAB482-2327-E54D-9F5A-1F3A673E0AC2}" type="sibTrans" cxnId="{7876084B-B68B-A240-AE5B-AD8DA4E6A2A0}">
      <dgm:prSet/>
      <dgm:spPr/>
      <dgm:t>
        <a:bodyPr/>
        <a:lstStyle/>
        <a:p>
          <a:endParaRPr lang="en-US"/>
        </a:p>
      </dgm:t>
    </dgm:pt>
    <dgm:pt modelId="{04EF8ED1-E736-634F-8368-76F48D123A01}">
      <dgm:prSet/>
      <dgm:spPr/>
      <dgm:t>
        <a:bodyPr/>
        <a:lstStyle/>
        <a:p>
          <a:r>
            <a:rPr lang="en-US" b="0" i="0" u="none" dirty="0"/>
            <a:t>Access to sales-related tools, customer data, and CRM systems</a:t>
          </a:r>
          <a:endParaRPr lang="en-US" dirty="0"/>
        </a:p>
      </dgm:t>
    </dgm:pt>
    <dgm:pt modelId="{07ED1B05-DE27-BC4D-A2F6-240F2330243B}" type="parTrans" cxnId="{26128C01-39D7-9743-97A2-A9BD3F33991F}">
      <dgm:prSet/>
      <dgm:spPr/>
      <dgm:t>
        <a:bodyPr/>
        <a:lstStyle/>
        <a:p>
          <a:endParaRPr lang="en-US"/>
        </a:p>
      </dgm:t>
    </dgm:pt>
    <dgm:pt modelId="{BB61F99A-2ADE-E647-819A-F5C5B74ED09F}" type="sibTrans" cxnId="{26128C01-39D7-9743-97A2-A9BD3F33991F}">
      <dgm:prSet/>
      <dgm:spPr/>
      <dgm:t>
        <a:bodyPr/>
        <a:lstStyle/>
        <a:p>
          <a:endParaRPr lang="en-US"/>
        </a:p>
      </dgm:t>
    </dgm:pt>
    <dgm:pt modelId="{A1FF0A7E-E6F5-994B-A174-C5C718551A4B}">
      <dgm:prSet/>
      <dgm:spPr/>
      <dgm:t>
        <a:bodyPr/>
        <a:lstStyle/>
        <a:p>
          <a:r>
            <a:rPr lang="en-US" b="0" i="0" u="none" dirty="0"/>
            <a:t>Access to marketing-related tools, advertising platforms, and marketing analytics.</a:t>
          </a:r>
          <a:endParaRPr lang="en-US" dirty="0"/>
        </a:p>
      </dgm:t>
    </dgm:pt>
    <dgm:pt modelId="{B8319996-4A41-E44D-A51B-2570E287C0D4}" type="parTrans" cxnId="{7B620834-940B-5943-BDD9-A576996531B9}">
      <dgm:prSet/>
      <dgm:spPr/>
      <dgm:t>
        <a:bodyPr/>
        <a:lstStyle/>
        <a:p>
          <a:endParaRPr lang="en-US"/>
        </a:p>
      </dgm:t>
    </dgm:pt>
    <dgm:pt modelId="{DC7A9DB7-F582-634F-8332-3AC52EDA5099}" type="sibTrans" cxnId="{7B620834-940B-5943-BDD9-A576996531B9}">
      <dgm:prSet/>
      <dgm:spPr/>
      <dgm:t>
        <a:bodyPr/>
        <a:lstStyle/>
        <a:p>
          <a:endParaRPr lang="en-US"/>
        </a:p>
      </dgm:t>
    </dgm:pt>
    <dgm:pt modelId="{88D76340-1193-7348-8BC3-9DD4D6C1AF41}">
      <dgm:prSet/>
      <dgm:spPr/>
      <dgm:t>
        <a:bodyPr/>
        <a:lstStyle/>
        <a:p>
          <a:r>
            <a:rPr lang="en-US" b="0" i="0" u="none"/>
            <a:t>Access to operations-related systems, inventory databases, and logistics platforms.</a:t>
          </a:r>
          <a:endParaRPr lang="en-US"/>
        </a:p>
      </dgm:t>
    </dgm:pt>
    <dgm:pt modelId="{16A36BCF-5561-2A4D-B5E8-35E2F936475D}" type="parTrans" cxnId="{2B5D2867-B331-8845-A7CE-ED4FD459740C}">
      <dgm:prSet/>
      <dgm:spPr/>
      <dgm:t>
        <a:bodyPr/>
        <a:lstStyle/>
        <a:p>
          <a:endParaRPr lang="en-US"/>
        </a:p>
      </dgm:t>
    </dgm:pt>
    <dgm:pt modelId="{4D108033-338D-F54B-9DAC-ADD6E137CA8F}" type="sibTrans" cxnId="{2B5D2867-B331-8845-A7CE-ED4FD459740C}">
      <dgm:prSet/>
      <dgm:spPr/>
      <dgm:t>
        <a:bodyPr/>
        <a:lstStyle/>
        <a:p>
          <a:endParaRPr lang="en-US"/>
        </a:p>
      </dgm:t>
    </dgm:pt>
    <dgm:pt modelId="{4DAD21FB-EAED-0049-BCC2-D3F3C1D7ED19}" type="pres">
      <dgm:prSet presAssocID="{E6FDD74E-48CB-BD4C-AEE8-0BC13C7AAE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20EB059-9780-A149-A0EE-C9D68251E7DE}" type="pres">
      <dgm:prSet presAssocID="{E088C62C-6352-0540-9D01-C71FB22DA29B}" presName="root1" presStyleCnt="0"/>
      <dgm:spPr/>
    </dgm:pt>
    <dgm:pt modelId="{9F8B352F-D995-C84C-90BF-9487A55AB44E}" type="pres">
      <dgm:prSet presAssocID="{E088C62C-6352-0540-9D01-C71FB22DA29B}" presName="LevelOneTextNode" presStyleLbl="node0" presStyleIdx="0" presStyleCnt="1">
        <dgm:presLayoutVars>
          <dgm:chPref val="3"/>
        </dgm:presLayoutVars>
      </dgm:prSet>
      <dgm:spPr/>
    </dgm:pt>
    <dgm:pt modelId="{F75200F8-D539-B142-828A-3D0383DC7C2E}" type="pres">
      <dgm:prSet presAssocID="{E088C62C-6352-0540-9D01-C71FB22DA29B}" presName="level2hierChild" presStyleCnt="0"/>
      <dgm:spPr/>
    </dgm:pt>
    <dgm:pt modelId="{5D1C80A5-EE7B-9F4A-95F2-0392BB0BB14E}" type="pres">
      <dgm:prSet presAssocID="{EB982054-FA44-5443-B564-5942CDBC7AAD}" presName="conn2-1" presStyleLbl="parChTrans1D2" presStyleIdx="0" presStyleCnt="2"/>
      <dgm:spPr/>
    </dgm:pt>
    <dgm:pt modelId="{98A5C216-FBC8-A740-A04C-59DCF682AAC5}" type="pres">
      <dgm:prSet presAssocID="{EB982054-FA44-5443-B564-5942CDBC7AAD}" presName="connTx" presStyleLbl="parChTrans1D2" presStyleIdx="0" presStyleCnt="2"/>
      <dgm:spPr/>
    </dgm:pt>
    <dgm:pt modelId="{49520958-4E2F-4142-B51B-E6827873C91B}" type="pres">
      <dgm:prSet presAssocID="{AFA9F9E7-9886-CB45-B369-16DE004E133E}" presName="root2" presStyleCnt="0"/>
      <dgm:spPr/>
    </dgm:pt>
    <dgm:pt modelId="{A13E5F5E-D0F0-FE4B-813E-72B21157E1AC}" type="pres">
      <dgm:prSet presAssocID="{AFA9F9E7-9886-CB45-B369-16DE004E133E}" presName="LevelTwoTextNode" presStyleLbl="node2" presStyleIdx="0" presStyleCnt="2">
        <dgm:presLayoutVars>
          <dgm:chPref val="3"/>
        </dgm:presLayoutVars>
      </dgm:prSet>
      <dgm:spPr/>
    </dgm:pt>
    <dgm:pt modelId="{76602CFC-0AB0-9A42-9A73-46ED742AFEF5}" type="pres">
      <dgm:prSet presAssocID="{AFA9F9E7-9886-CB45-B369-16DE004E133E}" presName="level3hierChild" presStyleCnt="0"/>
      <dgm:spPr/>
    </dgm:pt>
    <dgm:pt modelId="{C96E3ED7-98C1-2043-B33F-5236E20830DA}" type="pres">
      <dgm:prSet presAssocID="{2C8E4B71-EE9A-EB4E-BB9E-F283B13DC5A5}" presName="conn2-1" presStyleLbl="parChTrans1D3" presStyleIdx="0" presStyleCnt="6"/>
      <dgm:spPr/>
    </dgm:pt>
    <dgm:pt modelId="{F3D051A6-FC47-3543-94CE-078202A1C0D3}" type="pres">
      <dgm:prSet presAssocID="{2C8E4B71-EE9A-EB4E-BB9E-F283B13DC5A5}" presName="connTx" presStyleLbl="parChTrans1D3" presStyleIdx="0" presStyleCnt="6"/>
      <dgm:spPr/>
    </dgm:pt>
    <dgm:pt modelId="{83FA98A3-9C84-EB4C-80A5-0F20268E3378}" type="pres">
      <dgm:prSet presAssocID="{E7BCCA98-5ED8-DD48-AEF2-DD457BC2AF2C}" presName="root2" presStyleCnt="0"/>
      <dgm:spPr/>
    </dgm:pt>
    <dgm:pt modelId="{0612AEED-E8FA-9C4F-A803-03B9CF47801A}" type="pres">
      <dgm:prSet presAssocID="{E7BCCA98-5ED8-DD48-AEF2-DD457BC2AF2C}" presName="LevelTwoTextNode" presStyleLbl="node3" presStyleIdx="0" presStyleCnt="6">
        <dgm:presLayoutVars>
          <dgm:chPref val="3"/>
        </dgm:presLayoutVars>
      </dgm:prSet>
      <dgm:spPr/>
    </dgm:pt>
    <dgm:pt modelId="{3FB036ED-FE64-E643-8374-13256D8B3775}" type="pres">
      <dgm:prSet presAssocID="{E7BCCA98-5ED8-DD48-AEF2-DD457BC2AF2C}" presName="level3hierChild" presStyleCnt="0"/>
      <dgm:spPr/>
    </dgm:pt>
    <dgm:pt modelId="{676B9186-D899-9E46-AE45-1859A6859616}" type="pres">
      <dgm:prSet presAssocID="{45F989DB-EEAC-964B-A502-778E9B488CE0}" presName="conn2-1" presStyleLbl="parChTrans1D4" presStyleIdx="0" presStyleCnt="6"/>
      <dgm:spPr/>
    </dgm:pt>
    <dgm:pt modelId="{776BA38A-FA7E-9D4E-9B94-7D912070B922}" type="pres">
      <dgm:prSet presAssocID="{45F989DB-EEAC-964B-A502-778E9B488CE0}" presName="connTx" presStyleLbl="parChTrans1D4" presStyleIdx="0" presStyleCnt="6"/>
      <dgm:spPr/>
    </dgm:pt>
    <dgm:pt modelId="{E8BA4109-4900-5049-B124-0183FFEDE9B4}" type="pres">
      <dgm:prSet presAssocID="{EBED46AD-505D-7C46-A961-703C3D065F60}" presName="root2" presStyleCnt="0"/>
      <dgm:spPr/>
    </dgm:pt>
    <dgm:pt modelId="{51F0CADE-4629-6748-84FB-DAB8A878FB26}" type="pres">
      <dgm:prSet presAssocID="{EBED46AD-505D-7C46-A961-703C3D065F60}" presName="LevelTwoTextNode" presStyleLbl="node4" presStyleIdx="0" presStyleCnt="6">
        <dgm:presLayoutVars>
          <dgm:chPref val="3"/>
        </dgm:presLayoutVars>
      </dgm:prSet>
      <dgm:spPr/>
    </dgm:pt>
    <dgm:pt modelId="{231B051F-557B-FF4F-9383-F3ED5AB814DA}" type="pres">
      <dgm:prSet presAssocID="{EBED46AD-505D-7C46-A961-703C3D065F60}" presName="level3hierChild" presStyleCnt="0"/>
      <dgm:spPr/>
    </dgm:pt>
    <dgm:pt modelId="{6F0BAEE7-8BC4-3847-A7A4-B9E83FE554D8}" type="pres">
      <dgm:prSet presAssocID="{DDCAD3C9-AD15-AB46-AB6C-6B201F16703A}" presName="conn2-1" presStyleLbl="parChTrans1D3" presStyleIdx="1" presStyleCnt="6"/>
      <dgm:spPr/>
    </dgm:pt>
    <dgm:pt modelId="{72472D14-364E-FD40-8F96-A09544C0DEE1}" type="pres">
      <dgm:prSet presAssocID="{DDCAD3C9-AD15-AB46-AB6C-6B201F16703A}" presName="connTx" presStyleLbl="parChTrans1D3" presStyleIdx="1" presStyleCnt="6"/>
      <dgm:spPr/>
    </dgm:pt>
    <dgm:pt modelId="{83903D38-A5CA-4A47-AB09-4106D8ABE1FB}" type="pres">
      <dgm:prSet presAssocID="{D4F35769-0CB2-6644-9B2C-C9F851D69210}" presName="root2" presStyleCnt="0"/>
      <dgm:spPr/>
    </dgm:pt>
    <dgm:pt modelId="{5DDFE812-7F00-014B-B430-32AC3A03E0A2}" type="pres">
      <dgm:prSet presAssocID="{D4F35769-0CB2-6644-9B2C-C9F851D69210}" presName="LevelTwoTextNode" presStyleLbl="node3" presStyleIdx="1" presStyleCnt="6">
        <dgm:presLayoutVars>
          <dgm:chPref val="3"/>
        </dgm:presLayoutVars>
      </dgm:prSet>
      <dgm:spPr/>
    </dgm:pt>
    <dgm:pt modelId="{CF36EC5D-8E12-0041-8B77-A3A22E5FC760}" type="pres">
      <dgm:prSet presAssocID="{D4F35769-0CB2-6644-9B2C-C9F851D69210}" presName="level3hierChild" presStyleCnt="0"/>
      <dgm:spPr/>
    </dgm:pt>
    <dgm:pt modelId="{9C0833A8-1FA7-A746-8401-8DC29249AB1D}" type="pres">
      <dgm:prSet presAssocID="{872F4740-19D2-1A44-A8DD-324B9C11147F}" presName="conn2-1" presStyleLbl="parChTrans1D4" presStyleIdx="1" presStyleCnt="6"/>
      <dgm:spPr/>
    </dgm:pt>
    <dgm:pt modelId="{680E6165-F5BA-2F4A-84DF-D52AC6A4478D}" type="pres">
      <dgm:prSet presAssocID="{872F4740-19D2-1A44-A8DD-324B9C11147F}" presName="connTx" presStyleLbl="parChTrans1D4" presStyleIdx="1" presStyleCnt="6"/>
      <dgm:spPr/>
    </dgm:pt>
    <dgm:pt modelId="{F120310C-4F98-FD43-8DBF-8185F0616F67}" type="pres">
      <dgm:prSet presAssocID="{74252973-74AC-AD46-A6EB-A86F16E76DD3}" presName="root2" presStyleCnt="0"/>
      <dgm:spPr/>
    </dgm:pt>
    <dgm:pt modelId="{DBA429A6-31DC-6D45-A216-93EFEF592FAD}" type="pres">
      <dgm:prSet presAssocID="{74252973-74AC-AD46-A6EB-A86F16E76DD3}" presName="LevelTwoTextNode" presStyleLbl="node4" presStyleIdx="1" presStyleCnt="6">
        <dgm:presLayoutVars>
          <dgm:chPref val="3"/>
        </dgm:presLayoutVars>
      </dgm:prSet>
      <dgm:spPr/>
    </dgm:pt>
    <dgm:pt modelId="{2D3D882B-B6A4-0E46-8370-8BC41BE4DD43}" type="pres">
      <dgm:prSet presAssocID="{74252973-74AC-AD46-A6EB-A86F16E76DD3}" presName="level3hierChild" presStyleCnt="0"/>
      <dgm:spPr/>
    </dgm:pt>
    <dgm:pt modelId="{4EAD9D06-A986-7C4F-848E-10791D83426F}" type="pres">
      <dgm:prSet presAssocID="{7E28F2BE-A7E6-1C43-92D4-A8964200AC76}" presName="conn2-1" presStyleLbl="parChTrans1D3" presStyleIdx="2" presStyleCnt="6"/>
      <dgm:spPr/>
    </dgm:pt>
    <dgm:pt modelId="{29B09E71-7A2A-5549-81DE-E2DFD173AE45}" type="pres">
      <dgm:prSet presAssocID="{7E28F2BE-A7E6-1C43-92D4-A8964200AC76}" presName="connTx" presStyleLbl="parChTrans1D3" presStyleIdx="2" presStyleCnt="6"/>
      <dgm:spPr/>
    </dgm:pt>
    <dgm:pt modelId="{B750DAD2-24A8-7E41-86D1-3C3179131925}" type="pres">
      <dgm:prSet presAssocID="{F5AA50CD-0AD0-3E4E-AC7D-48D6BC7A1A3F}" presName="root2" presStyleCnt="0"/>
      <dgm:spPr/>
    </dgm:pt>
    <dgm:pt modelId="{B28840E0-53B7-6944-BB3C-CDFA5DF36BE2}" type="pres">
      <dgm:prSet presAssocID="{F5AA50CD-0AD0-3E4E-AC7D-48D6BC7A1A3F}" presName="LevelTwoTextNode" presStyleLbl="node3" presStyleIdx="2" presStyleCnt="6">
        <dgm:presLayoutVars>
          <dgm:chPref val="3"/>
        </dgm:presLayoutVars>
      </dgm:prSet>
      <dgm:spPr/>
    </dgm:pt>
    <dgm:pt modelId="{79BCE548-3687-3040-8C40-E09B63C4457A}" type="pres">
      <dgm:prSet presAssocID="{F5AA50CD-0AD0-3E4E-AC7D-48D6BC7A1A3F}" presName="level3hierChild" presStyleCnt="0"/>
      <dgm:spPr/>
    </dgm:pt>
    <dgm:pt modelId="{9AD0641D-44CC-F446-86B3-2496BB19B067}" type="pres">
      <dgm:prSet presAssocID="{142AEB1B-5024-C149-A8E5-F0C82DD63405}" presName="conn2-1" presStyleLbl="parChTrans1D4" presStyleIdx="2" presStyleCnt="6"/>
      <dgm:spPr/>
    </dgm:pt>
    <dgm:pt modelId="{DCF5B9DE-DF35-1946-BB72-5CF8A361B60C}" type="pres">
      <dgm:prSet presAssocID="{142AEB1B-5024-C149-A8E5-F0C82DD63405}" presName="connTx" presStyleLbl="parChTrans1D4" presStyleIdx="2" presStyleCnt="6"/>
      <dgm:spPr/>
    </dgm:pt>
    <dgm:pt modelId="{D90D446B-3A0D-104E-B080-58E825F471A7}" type="pres">
      <dgm:prSet presAssocID="{FF4D5DAE-FCE6-6144-826B-C231C693B087}" presName="root2" presStyleCnt="0"/>
      <dgm:spPr/>
    </dgm:pt>
    <dgm:pt modelId="{AAC1FE0A-B73A-4E45-B50C-E247B6B64F45}" type="pres">
      <dgm:prSet presAssocID="{FF4D5DAE-FCE6-6144-826B-C231C693B087}" presName="LevelTwoTextNode" presStyleLbl="node4" presStyleIdx="2" presStyleCnt="6">
        <dgm:presLayoutVars>
          <dgm:chPref val="3"/>
        </dgm:presLayoutVars>
      </dgm:prSet>
      <dgm:spPr/>
    </dgm:pt>
    <dgm:pt modelId="{D9FC7369-BB1B-074D-882B-0CAD188F7A1E}" type="pres">
      <dgm:prSet presAssocID="{FF4D5DAE-FCE6-6144-826B-C231C693B087}" presName="level3hierChild" presStyleCnt="0"/>
      <dgm:spPr/>
    </dgm:pt>
    <dgm:pt modelId="{FFD45C6E-FF16-5E42-A227-FE5A67F925A3}" type="pres">
      <dgm:prSet presAssocID="{5FB7A0BD-84CD-8044-A902-F6B1B5F92C84}" presName="conn2-1" presStyleLbl="parChTrans1D2" presStyleIdx="1" presStyleCnt="2"/>
      <dgm:spPr/>
    </dgm:pt>
    <dgm:pt modelId="{AB7CA84B-7A85-8D41-807B-FB5D7122DED1}" type="pres">
      <dgm:prSet presAssocID="{5FB7A0BD-84CD-8044-A902-F6B1B5F92C84}" presName="connTx" presStyleLbl="parChTrans1D2" presStyleIdx="1" presStyleCnt="2"/>
      <dgm:spPr/>
    </dgm:pt>
    <dgm:pt modelId="{D590830E-2101-1F4A-9B29-874DA0D077E5}" type="pres">
      <dgm:prSet presAssocID="{BA5C3186-9C18-F944-82D8-32F40F27CC09}" presName="root2" presStyleCnt="0"/>
      <dgm:spPr/>
    </dgm:pt>
    <dgm:pt modelId="{148B3C2B-C090-5443-853A-B9ABCC4E76AD}" type="pres">
      <dgm:prSet presAssocID="{BA5C3186-9C18-F944-82D8-32F40F27CC09}" presName="LevelTwoTextNode" presStyleLbl="node2" presStyleIdx="1" presStyleCnt="2">
        <dgm:presLayoutVars>
          <dgm:chPref val="3"/>
        </dgm:presLayoutVars>
      </dgm:prSet>
      <dgm:spPr/>
    </dgm:pt>
    <dgm:pt modelId="{CC443505-1E21-1545-B386-892AE20AB030}" type="pres">
      <dgm:prSet presAssocID="{BA5C3186-9C18-F944-82D8-32F40F27CC09}" presName="level3hierChild" presStyleCnt="0"/>
      <dgm:spPr/>
    </dgm:pt>
    <dgm:pt modelId="{5C610907-69DA-EF49-B626-0EB477718588}" type="pres">
      <dgm:prSet presAssocID="{314D1786-A703-B34F-AAA4-59FDA288D4E5}" presName="conn2-1" presStyleLbl="parChTrans1D3" presStyleIdx="3" presStyleCnt="6"/>
      <dgm:spPr/>
    </dgm:pt>
    <dgm:pt modelId="{0E1F7AC4-D152-754F-9C62-A3A43CA084FB}" type="pres">
      <dgm:prSet presAssocID="{314D1786-A703-B34F-AAA4-59FDA288D4E5}" presName="connTx" presStyleLbl="parChTrans1D3" presStyleIdx="3" presStyleCnt="6"/>
      <dgm:spPr/>
    </dgm:pt>
    <dgm:pt modelId="{987EA99C-18C3-6F4B-916A-8DDDE7A8AFBC}" type="pres">
      <dgm:prSet presAssocID="{75D9D46D-43CA-DA42-B9EA-3AAE5FBBE014}" presName="root2" presStyleCnt="0"/>
      <dgm:spPr/>
    </dgm:pt>
    <dgm:pt modelId="{4548E05F-7140-114E-AFED-7E4C1A56E0DF}" type="pres">
      <dgm:prSet presAssocID="{75D9D46D-43CA-DA42-B9EA-3AAE5FBBE014}" presName="LevelTwoTextNode" presStyleLbl="node3" presStyleIdx="3" presStyleCnt="6">
        <dgm:presLayoutVars>
          <dgm:chPref val="3"/>
        </dgm:presLayoutVars>
      </dgm:prSet>
      <dgm:spPr/>
    </dgm:pt>
    <dgm:pt modelId="{DBABAB63-B86D-2746-84B8-2A8CB542BB27}" type="pres">
      <dgm:prSet presAssocID="{75D9D46D-43CA-DA42-B9EA-3AAE5FBBE014}" presName="level3hierChild" presStyleCnt="0"/>
      <dgm:spPr/>
    </dgm:pt>
    <dgm:pt modelId="{B15FD15D-710D-A24E-A3EE-C3792146CE2C}" type="pres">
      <dgm:prSet presAssocID="{07ED1B05-DE27-BC4D-A2F6-240F2330243B}" presName="conn2-1" presStyleLbl="parChTrans1D4" presStyleIdx="3" presStyleCnt="6"/>
      <dgm:spPr/>
    </dgm:pt>
    <dgm:pt modelId="{B11CD6DA-B040-5C4C-893D-259B51BBF826}" type="pres">
      <dgm:prSet presAssocID="{07ED1B05-DE27-BC4D-A2F6-240F2330243B}" presName="connTx" presStyleLbl="parChTrans1D4" presStyleIdx="3" presStyleCnt="6"/>
      <dgm:spPr/>
    </dgm:pt>
    <dgm:pt modelId="{57A25422-960F-AE41-8B36-6D84A836227E}" type="pres">
      <dgm:prSet presAssocID="{04EF8ED1-E736-634F-8368-76F48D123A01}" presName="root2" presStyleCnt="0"/>
      <dgm:spPr/>
    </dgm:pt>
    <dgm:pt modelId="{FFBD3894-2F1B-274A-B2E3-0A2C08D09656}" type="pres">
      <dgm:prSet presAssocID="{04EF8ED1-E736-634F-8368-76F48D123A01}" presName="LevelTwoTextNode" presStyleLbl="node4" presStyleIdx="3" presStyleCnt="6">
        <dgm:presLayoutVars>
          <dgm:chPref val="3"/>
        </dgm:presLayoutVars>
      </dgm:prSet>
      <dgm:spPr/>
    </dgm:pt>
    <dgm:pt modelId="{E1604200-9E94-0F4D-B7FF-15DE09A69B12}" type="pres">
      <dgm:prSet presAssocID="{04EF8ED1-E736-634F-8368-76F48D123A01}" presName="level3hierChild" presStyleCnt="0"/>
      <dgm:spPr/>
    </dgm:pt>
    <dgm:pt modelId="{F7B08B9E-8FA9-A645-A69A-1973ADCBEE26}" type="pres">
      <dgm:prSet presAssocID="{4BC22CF3-EFBA-444B-BFB2-3510F6D245A6}" presName="conn2-1" presStyleLbl="parChTrans1D3" presStyleIdx="4" presStyleCnt="6"/>
      <dgm:spPr/>
    </dgm:pt>
    <dgm:pt modelId="{C9FF8AA0-2BC2-944E-938E-510113F927A7}" type="pres">
      <dgm:prSet presAssocID="{4BC22CF3-EFBA-444B-BFB2-3510F6D245A6}" presName="connTx" presStyleLbl="parChTrans1D3" presStyleIdx="4" presStyleCnt="6"/>
      <dgm:spPr/>
    </dgm:pt>
    <dgm:pt modelId="{E0BCBF3C-CD34-044D-9AF7-36206AA7769C}" type="pres">
      <dgm:prSet presAssocID="{65B69285-2350-744B-9829-80FF077C971B}" presName="root2" presStyleCnt="0"/>
      <dgm:spPr/>
    </dgm:pt>
    <dgm:pt modelId="{9F8C2470-69FB-AF4D-A348-D3A482822485}" type="pres">
      <dgm:prSet presAssocID="{65B69285-2350-744B-9829-80FF077C971B}" presName="LevelTwoTextNode" presStyleLbl="node3" presStyleIdx="4" presStyleCnt="6">
        <dgm:presLayoutVars>
          <dgm:chPref val="3"/>
        </dgm:presLayoutVars>
      </dgm:prSet>
      <dgm:spPr/>
    </dgm:pt>
    <dgm:pt modelId="{109C19D4-4219-6B48-8D22-146F61775AE4}" type="pres">
      <dgm:prSet presAssocID="{65B69285-2350-744B-9829-80FF077C971B}" presName="level3hierChild" presStyleCnt="0"/>
      <dgm:spPr/>
    </dgm:pt>
    <dgm:pt modelId="{20733A67-FFB7-B949-8DD7-6159009F35F1}" type="pres">
      <dgm:prSet presAssocID="{B8319996-4A41-E44D-A51B-2570E287C0D4}" presName="conn2-1" presStyleLbl="parChTrans1D4" presStyleIdx="4" presStyleCnt="6"/>
      <dgm:spPr/>
    </dgm:pt>
    <dgm:pt modelId="{C8605856-F760-6F48-BD86-89D07E5B4BA9}" type="pres">
      <dgm:prSet presAssocID="{B8319996-4A41-E44D-A51B-2570E287C0D4}" presName="connTx" presStyleLbl="parChTrans1D4" presStyleIdx="4" presStyleCnt="6"/>
      <dgm:spPr/>
    </dgm:pt>
    <dgm:pt modelId="{CCEDD8A7-B2C6-5740-98DC-97D67A33D574}" type="pres">
      <dgm:prSet presAssocID="{A1FF0A7E-E6F5-994B-A174-C5C718551A4B}" presName="root2" presStyleCnt="0"/>
      <dgm:spPr/>
    </dgm:pt>
    <dgm:pt modelId="{036D58F0-727F-F845-AAA0-DF35FC67A66D}" type="pres">
      <dgm:prSet presAssocID="{A1FF0A7E-E6F5-994B-A174-C5C718551A4B}" presName="LevelTwoTextNode" presStyleLbl="node4" presStyleIdx="4" presStyleCnt="6">
        <dgm:presLayoutVars>
          <dgm:chPref val="3"/>
        </dgm:presLayoutVars>
      </dgm:prSet>
      <dgm:spPr/>
    </dgm:pt>
    <dgm:pt modelId="{20E3A821-5129-1646-9C10-02637DCC69C3}" type="pres">
      <dgm:prSet presAssocID="{A1FF0A7E-E6F5-994B-A174-C5C718551A4B}" presName="level3hierChild" presStyleCnt="0"/>
      <dgm:spPr/>
    </dgm:pt>
    <dgm:pt modelId="{535C15CB-0D67-2143-957A-418D98B2A8D4}" type="pres">
      <dgm:prSet presAssocID="{B941FFDF-DF06-5E43-9EDD-6DA02D5E41E2}" presName="conn2-1" presStyleLbl="parChTrans1D3" presStyleIdx="5" presStyleCnt="6"/>
      <dgm:spPr/>
    </dgm:pt>
    <dgm:pt modelId="{681087DF-A631-1F4D-91C7-374310158AF8}" type="pres">
      <dgm:prSet presAssocID="{B941FFDF-DF06-5E43-9EDD-6DA02D5E41E2}" presName="connTx" presStyleLbl="parChTrans1D3" presStyleIdx="5" presStyleCnt="6"/>
      <dgm:spPr/>
    </dgm:pt>
    <dgm:pt modelId="{9511CCE5-31E9-304F-8890-2CA27629145A}" type="pres">
      <dgm:prSet presAssocID="{E3FCC01E-664D-F444-9586-B0F82F101751}" presName="root2" presStyleCnt="0"/>
      <dgm:spPr/>
    </dgm:pt>
    <dgm:pt modelId="{558207EF-E8B9-F446-AE94-F30D1C6DB20C}" type="pres">
      <dgm:prSet presAssocID="{E3FCC01E-664D-F444-9586-B0F82F101751}" presName="LevelTwoTextNode" presStyleLbl="node3" presStyleIdx="5" presStyleCnt="6">
        <dgm:presLayoutVars>
          <dgm:chPref val="3"/>
        </dgm:presLayoutVars>
      </dgm:prSet>
      <dgm:spPr/>
    </dgm:pt>
    <dgm:pt modelId="{76556BB9-E97C-4447-8D03-7F5812DE684A}" type="pres">
      <dgm:prSet presAssocID="{E3FCC01E-664D-F444-9586-B0F82F101751}" presName="level3hierChild" presStyleCnt="0"/>
      <dgm:spPr/>
    </dgm:pt>
    <dgm:pt modelId="{CBF912EE-D54B-554B-82E3-A2D7D3049B06}" type="pres">
      <dgm:prSet presAssocID="{16A36BCF-5561-2A4D-B5E8-35E2F936475D}" presName="conn2-1" presStyleLbl="parChTrans1D4" presStyleIdx="5" presStyleCnt="6"/>
      <dgm:spPr/>
    </dgm:pt>
    <dgm:pt modelId="{5EEA5AAB-1752-CD49-89FB-5B42F459E9B7}" type="pres">
      <dgm:prSet presAssocID="{16A36BCF-5561-2A4D-B5E8-35E2F936475D}" presName="connTx" presStyleLbl="parChTrans1D4" presStyleIdx="5" presStyleCnt="6"/>
      <dgm:spPr/>
    </dgm:pt>
    <dgm:pt modelId="{78CFAF06-E3A6-AA44-897B-FA46C1D89F25}" type="pres">
      <dgm:prSet presAssocID="{88D76340-1193-7348-8BC3-9DD4D6C1AF41}" presName="root2" presStyleCnt="0"/>
      <dgm:spPr/>
    </dgm:pt>
    <dgm:pt modelId="{20D58054-BBB4-F148-82BE-DF412ABDC436}" type="pres">
      <dgm:prSet presAssocID="{88D76340-1193-7348-8BC3-9DD4D6C1AF41}" presName="LevelTwoTextNode" presStyleLbl="node4" presStyleIdx="5" presStyleCnt="6">
        <dgm:presLayoutVars>
          <dgm:chPref val="3"/>
        </dgm:presLayoutVars>
      </dgm:prSet>
      <dgm:spPr/>
    </dgm:pt>
    <dgm:pt modelId="{C74E6112-104F-0746-A117-D0BC38596CA1}" type="pres">
      <dgm:prSet presAssocID="{88D76340-1193-7348-8BC3-9DD4D6C1AF41}" presName="level3hierChild" presStyleCnt="0"/>
      <dgm:spPr/>
    </dgm:pt>
  </dgm:ptLst>
  <dgm:cxnLst>
    <dgm:cxn modelId="{26128C01-39D7-9743-97A2-A9BD3F33991F}" srcId="{75D9D46D-43CA-DA42-B9EA-3AAE5FBBE014}" destId="{04EF8ED1-E736-634F-8368-76F48D123A01}" srcOrd="0" destOrd="0" parTransId="{07ED1B05-DE27-BC4D-A2F6-240F2330243B}" sibTransId="{BB61F99A-2ADE-E647-819A-F5C5B74ED09F}"/>
    <dgm:cxn modelId="{02FED505-5C70-A044-B791-C4777D9D169E}" srcId="{BA5C3186-9C18-F944-82D8-32F40F27CC09}" destId="{E3FCC01E-664D-F444-9586-B0F82F101751}" srcOrd="2" destOrd="0" parTransId="{B941FFDF-DF06-5E43-9EDD-6DA02D5E41E2}" sibTransId="{1D52A60B-149E-8E4C-AB79-17345E661161}"/>
    <dgm:cxn modelId="{A0565B06-3263-164C-8041-953E0E017365}" srcId="{BA5C3186-9C18-F944-82D8-32F40F27CC09}" destId="{65B69285-2350-744B-9829-80FF077C971B}" srcOrd="1" destOrd="0" parTransId="{4BC22CF3-EFBA-444B-BFB2-3510F6D245A6}" sibTransId="{A0A07E08-00C2-4645-97BF-4BFBB5A6ED35}"/>
    <dgm:cxn modelId="{ADA2050C-DBEA-9047-A1EA-1217EDEA17B5}" type="presOf" srcId="{314D1786-A703-B34F-AAA4-59FDA288D4E5}" destId="{5C610907-69DA-EF49-B626-0EB477718588}" srcOrd="0" destOrd="0" presId="urn:microsoft.com/office/officeart/2005/8/layout/hierarchy2"/>
    <dgm:cxn modelId="{C13A970C-7909-7640-84AD-0EB6D22F40C8}" type="presOf" srcId="{872F4740-19D2-1A44-A8DD-324B9C11147F}" destId="{680E6165-F5BA-2F4A-84DF-D52AC6A4478D}" srcOrd="1" destOrd="0" presId="urn:microsoft.com/office/officeart/2005/8/layout/hierarchy2"/>
    <dgm:cxn modelId="{67E7A00F-02E4-E24E-87A6-8737016BA0D2}" type="presOf" srcId="{AFA9F9E7-9886-CB45-B369-16DE004E133E}" destId="{A13E5F5E-D0F0-FE4B-813E-72B21157E1AC}" srcOrd="0" destOrd="0" presId="urn:microsoft.com/office/officeart/2005/8/layout/hierarchy2"/>
    <dgm:cxn modelId="{CECB4911-0D23-D14E-83B9-A3C04A659A45}" type="presOf" srcId="{EB982054-FA44-5443-B564-5942CDBC7AAD}" destId="{98A5C216-FBC8-A740-A04C-59DCF682AAC5}" srcOrd="1" destOrd="0" presId="urn:microsoft.com/office/officeart/2005/8/layout/hierarchy2"/>
    <dgm:cxn modelId="{B420E511-DF6F-244E-B8DD-029A45920D39}" type="presOf" srcId="{75D9D46D-43CA-DA42-B9EA-3AAE5FBBE014}" destId="{4548E05F-7140-114E-AFED-7E4C1A56E0DF}" srcOrd="0" destOrd="0" presId="urn:microsoft.com/office/officeart/2005/8/layout/hierarchy2"/>
    <dgm:cxn modelId="{B0640D12-3BAD-B344-B6FF-429C94AE2788}" type="presOf" srcId="{4BC22CF3-EFBA-444B-BFB2-3510F6D245A6}" destId="{F7B08B9E-8FA9-A645-A69A-1973ADCBEE26}" srcOrd="0" destOrd="0" presId="urn:microsoft.com/office/officeart/2005/8/layout/hierarchy2"/>
    <dgm:cxn modelId="{57F4E914-2936-3C49-979D-D7A878D1B2A1}" srcId="{D4F35769-0CB2-6644-9B2C-C9F851D69210}" destId="{74252973-74AC-AD46-A6EB-A86F16E76DD3}" srcOrd="0" destOrd="0" parTransId="{872F4740-19D2-1A44-A8DD-324B9C11147F}" sibTransId="{23A36560-F9C1-6045-B11A-8CA38E953228}"/>
    <dgm:cxn modelId="{24A68F17-FCDD-C345-A862-BDFCF49FB468}" type="presOf" srcId="{45F989DB-EEAC-964B-A502-778E9B488CE0}" destId="{776BA38A-FA7E-9D4E-9B94-7D912070B922}" srcOrd="1" destOrd="0" presId="urn:microsoft.com/office/officeart/2005/8/layout/hierarchy2"/>
    <dgm:cxn modelId="{EA1C3A1A-842D-DC44-9E52-9AFCBC25BC92}" type="presOf" srcId="{4BC22CF3-EFBA-444B-BFB2-3510F6D245A6}" destId="{C9FF8AA0-2BC2-944E-938E-510113F927A7}" srcOrd="1" destOrd="0" presId="urn:microsoft.com/office/officeart/2005/8/layout/hierarchy2"/>
    <dgm:cxn modelId="{0AB1A71C-5221-1F49-BB24-379F1EA60746}" type="presOf" srcId="{5FB7A0BD-84CD-8044-A902-F6B1B5F92C84}" destId="{FFD45C6E-FF16-5E42-A227-FE5A67F925A3}" srcOrd="0" destOrd="0" presId="urn:microsoft.com/office/officeart/2005/8/layout/hierarchy2"/>
    <dgm:cxn modelId="{AAA60023-C907-4946-85FC-5EE411B56C7B}" type="presOf" srcId="{A1FF0A7E-E6F5-994B-A174-C5C718551A4B}" destId="{036D58F0-727F-F845-AAA0-DF35FC67A66D}" srcOrd="0" destOrd="0" presId="urn:microsoft.com/office/officeart/2005/8/layout/hierarchy2"/>
    <dgm:cxn modelId="{A7C69723-C275-2449-83D0-66DD5F0F9301}" type="presOf" srcId="{FF4D5DAE-FCE6-6144-826B-C231C693B087}" destId="{AAC1FE0A-B73A-4E45-B50C-E247B6B64F45}" srcOrd="0" destOrd="0" presId="urn:microsoft.com/office/officeart/2005/8/layout/hierarchy2"/>
    <dgm:cxn modelId="{C8C68930-22FA-A54A-AA78-47AE2440D08F}" srcId="{E6FDD74E-48CB-BD4C-AEE8-0BC13C7AAEF3}" destId="{E088C62C-6352-0540-9D01-C71FB22DA29B}" srcOrd="0" destOrd="0" parTransId="{6A003A7F-379A-C245-BB12-6088FA405C72}" sibTransId="{FC88BB39-A9A6-CC42-9D4C-0F7BF4BDEB08}"/>
    <dgm:cxn modelId="{032E2832-987F-9D49-AF85-07852DD67811}" type="presOf" srcId="{DDCAD3C9-AD15-AB46-AB6C-6B201F16703A}" destId="{6F0BAEE7-8BC4-3847-A7A4-B9E83FE554D8}" srcOrd="0" destOrd="0" presId="urn:microsoft.com/office/officeart/2005/8/layout/hierarchy2"/>
    <dgm:cxn modelId="{7B620834-940B-5943-BDD9-A576996531B9}" srcId="{65B69285-2350-744B-9829-80FF077C971B}" destId="{A1FF0A7E-E6F5-994B-A174-C5C718551A4B}" srcOrd="0" destOrd="0" parTransId="{B8319996-4A41-E44D-A51B-2570E287C0D4}" sibTransId="{DC7A9DB7-F582-634F-8332-3AC52EDA5099}"/>
    <dgm:cxn modelId="{FD6F8A5C-9BED-0346-920B-87F2B6C3FABC}" type="presOf" srcId="{74252973-74AC-AD46-A6EB-A86F16E76DD3}" destId="{DBA429A6-31DC-6D45-A216-93EFEF592FAD}" srcOrd="0" destOrd="0" presId="urn:microsoft.com/office/officeart/2005/8/layout/hierarchy2"/>
    <dgm:cxn modelId="{D80E0D61-F442-9145-8F8B-59130B8F7FC8}" type="presOf" srcId="{16A36BCF-5561-2A4D-B5E8-35E2F936475D}" destId="{CBF912EE-D54B-554B-82E3-A2D7D3049B06}" srcOrd="0" destOrd="0" presId="urn:microsoft.com/office/officeart/2005/8/layout/hierarchy2"/>
    <dgm:cxn modelId="{486EE763-3F4B-E94A-BF8A-5DBB66872C43}" type="presOf" srcId="{BA5C3186-9C18-F944-82D8-32F40F27CC09}" destId="{148B3C2B-C090-5443-853A-B9ABCC4E76AD}" srcOrd="0" destOrd="0" presId="urn:microsoft.com/office/officeart/2005/8/layout/hierarchy2"/>
    <dgm:cxn modelId="{19E20A46-D9A3-5946-A833-C9AB354B00F4}" srcId="{E088C62C-6352-0540-9D01-C71FB22DA29B}" destId="{BA5C3186-9C18-F944-82D8-32F40F27CC09}" srcOrd="1" destOrd="0" parTransId="{5FB7A0BD-84CD-8044-A902-F6B1B5F92C84}" sibTransId="{D1B62A8E-BB61-9947-B0C5-DA86EE532ED0}"/>
    <dgm:cxn modelId="{B0A7DE66-3B36-5647-B84E-F0CEDF279EBC}" type="presOf" srcId="{E088C62C-6352-0540-9D01-C71FB22DA29B}" destId="{9F8B352F-D995-C84C-90BF-9487A55AB44E}" srcOrd="0" destOrd="0" presId="urn:microsoft.com/office/officeart/2005/8/layout/hierarchy2"/>
    <dgm:cxn modelId="{2B5D2867-B331-8845-A7CE-ED4FD459740C}" srcId="{E3FCC01E-664D-F444-9586-B0F82F101751}" destId="{88D76340-1193-7348-8BC3-9DD4D6C1AF41}" srcOrd="0" destOrd="0" parTransId="{16A36BCF-5561-2A4D-B5E8-35E2F936475D}" sibTransId="{4D108033-338D-F54B-9DAC-ADD6E137CA8F}"/>
    <dgm:cxn modelId="{6FE86448-84EA-0A43-9E0B-FF435FCD7070}" type="presOf" srcId="{314D1786-A703-B34F-AAA4-59FDA288D4E5}" destId="{0E1F7AC4-D152-754F-9C62-A3A43CA084FB}" srcOrd="1" destOrd="0" presId="urn:microsoft.com/office/officeart/2005/8/layout/hierarchy2"/>
    <dgm:cxn modelId="{7876084B-B68B-A240-AE5B-AD8DA4E6A2A0}" srcId="{F5AA50CD-0AD0-3E4E-AC7D-48D6BC7A1A3F}" destId="{FF4D5DAE-FCE6-6144-826B-C231C693B087}" srcOrd="0" destOrd="0" parTransId="{142AEB1B-5024-C149-A8E5-F0C82DD63405}" sibTransId="{46DAB482-2327-E54D-9F5A-1F3A673E0AC2}"/>
    <dgm:cxn modelId="{0BCFF14D-0589-E74A-A6A3-5EA6FED02A87}" type="presOf" srcId="{B8319996-4A41-E44D-A51B-2570E287C0D4}" destId="{C8605856-F760-6F48-BD86-89D07E5B4BA9}" srcOrd="1" destOrd="0" presId="urn:microsoft.com/office/officeart/2005/8/layout/hierarchy2"/>
    <dgm:cxn modelId="{23FF034E-AF26-CF44-A248-461083B96E3C}" srcId="{E088C62C-6352-0540-9D01-C71FB22DA29B}" destId="{AFA9F9E7-9886-CB45-B369-16DE004E133E}" srcOrd="0" destOrd="0" parTransId="{EB982054-FA44-5443-B564-5942CDBC7AAD}" sibTransId="{A460B115-D1CA-104F-A9F7-A15E7749835B}"/>
    <dgm:cxn modelId="{83DB804E-BA73-A649-B16F-E6F0944772DC}" type="presOf" srcId="{04EF8ED1-E736-634F-8368-76F48D123A01}" destId="{FFBD3894-2F1B-274A-B2E3-0A2C08D09656}" srcOrd="0" destOrd="0" presId="urn:microsoft.com/office/officeart/2005/8/layout/hierarchy2"/>
    <dgm:cxn modelId="{9C73A153-B6D1-4441-991A-E1726A38AAF0}" srcId="{E7BCCA98-5ED8-DD48-AEF2-DD457BC2AF2C}" destId="{EBED46AD-505D-7C46-A961-703C3D065F60}" srcOrd="0" destOrd="0" parTransId="{45F989DB-EEAC-964B-A502-778E9B488CE0}" sibTransId="{48FE6FCC-1C65-E14D-AAB8-3104E1D75FA4}"/>
    <dgm:cxn modelId="{49F61155-611F-6144-804A-43B22D4077F5}" type="presOf" srcId="{E7BCCA98-5ED8-DD48-AEF2-DD457BC2AF2C}" destId="{0612AEED-E8FA-9C4F-A803-03B9CF47801A}" srcOrd="0" destOrd="0" presId="urn:microsoft.com/office/officeart/2005/8/layout/hierarchy2"/>
    <dgm:cxn modelId="{4D8F9175-0A43-6B47-8268-FD050390B646}" type="presOf" srcId="{45F989DB-EEAC-964B-A502-778E9B488CE0}" destId="{676B9186-D899-9E46-AE45-1859A6859616}" srcOrd="0" destOrd="0" presId="urn:microsoft.com/office/officeart/2005/8/layout/hierarchy2"/>
    <dgm:cxn modelId="{320CB075-694D-4247-9537-8B477B82DB47}" type="presOf" srcId="{07ED1B05-DE27-BC4D-A2F6-240F2330243B}" destId="{B15FD15D-710D-A24E-A3EE-C3792146CE2C}" srcOrd="0" destOrd="0" presId="urn:microsoft.com/office/officeart/2005/8/layout/hierarchy2"/>
    <dgm:cxn modelId="{2940D676-42AD-D341-8548-414C0C0BFD2F}" srcId="{AFA9F9E7-9886-CB45-B369-16DE004E133E}" destId="{F5AA50CD-0AD0-3E4E-AC7D-48D6BC7A1A3F}" srcOrd="2" destOrd="0" parTransId="{7E28F2BE-A7E6-1C43-92D4-A8964200AC76}" sibTransId="{A6DAF4DB-6C41-9F4A-966A-E7174C8553D0}"/>
    <dgm:cxn modelId="{1348037B-3C7B-2049-9203-33D2B4DCFDD5}" type="presOf" srcId="{2C8E4B71-EE9A-EB4E-BB9E-F283B13DC5A5}" destId="{F3D051A6-FC47-3543-94CE-078202A1C0D3}" srcOrd="1" destOrd="0" presId="urn:microsoft.com/office/officeart/2005/8/layout/hierarchy2"/>
    <dgm:cxn modelId="{5E04E07B-E763-3C41-8F5A-BF2DEA5E78B9}" type="presOf" srcId="{872F4740-19D2-1A44-A8DD-324B9C11147F}" destId="{9C0833A8-1FA7-A746-8401-8DC29249AB1D}" srcOrd="0" destOrd="0" presId="urn:microsoft.com/office/officeart/2005/8/layout/hierarchy2"/>
    <dgm:cxn modelId="{9F97C77D-562C-CA4A-8142-915784BE7E10}" type="presOf" srcId="{88D76340-1193-7348-8BC3-9DD4D6C1AF41}" destId="{20D58054-BBB4-F148-82BE-DF412ABDC436}" srcOrd="0" destOrd="0" presId="urn:microsoft.com/office/officeart/2005/8/layout/hierarchy2"/>
    <dgm:cxn modelId="{6D2A8280-A42A-6D4B-BE2B-167CF12F7B5A}" type="presOf" srcId="{E6FDD74E-48CB-BD4C-AEE8-0BC13C7AAEF3}" destId="{4DAD21FB-EAED-0049-BCC2-D3F3C1D7ED19}" srcOrd="0" destOrd="0" presId="urn:microsoft.com/office/officeart/2005/8/layout/hierarchy2"/>
    <dgm:cxn modelId="{9316F180-BD7B-1A4A-BEFD-0E39971B1048}" type="presOf" srcId="{142AEB1B-5024-C149-A8E5-F0C82DD63405}" destId="{DCF5B9DE-DF35-1946-BB72-5CF8A361B60C}" srcOrd="1" destOrd="0" presId="urn:microsoft.com/office/officeart/2005/8/layout/hierarchy2"/>
    <dgm:cxn modelId="{DB5E5288-5053-FB40-93AE-DDC7D482E3DF}" type="presOf" srcId="{EBED46AD-505D-7C46-A961-703C3D065F60}" destId="{51F0CADE-4629-6748-84FB-DAB8A878FB26}" srcOrd="0" destOrd="0" presId="urn:microsoft.com/office/officeart/2005/8/layout/hierarchy2"/>
    <dgm:cxn modelId="{40901E90-69E6-CF4B-88EF-A7EAC16A8C26}" type="presOf" srcId="{16A36BCF-5561-2A4D-B5E8-35E2F936475D}" destId="{5EEA5AAB-1752-CD49-89FB-5B42F459E9B7}" srcOrd="1" destOrd="0" presId="urn:microsoft.com/office/officeart/2005/8/layout/hierarchy2"/>
    <dgm:cxn modelId="{C64A3391-CDC3-B74B-88AB-03DAEB3A008B}" type="presOf" srcId="{142AEB1B-5024-C149-A8E5-F0C82DD63405}" destId="{9AD0641D-44CC-F446-86B3-2496BB19B067}" srcOrd="0" destOrd="0" presId="urn:microsoft.com/office/officeart/2005/8/layout/hierarchy2"/>
    <dgm:cxn modelId="{C2E11099-0DDF-A94B-958A-720C565DFCAA}" type="presOf" srcId="{F5AA50CD-0AD0-3E4E-AC7D-48D6BC7A1A3F}" destId="{B28840E0-53B7-6944-BB3C-CDFA5DF36BE2}" srcOrd="0" destOrd="0" presId="urn:microsoft.com/office/officeart/2005/8/layout/hierarchy2"/>
    <dgm:cxn modelId="{70957899-AA7B-934B-B8BD-9A6BC359E738}" srcId="{AFA9F9E7-9886-CB45-B369-16DE004E133E}" destId="{E7BCCA98-5ED8-DD48-AEF2-DD457BC2AF2C}" srcOrd="0" destOrd="0" parTransId="{2C8E4B71-EE9A-EB4E-BB9E-F283B13DC5A5}" sibTransId="{A1D92995-4F55-4040-BC6F-0806311D3DF8}"/>
    <dgm:cxn modelId="{A44102A1-18EA-1444-8169-2CAFB7F3FC75}" srcId="{AFA9F9E7-9886-CB45-B369-16DE004E133E}" destId="{D4F35769-0CB2-6644-9B2C-C9F851D69210}" srcOrd="1" destOrd="0" parTransId="{DDCAD3C9-AD15-AB46-AB6C-6B201F16703A}" sibTransId="{4F67075E-48A0-A648-9F6C-0890970D79D3}"/>
    <dgm:cxn modelId="{596EE2AF-C7D8-D34C-9E61-A967B333D32D}" type="presOf" srcId="{DDCAD3C9-AD15-AB46-AB6C-6B201F16703A}" destId="{72472D14-364E-FD40-8F96-A09544C0DEE1}" srcOrd="1" destOrd="0" presId="urn:microsoft.com/office/officeart/2005/8/layout/hierarchy2"/>
    <dgm:cxn modelId="{B2A195BA-CD54-D943-900D-50674CA53D49}" type="presOf" srcId="{D4F35769-0CB2-6644-9B2C-C9F851D69210}" destId="{5DDFE812-7F00-014B-B430-32AC3A03E0A2}" srcOrd="0" destOrd="0" presId="urn:microsoft.com/office/officeart/2005/8/layout/hierarchy2"/>
    <dgm:cxn modelId="{91DEC7BC-9D08-294B-B0A3-C9A3FE4945D2}" type="presOf" srcId="{5FB7A0BD-84CD-8044-A902-F6B1B5F92C84}" destId="{AB7CA84B-7A85-8D41-807B-FB5D7122DED1}" srcOrd="1" destOrd="0" presId="urn:microsoft.com/office/officeart/2005/8/layout/hierarchy2"/>
    <dgm:cxn modelId="{41651FBF-F6F1-A444-9210-38C2B5581F92}" type="presOf" srcId="{07ED1B05-DE27-BC4D-A2F6-240F2330243B}" destId="{B11CD6DA-B040-5C4C-893D-259B51BBF826}" srcOrd="1" destOrd="0" presId="urn:microsoft.com/office/officeart/2005/8/layout/hierarchy2"/>
    <dgm:cxn modelId="{C78910C0-7FE3-BF4F-A42C-D7F6BB5CA8B8}" type="presOf" srcId="{7E28F2BE-A7E6-1C43-92D4-A8964200AC76}" destId="{4EAD9D06-A986-7C4F-848E-10791D83426F}" srcOrd="0" destOrd="0" presId="urn:microsoft.com/office/officeart/2005/8/layout/hierarchy2"/>
    <dgm:cxn modelId="{C5D0D7C2-B765-4B45-AA2E-508C0BBC89FA}" type="presOf" srcId="{EB982054-FA44-5443-B564-5942CDBC7AAD}" destId="{5D1C80A5-EE7B-9F4A-95F2-0392BB0BB14E}" srcOrd="0" destOrd="0" presId="urn:microsoft.com/office/officeart/2005/8/layout/hierarchy2"/>
    <dgm:cxn modelId="{6973DDC8-E9DA-C346-A002-4EDFFB03D9E7}" srcId="{BA5C3186-9C18-F944-82D8-32F40F27CC09}" destId="{75D9D46D-43CA-DA42-B9EA-3AAE5FBBE014}" srcOrd="0" destOrd="0" parTransId="{314D1786-A703-B34F-AAA4-59FDA288D4E5}" sibTransId="{0B171B9C-B8DB-4943-8E5F-497DC4DF3FC7}"/>
    <dgm:cxn modelId="{7F563CCA-6683-B446-B815-7046F24570C7}" type="presOf" srcId="{65B69285-2350-744B-9829-80FF077C971B}" destId="{9F8C2470-69FB-AF4D-A348-D3A482822485}" srcOrd="0" destOrd="0" presId="urn:microsoft.com/office/officeart/2005/8/layout/hierarchy2"/>
    <dgm:cxn modelId="{A81D96D6-7780-A54B-BBA8-B478C9D32BFC}" type="presOf" srcId="{B941FFDF-DF06-5E43-9EDD-6DA02D5E41E2}" destId="{535C15CB-0D67-2143-957A-418D98B2A8D4}" srcOrd="0" destOrd="0" presId="urn:microsoft.com/office/officeart/2005/8/layout/hierarchy2"/>
    <dgm:cxn modelId="{2F429BD6-A02E-504D-96F3-67B326914076}" type="presOf" srcId="{7E28F2BE-A7E6-1C43-92D4-A8964200AC76}" destId="{29B09E71-7A2A-5549-81DE-E2DFD173AE45}" srcOrd="1" destOrd="0" presId="urn:microsoft.com/office/officeart/2005/8/layout/hierarchy2"/>
    <dgm:cxn modelId="{9C7A78D8-03FC-8A4B-BAA6-E5BE9CA181F6}" type="presOf" srcId="{E3FCC01E-664D-F444-9586-B0F82F101751}" destId="{558207EF-E8B9-F446-AE94-F30D1C6DB20C}" srcOrd="0" destOrd="0" presId="urn:microsoft.com/office/officeart/2005/8/layout/hierarchy2"/>
    <dgm:cxn modelId="{35F97EE2-00B1-1B41-8582-AD06945B281D}" type="presOf" srcId="{B8319996-4A41-E44D-A51B-2570E287C0D4}" destId="{20733A67-FFB7-B949-8DD7-6159009F35F1}" srcOrd="0" destOrd="0" presId="urn:microsoft.com/office/officeart/2005/8/layout/hierarchy2"/>
    <dgm:cxn modelId="{B61749EF-DECB-9F4C-9267-1C52421F7625}" type="presOf" srcId="{B941FFDF-DF06-5E43-9EDD-6DA02D5E41E2}" destId="{681087DF-A631-1F4D-91C7-374310158AF8}" srcOrd="1" destOrd="0" presId="urn:microsoft.com/office/officeart/2005/8/layout/hierarchy2"/>
    <dgm:cxn modelId="{F4DABBF9-0FE9-E643-AFE5-CEA4D93F4600}" type="presOf" srcId="{2C8E4B71-EE9A-EB4E-BB9E-F283B13DC5A5}" destId="{C96E3ED7-98C1-2043-B33F-5236E20830DA}" srcOrd="0" destOrd="0" presId="urn:microsoft.com/office/officeart/2005/8/layout/hierarchy2"/>
    <dgm:cxn modelId="{9ACA8BF3-19BB-9B4B-A1C9-F5D0BEAF8E45}" type="presParOf" srcId="{4DAD21FB-EAED-0049-BCC2-D3F3C1D7ED19}" destId="{B20EB059-9780-A149-A0EE-C9D68251E7DE}" srcOrd="0" destOrd="0" presId="urn:microsoft.com/office/officeart/2005/8/layout/hierarchy2"/>
    <dgm:cxn modelId="{8D7718C5-1A4A-944D-8ACD-784BA41E8D1F}" type="presParOf" srcId="{B20EB059-9780-A149-A0EE-C9D68251E7DE}" destId="{9F8B352F-D995-C84C-90BF-9487A55AB44E}" srcOrd="0" destOrd="0" presId="urn:microsoft.com/office/officeart/2005/8/layout/hierarchy2"/>
    <dgm:cxn modelId="{2A55FCA7-98DF-2B40-9EF0-E99946AFF2C3}" type="presParOf" srcId="{B20EB059-9780-A149-A0EE-C9D68251E7DE}" destId="{F75200F8-D539-B142-828A-3D0383DC7C2E}" srcOrd="1" destOrd="0" presId="urn:microsoft.com/office/officeart/2005/8/layout/hierarchy2"/>
    <dgm:cxn modelId="{7FCEF5AF-0900-5A40-BA7F-02AFF95901EE}" type="presParOf" srcId="{F75200F8-D539-B142-828A-3D0383DC7C2E}" destId="{5D1C80A5-EE7B-9F4A-95F2-0392BB0BB14E}" srcOrd="0" destOrd="0" presId="urn:microsoft.com/office/officeart/2005/8/layout/hierarchy2"/>
    <dgm:cxn modelId="{BBD57432-FFC7-5449-BC0F-B28AF79F63BA}" type="presParOf" srcId="{5D1C80A5-EE7B-9F4A-95F2-0392BB0BB14E}" destId="{98A5C216-FBC8-A740-A04C-59DCF682AAC5}" srcOrd="0" destOrd="0" presId="urn:microsoft.com/office/officeart/2005/8/layout/hierarchy2"/>
    <dgm:cxn modelId="{A853F7A2-3E2A-094E-88EE-AB08FA9012B4}" type="presParOf" srcId="{F75200F8-D539-B142-828A-3D0383DC7C2E}" destId="{49520958-4E2F-4142-B51B-E6827873C91B}" srcOrd="1" destOrd="0" presId="urn:microsoft.com/office/officeart/2005/8/layout/hierarchy2"/>
    <dgm:cxn modelId="{710E7F4C-DCEB-A343-853A-B07DB1609D58}" type="presParOf" srcId="{49520958-4E2F-4142-B51B-E6827873C91B}" destId="{A13E5F5E-D0F0-FE4B-813E-72B21157E1AC}" srcOrd="0" destOrd="0" presId="urn:microsoft.com/office/officeart/2005/8/layout/hierarchy2"/>
    <dgm:cxn modelId="{4020166B-97E1-EB43-B6DC-92E99A5BCBDA}" type="presParOf" srcId="{49520958-4E2F-4142-B51B-E6827873C91B}" destId="{76602CFC-0AB0-9A42-9A73-46ED742AFEF5}" srcOrd="1" destOrd="0" presId="urn:microsoft.com/office/officeart/2005/8/layout/hierarchy2"/>
    <dgm:cxn modelId="{D37015A4-DE73-814C-808B-BEE837BFB6F9}" type="presParOf" srcId="{76602CFC-0AB0-9A42-9A73-46ED742AFEF5}" destId="{C96E3ED7-98C1-2043-B33F-5236E20830DA}" srcOrd="0" destOrd="0" presId="urn:microsoft.com/office/officeart/2005/8/layout/hierarchy2"/>
    <dgm:cxn modelId="{BF7B7B4E-5CC5-C440-984E-505CBB376F4B}" type="presParOf" srcId="{C96E3ED7-98C1-2043-B33F-5236E20830DA}" destId="{F3D051A6-FC47-3543-94CE-078202A1C0D3}" srcOrd="0" destOrd="0" presId="urn:microsoft.com/office/officeart/2005/8/layout/hierarchy2"/>
    <dgm:cxn modelId="{FD29D917-FDEF-2345-97CC-46805EFCFBDF}" type="presParOf" srcId="{76602CFC-0AB0-9A42-9A73-46ED742AFEF5}" destId="{83FA98A3-9C84-EB4C-80A5-0F20268E3378}" srcOrd="1" destOrd="0" presId="urn:microsoft.com/office/officeart/2005/8/layout/hierarchy2"/>
    <dgm:cxn modelId="{74F83F2F-5255-5241-9AA1-3BB8CE5CF3C4}" type="presParOf" srcId="{83FA98A3-9C84-EB4C-80A5-0F20268E3378}" destId="{0612AEED-E8FA-9C4F-A803-03B9CF47801A}" srcOrd="0" destOrd="0" presId="urn:microsoft.com/office/officeart/2005/8/layout/hierarchy2"/>
    <dgm:cxn modelId="{0AA53A93-790B-5746-953D-719E7CE0DE4F}" type="presParOf" srcId="{83FA98A3-9C84-EB4C-80A5-0F20268E3378}" destId="{3FB036ED-FE64-E643-8374-13256D8B3775}" srcOrd="1" destOrd="0" presId="urn:microsoft.com/office/officeart/2005/8/layout/hierarchy2"/>
    <dgm:cxn modelId="{C806827E-6412-5C4E-A135-2EE3622B8824}" type="presParOf" srcId="{3FB036ED-FE64-E643-8374-13256D8B3775}" destId="{676B9186-D899-9E46-AE45-1859A6859616}" srcOrd="0" destOrd="0" presId="urn:microsoft.com/office/officeart/2005/8/layout/hierarchy2"/>
    <dgm:cxn modelId="{F697F3BC-60CA-484A-A1BA-017FC3490EC5}" type="presParOf" srcId="{676B9186-D899-9E46-AE45-1859A6859616}" destId="{776BA38A-FA7E-9D4E-9B94-7D912070B922}" srcOrd="0" destOrd="0" presId="urn:microsoft.com/office/officeart/2005/8/layout/hierarchy2"/>
    <dgm:cxn modelId="{DA021BE5-A2AF-CC4B-B3BF-8888F0457C9E}" type="presParOf" srcId="{3FB036ED-FE64-E643-8374-13256D8B3775}" destId="{E8BA4109-4900-5049-B124-0183FFEDE9B4}" srcOrd="1" destOrd="0" presId="urn:microsoft.com/office/officeart/2005/8/layout/hierarchy2"/>
    <dgm:cxn modelId="{E8D339E0-3EEE-354A-9E6A-22CAECAD689A}" type="presParOf" srcId="{E8BA4109-4900-5049-B124-0183FFEDE9B4}" destId="{51F0CADE-4629-6748-84FB-DAB8A878FB26}" srcOrd="0" destOrd="0" presId="urn:microsoft.com/office/officeart/2005/8/layout/hierarchy2"/>
    <dgm:cxn modelId="{64236948-23AE-C24C-8A51-36527DDE4214}" type="presParOf" srcId="{E8BA4109-4900-5049-B124-0183FFEDE9B4}" destId="{231B051F-557B-FF4F-9383-F3ED5AB814DA}" srcOrd="1" destOrd="0" presId="urn:microsoft.com/office/officeart/2005/8/layout/hierarchy2"/>
    <dgm:cxn modelId="{9C0C7CEF-2F3B-0A40-91E3-B406D2368C3C}" type="presParOf" srcId="{76602CFC-0AB0-9A42-9A73-46ED742AFEF5}" destId="{6F0BAEE7-8BC4-3847-A7A4-B9E83FE554D8}" srcOrd="2" destOrd="0" presId="urn:microsoft.com/office/officeart/2005/8/layout/hierarchy2"/>
    <dgm:cxn modelId="{F7878DB4-4CFB-FE40-9D28-99610902ADEF}" type="presParOf" srcId="{6F0BAEE7-8BC4-3847-A7A4-B9E83FE554D8}" destId="{72472D14-364E-FD40-8F96-A09544C0DEE1}" srcOrd="0" destOrd="0" presId="urn:microsoft.com/office/officeart/2005/8/layout/hierarchy2"/>
    <dgm:cxn modelId="{3BA59C80-A06C-B040-8B5B-85D398B0ADA2}" type="presParOf" srcId="{76602CFC-0AB0-9A42-9A73-46ED742AFEF5}" destId="{83903D38-A5CA-4A47-AB09-4106D8ABE1FB}" srcOrd="3" destOrd="0" presId="urn:microsoft.com/office/officeart/2005/8/layout/hierarchy2"/>
    <dgm:cxn modelId="{E5F1CE35-F12E-864E-8B0E-F3666B3B1189}" type="presParOf" srcId="{83903D38-A5CA-4A47-AB09-4106D8ABE1FB}" destId="{5DDFE812-7F00-014B-B430-32AC3A03E0A2}" srcOrd="0" destOrd="0" presId="urn:microsoft.com/office/officeart/2005/8/layout/hierarchy2"/>
    <dgm:cxn modelId="{A6FB6EE3-ED71-1949-ABC7-CFB53362AA43}" type="presParOf" srcId="{83903D38-A5CA-4A47-AB09-4106D8ABE1FB}" destId="{CF36EC5D-8E12-0041-8B77-A3A22E5FC760}" srcOrd="1" destOrd="0" presId="urn:microsoft.com/office/officeart/2005/8/layout/hierarchy2"/>
    <dgm:cxn modelId="{E52690BA-5485-8E43-9B23-7C21D226B54B}" type="presParOf" srcId="{CF36EC5D-8E12-0041-8B77-A3A22E5FC760}" destId="{9C0833A8-1FA7-A746-8401-8DC29249AB1D}" srcOrd="0" destOrd="0" presId="urn:microsoft.com/office/officeart/2005/8/layout/hierarchy2"/>
    <dgm:cxn modelId="{0A6D97C2-DA91-4D4D-B68F-20FDE2185537}" type="presParOf" srcId="{9C0833A8-1FA7-A746-8401-8DC29249AB1D}" destId="{680E6165-F5BA-2F4A-84DF-D52AC6A4478D}" srcOrd="0" destOrd="0" presId="urn:microsoft.com/office/officeart/2005/8/layout/hierarchy2"/>
    <dgm:cxn modelId="{A5C61E54-C03C-0945-9632-5390A1C8E084}" type="presParOf" srcId="{CF36EC5D-8E12-0041-8B77-A3A22E5FC760}" destId="{F120310C-4F98-FD43-8DBF-8185F0616F67}" srcOrd="1" destOrd="0" presId="urn:microsoft.com/office/officeart/2005/8/layout/hierarchy2"/>
    <dgm:cxn modelId="{1C17257C-B361-3148-A0A0-356EF0550054}" type="presParOf" srcId="{F120310C-4F98-FD43-8DBF-8185F0616F67}" destId="{DBA429A6-31DC-6D45-A216-93EFEF592FAD}" srcOrd="0" destOrd="0" presId="urn:microsoft.com/office/officeart/2005/8/layout/hierarchy2"/>
    <dgm:cxn modelId="{C6F1D75D-B01F-B842-9FF8-123C30173C2F}" type="presParOf" srcId="{F120310C-4F98-FD43-8DBF-8185F0616F67}" destId="{2D3D882B-B6A4-0E46-8370-8BC41BE4DD43}" srcOrd="1" destOrd="0" presId="urn:microsoft.com/office/officeart/2005/8/layout/hierarchy2"/>
    <dgm:cxn modelId="{86BADE56-E916-B84E-9B00-B236A923EA45}" type="presParOf" srcId="{76602CFC-0AB0-9A42-9A73-46ED742AFEF5}" destId="{4EAD9D06-A986-7C4F-848E-10791D83426F}" srcOrd="4" destOrd="0" presId="urn:microsoft.com/office/officeart/2005/8/layout/hierarchy2"/>
    <dgm:cxn modelId="{F124DF9D-458B-784A-B970-C70AF8155E6D}" type="presParOf" srcId="{4EAD9D06-A986-7C4F-848E-10791D83426F}" destId="{29B09E71-7A2A-5549-81DE-E2DFD173AE45}" srcOrd="0" destOrd="0" presId="urn:microsoft.com/office/officeart/2005/8/layout/hierarchy2"/>
    <dgm:cxn modelId="{8B7DFD3C-6CE7-944B-BAEF-0038B1697E15}" type="presParOf" srcId="{76602CFC-0AB0-9A42-9A73-46ED742AFEF5}" destId="{B750DAD2-24A8-7E41-86D1-3C3179131925}" srcOrd="5" destOrd="0" presId="urn:microsoft.com/office/officeart/2005/8/layout/hierarchy2"/>
    <dgm:cxn modelId="{E16D9CED-41E7-4E46-844C-A03CB6CB0E70}" type="presParOf" srcId="{B750DAD2-24A8-7E41-86D1-3C3179131925}" destId="{B28840E0-53B7-6944-BB3C-CDFA5DF36BE2}" srcOrd="0" destOrd="0" presId="urn:microsoft.com/office/officeart/2005/8/layout/hierarchy2"/>
    <dgm:cxn modelId="{BA4AB39E-4AAD-0C4E-B10A-1EEEEF3F7264}" type="presParOf" srcId="{B750DAD2-24A8-7E41-86D1-3C3179131925}" destId="{79BCE548-3687-3040-8C40-E09B63C4457A}" srcOrd="1" destOrd="0" presId="urn:microsoft.com/office/officeart/2005/8/layout/hierarchy2"/>
    <dgm:cxn modelId="{9928B186-4AD8-1F41-88EE-5A0030B3EE12}" type="presParOf" srcId="{79BCE548-3687-3040-8C40-E09B63C4457A}" destId="{9AD0641D-44CC-F446-86B3-2496BB19B067}" srcOrd="0" destOrd="0" presId="urn:microsoft.com/office/officeart/2005/8/layout/hierarchy2"/>
    <dgm:cxn modelId="{6C8AC4DA-FA5C-0E44-97CC-E07782E013E2}" type="presParOf" srcId="{9AD0641D-44CC-F446-86B3-2496BB19B067}" destId="{DCF5B9DE-DF35-1946-BB72-5CF8A361B60C}" srcOrd="0" destOrd="0" presId="urn:microsoft.com/office/officeart/2005/8/layout/hierarchy2"/>
    <dgm:cxn modelId="{D1846C6D-BBA3-B142-9DED-4467BA67148C}" type="presParOf" srcId="{79BCE548-3687-3040-8C40-E09B63C4457A}" destId="{D90D446B-3A0D-104E-B080-58E825F471A7}" srcOrd="1" destOrd="0" presId="urn:microsoft.com/office/officeart/2005/8/layout/hierarchy2"/>
    <dgm:cxn modelId="{65BFAEC7-C38D-744C-97BA-4DC15DD15CBD}" type="presParOf" srcId="{D90D446B-3A0D-104E-B080-58E825F471A7}" destId="{AAC1FE0A-B73A-4E45-B50C-E247B6B64F45}" srcOrd="0" destOrd="0" presId="urn:microsoft.com/office/officeart/2005/8/layout/hierarchy2"/>
    <dgm:cxn modelId="{39908C5C-859A-B144-85BC-28469403B7E6}" type="presParOf" srcId="{D90D446B-3A0D-104E-B080-58E825F471A7}" destId="{D9FC7369-BB1B-074D-882B-0CAD188F7A1E}" srcOrd="1" destOrd="0" presId="urn:microsoft.com/office/officeart/2005/8/layout/hierarchy2"/>
    <dgm:cxn modelId="{2F9E423A-3DA5-5F49-9F61-6BD0AE32A4DE}" type="presParOf" srcId="{F75200F8-D539-B142-828A-3D0383DC7C2E}" destId="{FFD45C6E-FF16-5E42-A227-FE5A67F925A3}" srcOrd="2" destOrd="0" presId="urn:microsoft.com/office/officeart/2005/8/layout/hierarchy2"/>
    <dgm:cxn modelId="{70F04B13-7B84-3743-8406-DE45B6B99BA1}" type="presParOf" srcId="{FFD45C6E-FF16-5E42-A227-FE5A67F925A3}" destId="{AB7CA84B-7A85-8D41-807B-FB5D7122DED1}" srcOrd="0" destOrd="0" presId="urn:microsoft.com/office/officeart/2005/8/layout/hierarchy2"/>
    <dgm:cxn modelId="{0A913056-F6E5-FD4C-9658-FD21CEDA25F3}" type="presParOf" srcId="{F75200F8-D539-B142-828A-3D0383DC7C2E}" destId="{D590830E-2101-1F4A-9B29-874DA0D077E5}" srcOrd="3" destOrd="0" presId="urn:microsoft.com/office/officeart/2005/8/layout/hierarchy2"/>
    <dgm:cxn modelId="{5EA86094-05E9-5244-AD5F-FE2CF39A890E}" type="presParOf" srcId="{D590830E-2101-1F4A-9B29-874DA0D077E5}" destId="{148B3C2B-C090-5443-853A-B9ABCC4E76AD}" srcOrd="0" destOrd="0" presId="urn:microsoft.com/office/officeart/2005/8/layout/hierarchy2"/>
    <dgm:cxn modelId="{09352EFD-8658-CD4A-8E9C-2C5718DD0EC1}" type="presParOf" srcId="{D590830E-2101-1F4A-9B29-874DA0D077E5}" destId="{CC443505-1E21-1545-B386-892AE20AB030}" srcOrd="1" destOrd="0" presId="urn:microsoft.com/office/officeart/2005/8/layout/hierarchy2"/>
    <dgm:cxn modelId="{1E74189F-8F7A-304A-B5BD-E5C79615B621}" type="presParOf" srcId="{CC443505-1E21-1545-B386-892AE20AB030}" destId="{5C610907-69DA-EF49-B626-0EB477718588}" srcOrd="0" destOrd="0" presId="urn:microsoft.com/office/officeart/2005/8/layout/hierarchy2"/>
    <dgm:cxn modelId="{B2CC03D6-ECDC-2742-BC9A-217DAFDDBE90}" type="presParOf" srcId="{5C610907-69DA-EF49-B626-0EB477718588}" destId="{0E1F7AC4-D152-754F-9C62-A3A43CA084FB}" srcOrd="0" destOrd="0" presId="urn:microsoft.com/office/officeart/2005/8/layout/hierarchy2"/>
    <dgm:cxn modelId="{779629A9-5A16-734E-BDAA-BE6CFB1FD1E4}" type="presParOf" srcId="{CC443505-1E21-1545-B386-892AE20AB030}" destId="{987EA99C-18C3-6F4B-916A-8DDDE7A8AFBC}" srcOrd="1" destOrd="0" presId="urn:microsoft.com/office/officeart/2005/8/layout/hierarchy2"/>
    <dgm:cxn modelId="{CBBBDB24-7CDC-1D48-B61D-153F08E33520}" type="presParOf" srcId="{987EA99C-18C3-6F4B-916A-8DDDE7A8AFBC}" destId="{4548E05F-7140-114E-AFED-7E4C1A56E0DF}" srcOrd="0" destOrd="0" presId="urn:microsoft.com/office/officeart/2005/8/layout/hierarchy2"/>
    <dgm:cxn modelId="{94AF9BB2-F905-294B-8617-74FF26CF6A3E}" type="presParOf" srcId="{987EA99C-18C3-6F4B-916A-8DDDE7A8AFBC}" destId="{DBABAB63-B86D-2746-84B8-2A8CB542BB27}" srcOrd="1" destOrd="0" presId="urn:microsoft.com/office/officeart/2005/8/layout/hierarchy2"/>
    <dgm:cxn modelId="{3E0EDB19-5940-B446-BCB7-75CE013CBB3F}" type="presParOf" srcId="{DBABAB63-B86D-2746-84B8-2A8CB542BB27}" destId="{B15FD15D-710D-A24E-A3EE-C3792146CE2C}" srcOrd="0" destOrd="0" presId="urn:microsoft.com/office/officeart/2005/8/layout/hierarchy2"/>
    <dgm:cxn modelId="{A73A71EE-FCEA-334B-A0C1-ECE2E8F05DD4}" type="presParOf" srcId="{B15FD15D-710D-A24E-A3EE-C3792146CE2C}" destId="{B11CD6DA-B040-5C4C-893D-259B51BBF826}" srcOrd="0" destOrd="0" presId="urn:microsoft.com/office/officeart/2005/8/layout/hierarchy2"/>
    <dgm:cxn modelId="{40BC903A-7834-8D45-99ED-347160764AB6}" type="presParOf" srcId="{DBABAB63-B86D-2746-84B8-2A8CB542BB27}" destId="{57A25422-960F-AE41-8B36-6D84A836227E}" srcOrd="1" destOrd="0" presId="urn:microsoft.com/office/officeart/2005/8/layout/hierarchy2"/>
    <dgm:cxn modelId="{E8C69E57-14F0-2E42-9EFB-491A3C042111}" type="presParOf" srcId="{57A25422-960F-AE41-8B36-6D84A836227E}" destId="{FFBD3894-2F1B-274A-B2E3-0A2C08D09656}" srcOrd="0" destOrd="0" presId="urn:microsoft.com/office/officeart/2005/8/layout/hierarchy2"/>
    <dgm:cxn modelId="{65A05520-EC26-2143-9CB4-2E3252E3BA98}" type="presParOf" srcId="{57A25422-960F-AE41-8B36-6D84A836227E}" destId="{E1604200-9E94-0F4D-B7FF-15DE09A69B12}" srcOrd="1" destOrd="0" presId="urn:microsoft.com/office/officeart/2005/8/layout/hierarchy2"/>
    <dgm:cxn modelId="{C00D5B74-9D42-8A4A-9974-7C157EBCB2AD}" type="presParOf" srcId="{CC443505-1E21-1545-B386-892AE20AB030}" destId="{F7B08B9E-8FA9-A645-A69A-1973ADCBEE26}" srcOrd="2" destOrd="0" presId="urn:microsoft.com/office/officeart/2005/8/layout/hierarchy2"/>
    <dgm:cxn modelId="{6E0EE5F4-6200-074B-AA1E-A0D1046CCD8C}" type="presParOf" srcId="{F7B08B9E-8FA9-A645-A69A-1973ADCBEE26}" destId="{C9FF8AA0-2BC2-944E-938E-510113F927A7}" srcOrd="0" destOrd="0" presId="urn:microsoft.com/office/officeart/2005/8/layout/hierarchy2"/>
    <dgm:cxn modelId="{D814A4A0-50C7-0240-B4AF-4C46B4787E21}" type="presParOf" srcId="{CC443505-1E21-1545-B386-892AE20AB030}" destId="{E0BCBF3C-CD34-044D-9AF7-36206AA7769C}" srcOrd="3" destOrd="0" presId="urn:microsoft.com/office/officeart/2005/8/layout/hierarchy2"/>
    <dgm:cxn modelId="{23B8CABF-5B18-1D4A-8EC3-20C0EB47A90C}" type="presParOf" srcId="{E0BCBF3C-CD34-044D-9AF7-36206AA7769C}" destId="{9F8C2470-69FB-AF4D-A348-D3A482822485}" srcOrd="0" destOrd="0" presId="urn:microsoft.com/office/officeart/2005/8/layout/hierarchy2"/>
    <dgm:cxn modelId="{04AFD1DD-5E2B-9341-83BA-8C34DEC01EAB}" type="presParOf" srcId="{E0BCBF3C-CD34-044D-9AF7-36206AA7769C}" destId="{109C19D4-4219-6B48-8D22-146F61775AE4}" srcOrd="1" destOrd="0" presId="urn:microsoft.com/office/officeart/2005/8/layout/hierarchy2"/>
    <dgm:cxn modelId="{3CC11D5F-738B-984F-AC67-5C1FDD0F383D}" type="presParOf" srcId="{109C19D4-4219-6B48-8D22-146F61775AE4}" destId="{20733A67-FFB7-B949-8DD7-6159009F35F1}" srcOrd="0" destOrd="0" presId="urn:microsoft.com/office/officeart/2005/8/layout/hierarchy2"/>
    <dgm:cxn modelId="{C563B4C6-7DA2-DD40-BC9D-3BAC701D88FB}" type="presParOf" srcId="{20733A67-FFB7-B949-8DD7-6159009F35F1}" destId="{C8605856-F760-6F48-BD86-89D07E5B4BA9}" srcOrd="0" destOrd="0" presId="urn:microsoft.com/office/officeart/2005/8/layout/hierarchy2"/>
    <dgm:cxn modelId="{C3C42637-F8CA-6149-936F-C2F4370B5460}" type="presParOf" srcId="{109C19D4-4219-6B48-8D22-146F61775AE4}" destId="{CCEDD8A7-B2C6-5740-98DC-97D67A33D574}" srcOrd="1" destOrd="0" presId="urn:microsoft.com/office/officeart/2005/8/layout/hierarchy2"/>
    <dgm:cxn modelId="{1FDB4E5F-534F-E34F-B7F1-2566DB2BE81D}" type="presParOf" srcId="{CCEDD8A7-B2C6-5740-98DC-97D67A33D574}" destId="{036D58F0-727F-F845-AAA0-DF35FC67A66D}" srcOrd="0" destOrd="0" presId="urn:microsoft.com/office/officeart/2005/8/layout/hierarchy2"/>
    <dgm:cxn modelId="{333A43F8-FA0A-F945-B62A-3FFE3C9576C8}" type="presParOf" srcId="{CCEDD8A7-B2C6-5740-98DC-97D67A33D574}" destId="{20E3A821-5129-1646-9C10-02637DCC69C3}" srcOrd="1" destOrd="0" presId="urn:microsoft.com/office/officeart/2005/8/layout/hierarchy2"/>
    <dgm:cxn modelId="{E5251BCB-DDB7-0644-81E9-9969235FDF74}" type="presParOf" srcId="{CC443505-1E21-1545-B386-892AE20AB030}" destId="{535C15CB-0D67-2143-957A-418D98B2A8D4}" srcOrd="4" destOrd="0" presId="urn:microsoft.com/office/officeart/2005/8/layout/hierarchy2"/>
    <dgm:cxn modelId="{3A64A62D-3B1F-5F4E-9B86-D58C99E8B61A}" type="presParOf" srcId="{535C15CB-0D67-2143-957A-418D98B2A8D4}" destId="{681087DF-A631-1F4D-91C7-374310158AF8}" srcOrd="0" destOrd="0" presId="urn:microsoft.com/office/officeart/2005/8/layout/hierarchy2"/>
    <dgm:cxn modelId="{95CC1773-74CA-3840-9A86-1F928C6E5E11}" type="presParOf" srcId="{CC443505-1E21-1545-B386-892AE20AB030}" destId="{9511CCE5-31E9-304F-8890-2CA27629145A}" srcOrd="5" destOrd="0" presId="urn:microsoft.com/office/officeart/2005/8/layout/hierarchy2"/>
    <dgm:cxn modelId="{02C405F3-EAFB-4843-8621-1FE64906B65D}" type="presParOf" srcId="{9511CCE5-31E9-304F-8890-2CA27629145A}" destId="{558207EF-E8B9-F446-AE94-F30D1C6DB20C}" srcOrd="0" destOrd="0" presId="urn:microsoft.com/office/officeart/2005/8/layout/hierarchy2"/>
    <dgm:cxn modelId="{37BCFD8E-7CA1-5A4A-BE96-C6D5DD39C726}" type="presParOf" srcId="{9511CCE5-31E9-304F-8890-2CA27629145A}" destId="{76556BB9-E97C-4447-8D03-7F5812DE684A}" srcOrd="1" destOrd="0" presId="urn:microsoft.com/office/officeart/2005/8/layout/hierarchy2"/>
    <dgm:cxn modelId="{89516EE0-A1E7-B94B-8896-4780D25F6643}" type="presParOf" srcId="{76556BB9-E97C-4447-8D03-7F5812DE684A}" destId="{CBF912EE-D54B-554B-82E3-A2D7D3049B06}" srcOrd="0" destOrd="0" presId="urn:microsoft.com/office/officeart/2005/8/layout/hierarchy2"/>
    <dgm:cxn modelId="{956E7CB9-B573-3A4F-B73B-228031AE2B4A}" type="presParOf" srcId="{CBF912EE-D54B-554B-82E3-A2D7D3049B06}" destId="{5EEA5AAB-1752-CD49-89FB-5B42F459E9B7}" srcOrd="0" destOrd="0" presId="urn:microsoft.com/office/officeart/2005/8/layout/hierarchy2"/>
    <dgm:cxn modelId="{5F08E633-6E36-D844-BB96-C6B38BBCEDE2}" type="presParOf" srcId="{76556BB9-E97C-4447-8D03-7F5812DE684A}" destId="{78CFAF06-E3A6-AA44-897B-FA46C1D89F25}" srcOrd="1" destOrd="0" presId="urn:microsoft.com/office/officeart/2005/8/layout/hierarchy2"/>
    <dgm:cxn modelId="{4CD502FD-FB50-0244-AF38-2A5C198BA478}" type="presParOf" srcId="{78CFAF06-E3A6-AA44-897B-FA46C1D89F25}" destId="{20D58054-BBB4-F148-82BE-DF412ABDC436}" srcOrd="0" destOrd="0" presId="urn:microsoft.com/office/officeart/2005/8/layout/hierarchy2"/>
    <dgm:cxn modelId="{5CC4B18C-97B6-8B41-A7AA-4935611562A9}" type="presParOf" srcId="{78CFAF06-E3A6-AA44-897B-FA46C1D89F25}" destId="{C74E6112-104F-0746-A117-D0BC38596CA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D538A2-0D54-49F3-8D91-1B6C2E44821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A4C79E-4D8B-40AA-BFCA-5C8BDAF8F980}">
      <dgm:prSet/>
      <dgm:spPr/>
      <dgm:t>
        <a:bodyPr/>
        <a:lstStyle/>
        <a:p>
          <a:r>
            <a:rPr lang="en-US" b="1" i="0"/>
            <a:t>Employees</a:t>
          </a:r>
          <a:r>
            <a:rPr lang="en-US" b="0" i="0"/>
            <a:t>:</a:t>
          </a:r>
          <a:endParaRPr lang="en-US"/>
        </a:p>
      </dgm:t>
    </dgm:pt>
    <dgm:pt modelId="{21507C0F-DB0E-4FC3-8135-563DFF59B218}" type="parTrans" cxnId="{3E5A355D-2C75-47E8-BA04-A9A574AF9D9F}">
      <dgm:prSet/>
      <dgm:spPr/>
      <dgm:t>
        <a:bodyPr/>
        <a:lstStyle/>
        <a:p>
          <a:endParaRPr lang="en-US"/>
        </a:p>
      </dgm:t>
    </dgm:pt>
    <dgm:pt modelId="{F25B8486-BF8A-49F6-AEA7-08AC4C4C509C}" type="sibTrans" cxnId="{3E5A355D-2C75-47E8-BA04-A9A574AF9D9F}">
      <dgm:prSet/>
      <dgm:spPr/>
      <dgm:t>
        <a:bodyPr/>
        <a:lstStyle/>
        <a:p>
          <a:endParaRPr lang="en-US"/>
        </a:p>
      </dgm:t>
    </dgm:pt>
    <dgm:pt modelId="{38A3A924-18C1-45BB-9259-C561000BD0CA}">
      <dgm:prSet/>
      <dgm:spPr/>
      <dgm:t>
        <a:bodyPr/>
        <a:lstStyle/>
        <a:p>
          <a:r>
            <a:rPr lang="en-US" b="1" i="0"/>
            <a:t>Vulnerabilities</a:t>
          </a:r>
          <a:r>
            <a:rPr lang="en-US" b="0" i="0"/>
            <a:t>: Phishing attacks, social engineering, insider threats, weak password practices.</a:t>
          </a:r>
          <a:endParaRPr lang="en-US"/>
        </a:p>
      </dgm:t>
    </dgm:pt>
    <dgm:pt modelId="{7C6BB1BE-F976-4FC4-AAED-1D61DDD2882E}" type="parTrans" cxnId="{F0D5FE57-5AB4-4918-89D2-DB0B8C3B3997}">
      <dgm:prSet/>
      <dgm:spPr/>
      <dgm:t>
        <a:bodyPr/>
        <a:lstStyle/>
        <a:p>
          <a:endParaRPr lang="en-US"/>
        </a:p>
      </dgm:t>
    </dgm:pt>
    <dgm:pt modelId="{41045329-25C2-4EC3-9168-FD537EC351EC}" type="sibTrans" cxnId="{F0D5FE57-5AB4-4918-89D2-DB0B8C3B3997}">
      <dgm:prSet/>
      <dgm:spPr/>
      <dgm:t>
        <a:bodyPr/>
        <a:lstStyle/>
        <a:p>
          <a:endParaRPr lang="en-US"/>
        </a:p>
      </dgm:t>
    </dgm:pt>
    <dgm:pt modelId="{6F848FFC-C3AA-4711-A4ED-5AD414363C89}">
      <dgm:prSet/>
      <dgm:spPr/>
      <dgm:t>
        <a:bodyPr/>
        <a:lstStyle/>
        <a:p>
          <a:r>
            <a:rPr lang="en-US" b="1" i="0"/>
            <a:t>Mitigation</a:t>
          </a:r>
          <a:r>
            <a:rPr lang="en-US" b="0" i="0"/>
            <a:t>:</a:t>
          </a:r>
          <a:endParaRPr lang="en-US"/>
        </a:p>
      </dgm:t>
    </dgm:pt>
    <dgm:pt modelId="{7F2D56F5-1FCD-4E04-88B4-F244F2CD7817}" type="parTrans" cxnId="{CDD5522B-49BB-4F34-82F1-78467B1206E0}">
      <dgm:prSet/>
      <dgm:spPr/>
      <dgm:t>
        <a:bodyPr/>
        <a:lstStyle/>
        <a:p>
          <a:endParaRPr lang="en-US"/>
        </a:p>
      </dgm:t>
    </dgm:pt>
    <dgm:pt modelId="{E29B7FBD-80C8-4A5C-9D20-089E3E8C7C78}" type="sibTrans" cxnId="{CDD5522B-49BB-4F34-82F1-78467B1206E0}">
      <dgm:prSet/>
      <dgm:spPr/>
      <dgm:t>
        <a:bodyPr/>
        <a:lstStyle/>
        <a:p>
          <a:endParaRPr lang="en-US"/>
        </a:p>
      </dgm:t>
    </dgm:pt>
    <dgm:pt modelId="{CECD7528-C477-4639-9BA8-6E92E99A7F5B}">
      <dgm:prSet/>
      <dgm:spPr/>
      <dgm:t>
        <a:bodyPr/>
        <a:lstStyle/>
        <a:p>
          <a:r>
            <a:rPr lang="en-US" b="0" i="0"/>
            <a:t>Regular cybersecurity awareness training.</a:t>
          </a:r>
          <a:endParaRPr lang="en-US"/>
        </a:p>
      </dgm:t>
    </dgm:pt>
    <dgm:pt modelId="{38CEDDEC-DCC0-4BE8-B5D7-CF94827EB87C}" type="parTrans" cxnId="{2EDA22D3-2DC0-4B21-8465-BDCD2ADBE72E}">
      <dgm:prSet/>
      <dgm:spPr/>
      <dgm:t>
        <a:bodyPr/>
        <a:lstStyle/>
        <a:p>
          <a:endParaRPr lang="en-US"/>
        </a:p>
      </dgm:t>
    </dgm:pt>
    <dgm:pt modelId="{B7EA985D-4CAE-4FEA-8457-2A2657A174F1}" type="sibTrans" cxnId="{2EDA22D3-2DC0-4B21-8465-BDCD2ADBE72E}">
      <dgm:prSet/>
      <dgm:spPr/>
      <dgm:t>
        <a:bodyPr/>
        <a:lstStyle/>
        <a:p>
          <a:endParaRPr lang="en-US"/>
        </a:p>
      </dgm:t>
    </dgm:pt>
    <dgm:pt modelId="{1F3A204D-ECEF-4812-B12A-EB37EAAD230D}">
      <dgm:prSet/>
      <dgm:spPr/>
      <dgm:t>
        <a:bodyPr/>
        <a:lstStyle/>
        <a:p>
          <a:r>
            <a:rPr lang="en-US" b="0" i="0"/>
            <a:t>Implementation of multi-factor authentication (MFA).</a:t>
          </a:r>
          <a:endParaRPr lang="en-US"/>
        </a:p>
      </dgm:t>
    </dgm:pt>
    <dgm:pt modelId="{D8A4973D-F410-45E7-ACEE-9D4D640DC949}" type="parTrans" cxnId="{8A2F609D-EA9E-47D2-96B5-7BBE88C18425}">
      <dgm:prSet/>
      <dgm:spPr/>
      <dgm:t>
        <a:bodyPr/>
        <a:lstStyle/>
        <a:p>
          <a:endParaRPr lang="en-US"/>
        </a:p>
      </dgm:t>
    </dgm:pt>
    <dgm:pt modelId="{86E07B35-F569-4C19-ADEA-AD715E056E54}" type="sibTrans" cxnId="{8A2F609D-EA9E-47D2-96B5-7BBE88C18425}">
      <dgm:prSet/>
      <dgm:spPr/>
      <dgm:t>
        <a:bodyPr/>
        <a:lstStyle/>
        <a:p>
          <a:endParaRPr lang="en-US"/>
        </a:p>
      </dgm:t>
    </dgm:pt>
    <dgm:pt modelId="{B26BF2AC-50F8-4D66-9C90-2F45BD06A421}">
      <dgm:prSet/>
      <dgm:spPr/>
      <dgm:t>
        <a:bodyPr/>
        <a:lstStyle/>
        <a:p>
          <a:r>
            <a:rPr lang="en-US" b="0" i="0"/>
            <a:t>Strong password policies and access controls.</a:t>
          </a:r>
          <a:endParaRPr lang="en-US"/>
        </a:p>
      </dgm:t>
    </dgm:pt>
    <dgm:pt modelId="{744469CD-C121-432D-903F-4F5C4A769E9A}" type="parTrans" cxnId="{05AC9D8D-C598-4CE8-9320-E77C059981E4}">
      <dgm:prSet/>
      <dgm:spPr/>
      <dgm:t>
        <a:bodyPr/>
        <a:lstStyle/>
        <a:p>
          <a:endParaRPr lang="en-US"/>
        </a:p>
      </dgm:t>
    </dgm:pt>
    <dgm:pt modelId="{89DFF542-C380-4FB7-A282-AA60FD3254D9}" type="sibTrans" cxnId="{05AC9D8D-C598-4CE8-9320-E77C059981E4}">
      <dgm:prSet/>
      <dgm:spPr/>
      <dgm:t>
        <a:bodyPr/>
        <a:lstStyle/>
        <a:p>
          <a:endParaRPr lang="en-US"/>
        </a:p>
      </dgm:t>
    </dgm:pt>
    <dgm:pt modelId="{61F366B5-6526-427A-A569-C59486BE6110}">
      <dgm:prSet/>
      <dgm:spPr/>
      <dgm:t>
        <a:bodyPr/>
        <a:lstStyle/>
        <a:p>
          <a:r>
            <a:rPr lang="en-US" b="1" i="0"/>
            <a:t>Products (Beverages &amp; Snacks)</a:t>
          </a:r>
          <a:r>
            <a:rPr lang="en-US" b="0" i="0"/>
            <a:t>:</a:t>
          </a:r>
          <a:endParaRPr lang="en-US"/>
        </a:p>
      </dgm:t>
    </dgm:pt>
    <dgm:pt modelId="{8E4196AE-4F7B-48FD-B045-A390BB3B7AB6}" type="parTrans" cxnId="{C397CDF3-7156-4F2E-B678-7FD37BBD24A4}">
      <dgm:prSet/>
      <dgm:spPr/>
      <dgm:t>
        <a:bodyPr/>
        <a:lstStyle/>
        <a:p>
          <a:endParaRPr lang="en-US"/>
        </a:p>
      </dgm:t>
    </dgm:pt>
    <dgm:pt modelId="{BB3E824C-8207-4BD1-9222-49F788F1D5EE}" type="sibTrans" cxnId="{C397CDF3-7156-4F2E-B678-7FD37BBD24A4}">
      <dgm:prSet/>
      <dgm:spPr/>
      <dgm:t>
        <a:bodyPr/>
        <a:lstStyle/>
        <a:p>
          <a:endParaRPr lang="en-US"/>
        </a:p>
      </dgm:t>
    </dgm:pt>
    <dgm:pt modelId="{B2C93152-8902-4FD3-BB2A-45F065957113}">
      <dgm:prSet/>
      <dgm:spPr/>
      <dgm:t>
        <a:bodyPr/>
        <a:lstStyle/>
        <a:p>
          <a:r>
            <a:rPr lang="en-US" b="1" i="0"/>
            <a:t>Vulnerabilities</a:t>
          </a:r>
          <a:r>
            <a:rPr lang="en-US" b="0" i="0"/>
            <a:t>: Product tampering, counterfeiting, supply chain attacks.</a:t>
          </a:r>
          <a:endParaRPr lang="en-US"/>
        </a:p>
      </dgm:t>
    </dgm:pt>
    <dgm:pt modelId="{D5E1B8AE-7174-425F-97A6-D5C19E774198}" type="parTrans" cxnId="{D9160B7E-52F7-41EF-9A94-4973408E08CD}">
      <dgm:prSet/>
      <dgm:spPr/>
      <dgm:t>
        <a:bodyPr/>
        <a:lstStyle/>
        <a:p>
          <a:endParaRPr lang="en-US"/>
        </a:p>
      </dgm:t>
    </dgm:pt>
    <dgm:pt modelId="{89D8A5D6-96AF-4F49-811B-BF8FD2CB8A10}" type="sibTrans" cxnId="{D9160B7E-52F7-41EF-9A94-4973408E08CD}">
      <dgm:prSet/>
      <dgm:spPr/>
      <dgm:t>
        <a:bodyPr/>
        <a:lstStyle/>
        <a:p>
          <a:endParaRPr lang="en-US"/>
        </a:p>
      </dgm:t>
    </dgm:pt>
    <dgm:pt modelId="{EABF68BE-EA50-4EAB-8214-222F15F77289}">
      <dgm:prSet/>
      <dgm:spPr/>
      <dgm:t>
        <a:bodyPr/>
        <a:lstStyle/>
        <a:p>
          <a:r>
            <a:rPr lang="en-US" b="1" i="0"/>
            <a:t>Mitigation</a:t>
          </a:r>
          <a:r>
            <a:rPr lang="en-US" b="0" i="0"/>
            <a:t>:</a:t>
          </a:r>
          <a:endParaRPr lang="en-US"/>
        </a:p>
      </dgm:t>
    </dgm:pt>
    <dgm:pt modelId="{760CF887-1CB4-47FB-B8EC-AB69D131B197}" type="parTrans" cxnId="{FFF17E4A-D96D-4AA8-AB49-CEEF1BD1883E}">
      <dgm:prSet/>
      <dgm:spPr/>
      <dgm:t>
        <a:bodyPr/>
        <a:lstStyle/>
        <a:p>
          <a:endParaRPr lang="en-US"/>
        </a:p>
      </dgm:t>
    </dgm:pt>
    <dgm:pt modelId="{3424067C-94C9-4A68-93CB-8B6C1F6A5C92}" type="sibTrans" cxnId="{FFF17E4A-D96D-4AA8-AB49-CEEF1BD1883E}">
      <dgm:prSet/>
      <dgm:spPr/>
      <dgm:t>
        <a:bodyPr/>
        <a:lstStyle/>
        <a:p>
          <a:endParaRPr lang="en-US"/>
        </a:p>
      </dgm:t>
    </dgm:pt>
    <dgm:pt modelId="{B5A9F2A9-F0E5-4B79-B510-1CA8A41CEACB}">
      <dgm:prSet/>
      <dgm:spPr/>
      <dgm:t>
        <a:bodyPr/>
        <a:lstStyle/>
        <a:p>
          <a:r>
            <a:rPr lang="en-US" b="0" i="0"/>
            <a:t>Rigorous supply chain management practices.</a:t>
          </a:r>
          <a:endParaRPr lang="en-US"/>
        </a:p>
      </dgm:t>
    </dgm:pt>
    <dgm:pt modelId="{7DCCB6C2-7ACD-44A0-95FE-F20E6E4615B7}" type="parTrans" cxnId="{7316941C-5F4E-48DB-969B-EADB1E00BBE5}">
      <dgm:prSet/>
      <dgm:spPr/>
      <dgm:t>
        <a:bodyPr/>
        <a:lstStyle/>
        <a:p>
          <a:endParaRPr lang="en-US"/>
        </a:p>
      </dgm:t>
    </dgm:pt>
    <dgm:pt modelId="{FC3ED097-D92A-43D7-8E49-C41DADCC255C}" type="sibTrans" cxnId="{7316941C-5F4E-48DB-969B-EADB1E00BBE5}">
      <dgm:prSet/>
      <dgm:spPr/>
      <dgm:t>
        <a:bodyPr/>
        <a:lstStyle/>
        <a:p>
          <a:endParaRPr lang="en-US"/>
        </a:p>
      </dgm:t>
    </dgm:pt>
    <dgm:pt modelId="{6606558C-F553-4B9C-ACE3-651DB143989A}">
      <dgm:prSet/>
      <dgm:spPr/>
      <dgm:t>
        <a:bodyPr/>
        <a:lstStyle/>
        <a:p>
          <a:r>
            <a:rPr lang="en-US" b="0" i="0"/>
            <a:t>Tamper-evident packaging and tracking mechanisms.</a:t>
          </a:r>
          <a:endParaRPr lang="en-US"/>
        </a:p>
      </dgm:t>
    </dgm:pt>
    <dgm:pt modelId="{130EB614-2F6E-4474-8E6C-FF8F01E63A28}" type="parTrans" cxnId="{9E516280-861A-4C07-B264-2DBFFB50AACC}">
      <dgm:prSet/>
      <dgm:spPr/>
      <dgm:t>
        <a:bodyPr/>
        <a:lstStyle/>
        <a:p>
          <a:endParaRPr lang="en-US"/>
        </a:p>
      </dgm:t>
    </dgm:pt>
    <dgm:pt modelId="{88D4CA9A-1CD4-433F-AABD-60D121E035C4}" type="sibTrans" cxnId="{9E516280-861A-4C07-B264-2DBFFB50AACC}">
      <dgm:prSet/>
      <dgm:spPr/>
      <dgm:t>
        <a:bodyPr/>
        <a:lstStyle/>
        <a:p>
          <a:endParaRPr lang="en-US"/>
        </a:p>
      </dgm:t>
    </dgm:pt>
    <dgm:pt modelId="{66528E53-03BC-45D4-BFBF-29B7F4272AD5}">
      <dgm:prSet/>
      <dgm:spPr/>
      <dgm:t>
        <a:bodyPr/>
        <a:lstStyle/>
        <a:p>
          <a:r>
            <a:rPr lang="en-US" b="0" i="0"/>
            <a:t>Audits and inspections along the supply chain.</a:t>
          </a:r>
          <a:endParaRPr lang="en-US"/>
        </a:p>
      </dgm:t>
    </dgm:pt>
    <dgm:pt modelId="{ABCC0E98-FD5A-421B-9C28-E89E652129E1}" type="parTrans" cxnId="{48F95DC8-DBAA-491A-A730-BFC05217B641}">
      <dgm:prSet/>
      <dgm:spPr/>
      <dgm:t>
        <a:bodyPr/>
        <a:lstStyle/>
        <a:p>
          <a:endParaRPr lang="en-US"/>
        </a:p>
      </dgm:t>
    </dgm:pt>
    <dgm:pt modelId="{53634286-5D9E-4E45-9D3D-FB007036AE66}" type="sibTrans" cxnId="{48F95DC8-DBAA-491A-A730-BFC05217B641}">
      <dgm:prSet/>
      <dgm:spPr/>
      <dgm:t>
        <a:bodyPr/>
        <a:lstStyle/>
        <a:p>
          <a:endParaRPr lang="en-US"/>
        </a:p>
      </dgm:t>
    </dgm:pt>
    <dgm:pt modelId="{AD61F905-431A-4847-AFBF-6B4B44BA23A1}">
      <dgm:prSet/>
      <dgm:spPr/>
      <dgm:t>
        <a:bodyPr/>
        <a:lstStyle/>
        <a:p>
          <a:r>
            <a:rPr lang="en-US" b="1" i="0"/>
            <a:t>Supply Chain Information</a:t>
          </a:r>
          <a:r>
            <a:rPr lang="en-US" b="0" i="0"/>
            <a:t>:</a:t>
          </a:r>
          <a:endParaRPr lang="en-US"/>
        </a:p>
      </dgm:t>
    </dgm:pt>
    <dgm:pt modelId="{81A9E30A-E934-4580-943F-C88CE1DBC1ED}" type="parTrans" cxnId="{3B7D3ADD-B70C-495B-ABD6-195708CB278F}">
      <dgm:prSet/>
      <dgm:spPr/>
      <dgm:t>
        <a:bodyPr/>
        <a:lstStyle/>
        <a:p>
          <a:endParaRPr lang="en-US"/>
        </a:p>
      </dgm:t>
    </dgm:pt>
    <dgm:pt modelId="{AEB4BA89-B6C1-419C-869B-BE71489865DC}" type="sibTrans" cxnId="{3B7D3ADD-B70C-495B-ABD6-195708CB278F}">
      <dgm:prSet/>
      <dgm:spPr/>
      <dgm:t>
        <a:bodyPr/>
        <a:lstStyle/>
        <a:p>
          <a:endParaRPr lang="en-US"/>
        </a:p>
      </dgm:t>
    </dgm:pt>
    <dgm:pt modelId="{7B3F9D03-E224-4AD4-9330-398F92DFC1D1}">
      <dgm:prSet/>
      <dgm:spPr/>
      <dgm:t>
        <a:bodyPr/>
        <a:lstStyle/>
        <a:p>
          <a:r>
            <a:rPr lang="en-US" b="1" i="0"/>
            <a:t>Vulnerabilities</a:t>
          </a:r>
          <a:r>
            <a:rPr lang="en-US" b="0" i="0"/>
            <a:t>: Third-party breaches, data leaks, supply chain disruptions.</a:t>
          </a:r>
          <a:endParaRPr lang="en-US"/>
        </a:p>
      </dgm:t>
    </dgm:pt>
    <dgm:pt modelId="{A060CD44-1E60-4116-A839-9F6EA09FECFA}" type="parTrans" cxnId="{48D68AC1-BAC4-4D58-9E45-98FA53A9BD96}">
      <dgm:prSet/>
      <dgm:spPr/>
      <dgm:t>
        <a:bodyPr/>
        <a:lstStyle/>
        <a:p>
          <a:endParaRPr lang="en-US"/>
        </a:p>
      </dgm:t>
    </dgm:pt>
    <dgm:pt modelId="{8CF1C055-963F-458A-9139-FD4F83E9CDE2}" type="sibTrans" cxnId="{48D68AC1-BAC4-4D58-9E45-98FA53A9BD96}">
      <dgm:prSet/>
      <dgm:spPr/>
      <dgm:t>
        <a:bodyPr/>
        <a:lstStyle/>
        <a:p>
          <a:endParaRPr lang="en-US"/>
        </a:p>
      </dgm:t>
    </dgm:pt>
    <dgm:pt modelId="{3A108F84-6B0F-4651-9E90-4F6E5962C917}">
      <dgm:prSet/>
      <dgm:spPr/>
      <dgm:t>
        <a:bodyPr/>
        <a:lstStyle/>
        <a:p>
          <a:r>
            <a:rPr lang="en-US" b="1" i="0"/>
            <a:t>Mitigation</a:t>
          </a:r>
          <a:r>
            <a:rPr lang="en-US" b="0" i="0"/>
            <a:t>:</a:t>
          </a:r>
          <a:endParaRPr lang="en-US"/>
        </a:p>
      </dgm:t>
    </dgm:pt>
    <dgm:pt modelId="{D99C84B8-F956-4D30-B2C8-66838E734A93}" type="parTrans" cxnId="{4C2DCC03-3D9F-47DC-AB2C-EDD790F00DBF}">
      <dgm:prSet/>
      <dgm:spPr/>
      <dgm:t>
        <a:bodyPr/>
        <a:lstStyle/>
        <a:p>
          <a:endParaRPr lang="en-US"/>
        </a:p>
      </dgm:t>
    </dgm:pt>
    <dgm:pt modelId="{5604A090-5D90-49DA-9C0A-013F113DAFFE}" type="sibTrans" cxnId="{4C2DCC03-3D9F-47DC-AB2C-EDD790F00DBF}">
      <dgm:prSet/>
      <dgm:spPr/>
      <dgm:t>
        <a:bodyPr/>
        <a:lstStyle/>
        <a:p>
          <a:endParaRPr lang="en-US"/>
        </a:p>
      </dgm:t>
    </dgm:pt>
    <dgm:pt modelId="{31E0FBFA-CF90-4987-A4F6-75D1013E6337}">
      <dgm:prSet/>
      <dgm:spPr/>
      <dgm:t>
        <a:bodyPr/>
        <a:lstStyle/>
        <a:p>
          <a:r>
            <a:rPr lang="en-US" b="0" i="0"/>
            <a:t>Thorough risk assessments of supply chain partners.</a:t>
          </a:r>
          <a:endParaRPr lang="en-US"/>
        </a:p>
      </dgm:t>
    </dgm:pt>
    <dgm:pt modelId="{1F6A8EA6-2E3C-43C3-97C5-A81414AF98F9}" type="parTrans" cxnId="{BA4498FD-AE8E-4550-9962-01BE80FFC390}">
      <dgm:prSet/>
      <dgm:spPr/>
      <dgm:t>
        <a:bodyPr/>
        <a:lstStyle/>
        <a:p>
          <a:endParaRPr lang="en-US"/>
        </a:p>
      </dgm:t>
    </dgm:pt>
    <dgm:pt modelId="{1D865F43-B95F-417B-9C1A-FB3D2193332B}" type="sibTrans" cxnId="{BA4498FD-AE8E-4550-9962-01BE80FFC390}">
      <dgm:prSet/>
      <dgm:spPr/>
      <dgm:t>
        <a:bodyPr/>
        <a:lstStyle/>
        <a:p>
          <a:endParaRPr lang="en-US"/>
        </a:p>
      </dgm:t>
    </dgm:pt>
    <dgm:pt modelId="{60DD1F74-2339-49D3-9C18-818D4CD1E9F0}">
      <dgm:prSet/>
      <dgm:spPr/>
      <dgm:t>
        <a:bodyPr/>
        <a:lstStyle/>
        <a:p>
          <a:r>
            <a:rPr lang="en-US" b="0" i="0"/>
            <a:t>Encryption and access controls for sensitive data.</a:t>
          </a:r>
          <a:endParaRPr lang="en-US"/>
        </a:p>
      </dgm:t>
    </dgm:pt>
    <dgm:pt modelId="{CCF03402-4E89-4B06-B10F-F1EEF0881600}" type="parTrans" cxnId="{30209728-2744-445D-A5A7-FA6424EA4FEB}">
      <dgm:prSet/>
      <dgm:spPr/>
      <dgm:t>
        <a:bodyPr/>
        <a:lstStyle/>
        <a:p>
          <a:endParaRPr lang="en-US"/>
        </a:p>
      </dgm:t>
    </dgm:pt>
    <dgm:pt modelId="{D454D558-691D-4AF9-93C6-009A5D9E20B1}" type="sibTrans" cxnId="{30209728-2744-445D-A5A7-FA6424EA4FEB}">
      <dgm:prSet/>
      <dgm:spPr/>
      <dgm:t>
        <a:bodyPr/>
        <a:lstStyle/>
        <a:p>
          <a:endParaRPr lang="en-US"/>
        </a:p>
      </dgm:t>
    </dgm:pt>
    <dgm:pt modelId="{4F3C8FFA-AE1B-48FB-AE79-C7396BAB96CC}">
      <dgm:prSet/>
      <dgm:spPr/>
      <dgm:t>
        <a:bodyPr/>
        <a:lstStyle/>
        <a:p>
          <a:r>
            <a:rPr lang="en-US" b="0" i="0"/>
            <a:t>Incident response plans for disruptions and breaches.</a:t>
          </a:r>
          <a:endParaRPr lang="en-US"/>
        </a:p>
      </dgm:t>
    </dgm:pt>
    <dgm:pt modelId="{4367B13D-B4E6-4171-A426-EF767A999595}" type="parTrans" cxnId="{17BE8AD3-281D-4CF5-A48C-AF9132E27FA8}">
      <dgm:prSet/>
      <dgm:spPr/>
      <dgm:t>
        <a:bodyPr/>
        <a:lstStyle/>
        <a:p>
          <a:endParaRPr lang="en-US"/>
        </a:p>
      </dgm:t>
    </dgm:pt>
    <dgm:pt modelId="{D11B98CA-E76D-42CB-816C-C7BCFB8E8C01}" type="sibTrans" cxnId="{17BE8AD3-281D-4CF5-A48C-AF9132E27FA8}">
      <dgm:prSet/>
      <dgm:spPr/>
      <dgm:t>
        <a:bodyPr/>
        <a:lstStyle/>
        <a:p>
          <a:endParaRPr lang="en-US"/>
        </a:p>
      </dgm:t>
    </dgm:pt>
    <dgm:pt modelId="{FA8582D4-9B85-400C-8EE9-D848A99464EC}">
      <dgm:prSet/>
      <dgm:spPr/>
      <dgm:t>
        <a:bodyPr/>
        <a:lstStyle/>
        <a:p>
          <a:r>
            <a:rPr lang="en-US" b="1" i="0"/>
            <a:t>Customer Data</a:t>
          </a:r>
          <a:r>
            <a:rPr lang="en-US" b="0" i="0"/>
            <a:t>:</a:t>
          </a:r>
          <a:endParaRPr lang="en-US"/>
        </a:p>
      </dgm:t>
    </dgm:pt>
    <dgm:pt modelId="{E3646C92-6542-4042-A271-E92A11CFADB5}" type="parTrans" cxnId="{A68E52B5-65F5-4BB0-B212-67BA5A757F8B}">
      <dgm:prSet/>
      <dgm:spPr/>
      <dgm:t>
        <a:bodyPr/>
        <a:lstStyle/>
        <a:p>
          <a:endParaRPr lang="en-US"/>
        </a:p>
      </dgm:t>
    </dgm:pt>
    <dgm:pt modelId="{D2918795-427F-4DED-9447-004DB19A6D19}" type="sibTrans" cxnId="{A68E52B5-65F5-4BB0-B212-67BA5A757F8B}">
      <dgm:prSet/>
      <dgm:spPr/>
      <dgm:t>
        <a:bodyPr/>
        <a:lstStyle/>
        <a:p>
          <a:endParaRPr lang="en-US"/>
        </a:p>
      </dgm:t>
    </dgm:pt>
    <dgm:pt modelId="{C5B2D290-179F-4118-BD9D-3752B119400E}">
      <dgm:prSet/>
      <dgm:spPr/>
      <dgm:t>
        <a:bodyPr/>
        <a:lstStyle/>
        <a:p>
          <a:r>
            <a:rPr lang="en-US" b="1" i="0"/>
            <a:t>Vulnerabilities</a:t>
          </a:r>
          <a:r>
            <a:rPr lang="en-US" b="0" i="0"/>
            <a:t>: Data breaches, unauthorized access, data loss.</a:t>
          </a:r>
          <a:endParaRPr lang="en-US"/>
        </a:p>
      </dgm:t>
    </dgm:pt>
    <dgm:pt modelId="{3010AFAD-272B-4606-A25F-246C70F40B41}" type="parTrans" cxnId="{4E3FF98A-C079-4E0A-B402-BA2DDE609D06}">
      <dgm:prSet/>
      <dgm:spPr/>
      <dgm:t>
        <a:bodyPr/>
        <a:lstStyle/>
        <a:p>
          <a:endParaRPr lang="en-US"/>
        </a:p>
      </dgm:t>
    </dgm:pt>
    <dgm:pt modelId="{58074ACC-F821-471C-AFB3-A7CA55F2D584}" type="sibTrans" cxnId="{4E3FF98A-C079-4E0A-B402-BA2DDE609D06}">
      <dgm:prSet/>
      <dgm:spPr/>
      <dgm:t>
        <a:bodyPr/>
        <a:lstStyle/>
        <a:p>
          <a:endParaRPr lang="en-US"/>
        </a:p>
      </dgm:t>
    </dgm:pt>
    <dgm:pt modelId="{80D2B8D8-977D-450D-B2F3-BBFF262ACA12}">
      <dgm:prSet/>
      <dgm:spPr/>
      <dgm:t>
        <a:bodyPr/>
        <a:lstStyle/>
        <a:p>
          <a:r>
            <a:rPr lang="en-US" b="1" i="0"/>
            <a:t>Mitigation</a:t>
          </a:r>
          <a:r>
            <a:rPr lang="en-US" b="0" i="0"/>
            <a:t>:</a:t>
          </a:r>
          <a:endParaRPr lang="en-US"/>
        </a:p>
      </dgm:t>
    </dgm:pt>
    <dgm:pt modelId="{A7061AB0-9266-4A89-A114-218A0812984E}" type="parTrans" cxnId="{858AF6CA-C700-4BE9-BDA0-D15431A87DC7}">
      <dgm:prSet/>
      <dgm:spPr/>
      <dgm:t>
        <a:bodyPr/>
        <a:lstStyle/>
        <a:p>
          <a:endParaRPr lang="en-US"/>
        </a:p>
      </dgm:t>
    </dgm:pt>
    <dgm:pt modelId="{CCA79969-88E8-433A-8ED6-289B1CEC2475}" type="sibTrans" cxnId="{858AF6CA-C700-4BE9-BDA0-D15431A87DC7}">
      <dgm:prSet/>
      <dgm:spPr/>
      <dgm:t>
        <a:bodyPr/>
        <a:lstStyle/>
        <a:p>
          <a:endParaRPr lang="en-US"/>
        </a:p>
      </dgm:t>
    </dgm:pt>
    <dgm:pt modelId="{9AE2217D-C6BC-4845-8FF1-B45886D9094C}">
      <dgm:prSet/>
      <dgm:spPr/>
      <dgm:t>
        <a:bodyPr/>
        <a:lstStyle/>
        <a:p>
          <a:r>
            <a:rPr lang="en-US" b="0" i="0"/>
            <a:t>Encryption of customer data and access controls.</a:t>
          </a:r>
          <a:endParaRPr lang="en-US"/>
        </a:p>
      </dgm:t>
    </dgm:pt>
    <dgm:pt modelId="{E989AC0E-843C-46C4-9727-D84FAED5DCC5}" type="parTrans" cxnId="{88CAF91F-6E27-400B-A2F6-633C575FF64A}">
      <dgm:prSet/>
      <dgm:spPr/>
      <dgm:t>
        <a:bodyPr/>
        <a:lstStyle/>
        <a:p>
          <a:endParaRPr lang="en-US"/>
        </a:p>
      </dgm:t>
    </dgm:pt>
    <dgm:pt modelId="{2720515C-6051-43E8-A117-108BE6703F36}" type="sibTrans" cxnId="{88CAF91F-6E27-400B-A2F6-633C575FF64A}">
      <dgm:prSet/>
      <dgm:spPr/>
      <dgm:t>
        <a:bodyPr/>
        <a:lstStyle/>
        <a:p>
          <a:endParaRPr lang="en-US"/>
        </a:p>
      </dgm:t>
    </dgm:pt>
    <dgm:pt modelId="{512DCD7D-BF6D-4907-A0F0-374ADAF7BF05}">
      <dgm:prSet/>
      <dgm:spPr/>
      <dgm:t>
        <a:bodyPr/>
        <a:lstStyle/>
        <a:p>
          <a:r>
            <a:rPr lang="en-US" b="0" i="0"/>
            <a:t>Monitoring and auditing of access to customer databases.</a:t>
          </a:r>
          <a:endParaRPr lang="en-US"/>
        </a:p>
      </dgm:t>
    </dgm:pt>
    <dgm:pt modelId="{CE8305D2-DCA6-4772-858B-3E438B3C21A0}" type="parTrans" cxnId="{2D7433DB-3CA8-4F24-A503-FBCE1E8FAC5F}">
      <dgm:prSet/>
      <dgm:spPr/>
      <dgm:t>
        <a:bodyPr/>
        <a:lstStyle/>
        <a:p>
          <a:endParaRPr lang="en-US"/>
        </a:p>
      </dgm:t>
    </dgm:pt>
    <dgm:pt modelId="{AF2BFE71-986F-4FBC-83A7-B7169A2F9DC2}" type="sibTrans" cxnId="{2D7433DB-3CA8-4F24-A503-FBCE1E8FAC5F}">
      <dgm:prSet/>
      <dgm:spPr/>
      <dgm:t>
        <a:bodyPr/>
        <a:lstStyle/>
        <a:p>
          <a:endParaRPr lang="en-US"/>
        </a:p>
      </dgm:t>
    </dgm:pt>
    <dgm:pt modelId="{1ED99410-35BE-4228-A313-13A91707169C}">
      <dgm:prSet/>
      <dgm:spPr/>
      <dgm:t>
        <a:bodyPr/>
        <a:lstStyle/>
        <a:p>
          <a:r>
            <a:rPr lang="en-US" b="0" i="0"/>
            <a:t>Compliance with data protection regulations.</a:t>
          </a:r>
          <a:endParaRPr lang="en-US"/>
        </a:p>
      </dgm:t>
    </dgm:pt>
    <dgm:pt modelId="{33CAAFD8-CF01-4F3C-A758-1144A7202528}" type="parTrans" cxnId="{078D7166-5053-47AC-949D-0150DF1BB2DA}">
      <dgm:prSet/>
      <dgm:spPr/>
      <dgm:t>
        <a:bodyPr/>
        <a:lstStyle/>
        <a:p>
          <a:endParaRPr lang="en-US"/>
        </a:p>
      </dgm:t>
    </dgm:pt>
    <dgm:pt modelId="{F259F77A-C52C-4870-B87B-54AF5212A257}" type="sibTrans" cxnId="{078D7166-5053-47AC-949D-0150DF1BB2DA}">
      <dgm:prSet/>
      <dgm:spPr/>
      <dgm:t>
        <a:bodyPr/>
        <a:lstStyle/>
        <a:p>
          <a:endParaRPr lang="en-US"/>
        </a:p>
      </dgm:t>
    </dgm:pt>
    <dgm:pt modelId="{91BC87FF-91CE-48B1-971E-4C7D099169FC}">
      <dgm:prSet/>
      <dgm:spPr/>
      <dgm:t>
        <a:bodyPr/>
        <a:lstStyle/>
        <a:p>
          <a:r>
            <a:rPr lang="en-US" b="1" i="0"/>
            <a:t>Recipes &amp; Marketing Strategies</a:t>
          </a:r>
          <a:r>
            <a:rPr lang="en-US" b="0" i="0"/>
            <a:t>:</a:t>
          </a:r>
          <a:endParaRPr lang="en-US"/>
        </a:p>
      </dgm:t>
    </dgm:pt>
    <dgm:pt modelId="{F846086E-BC96-4D13-88C4-105A4E6A2EAA}" type="parTrans" cxnId="{78C7E7F1-8A89-4366-A5C3-3EF7AAF38FBA}">
      <dgm:prSet/>
      <dgm:spPr/>
      <dgm:t>
        <a:bodyPr/>
        <a:lstStyle/>
        <a:p>
          <a:endParaRPr lang="en-US"/>
        </a:p>
      </dgm:t>
    </dgm:pt>
    <dgm:pt modelId="{6790788B-5E31-4A01-AC55-1D4731F05AB5}" type="sibTrans" cxnId="{78C7E7F1-8A89-4366-A5C3-3EF7AAF38FBA}">
      <dgm:prSet/>
      <dgm:spPr/>
      <dgm:t>
        <a:bodyPr/>
        <a:lstStyle/>
        <a:p>
          <a:endParaRPr lang="en-US"/>
        </a:p>
      </dgm:t>
    </dgm:pt>
    <dgm:pt modelId="{42370F03-085C-462D-9605-C730945E5C86}">
      <dgm:prSet/>
      <dgm:spPr/>
      <dgm:t>
        <a:bodyPr/>
        <a:lstStyle/>
        <a:p>
          <a:r>
            <a:rPr lang="en-US" b="1" i="0"/>
            <a:t>Vulnerabilities</a:t>
          </a:r>
          <a:r>
            <a:rPr lang="en-US" b="0" i="0"/>
            <a:t>: Intellectual property theft, unauthorized access.</a:t>
          </a:r>
          <a:endParaRPr lang="en-US"/>
        </a:p>
      </dgm:t>
    </dgm:pt>
    <dgm:pt modelId="{5FFC755C-9A51-4240-BF3E-C452D11EFCFE}" type="parTrans" cxnId="{3FFD526F-69EC-478E-AD5C-78D11C4AA941}">
      <dgm:prSet/>
      <dgm:spPr/>
      <dgm:t>
        <a:bodyPr/>
        <a:lstStyle/>
        <a:p>
          <a:endParaRPr lang="en-US"/>
        </a:p>
      </dgm:t>
    </dgm:pt>
    <dgm:pt modelId="{5923FB15-6DDE-486E-99A0-D3DF336C18C6}" type="sibTrans" cxnId="{3FFD526F-69EC-478E-AD5C-78D11C4AA941}">
      <dgm:prSet/>
      <dgm:spPr/>
      <dgm:t>
        <a:bodyPr/>
        <a:lstStyle/>
        <a:p>
          <a:endParaRPr lang="en-US"/>
        </a:p>
      </dgm:t>
    </dgm:pt>
    <dgm:pt modelId="{81115478-004E-485E-A134-904F8B7D291E}">
      <dgm:prSet/>
      <dgm:spPr/>
      <dgm:t>
        <a:bodyPr/>
        <a:lstStyle/>
        <a:p>
          <a:r>
            <a:rPr lang="en-US" b="1" i="0"/>
            <a:t>Mitigation</a:t>
          </a:r>
          <a:r>
            <a:rPr lang="en-US" b="0" i="0"/>
            <a:t>:</a:t>
          </a:r>
          <a:endParaRPr lang="en-US"/>
        </a:p>
      </dgm:t>
    </dgm:pt>
    <dgm:pt modelId="{BC89D04E-B384-41A2-8BD3-C2B1E3A5177A}" type="parTrans" cxnId="{964A2F39-8F8E-40FD-9D55-C277CB1DC204}">
      <dgm:prSet/>
      <dgm:spPr/>
      <dgm:t>
        <a:bodyPr/>
        <a:lstStyle/>
        <a:p>
          <a:endParaRPr lang="en-US"/>
        </a:p>
      </dgm:t>
    </dgm:pt>
    <dgm:pt modelId="{740BB888-4690-4757-8B2D-F3C6DFBE39C1}" type="sibTrans" cxnId="{964A2F39-8F8E-40FD-9D55-C277CB1DC204}">
      <dgm:prSet/>
      <dgm:spPr/>
      <dgm:t>
        <a:bodyPr/>
        <a:lstStyle/>
        <a:p>
          <a:endParaRPr lang="en-US"/>
        </a:p>
      </dgm:t>
    </dgm:pt>
    <dgm:pt modelId="{C28D73BA-88D1-4800-8CB8-DF7C18E87613}">
      <dgm:prSet/>
      <dgm:spPr/>
      <dgm:t>
        <a:bodyPr/>
        <a:lstStyle/>
        <a:p>
          <a:r>
            <a:rPr lang="en-US" b="0" i="0"/>
            <a:t>Secure storage and encryption of sensitive information.</a:t>
          </a:r>
          <a:endParaRPr lang="en-US"/>
        </a:p>
      </dgm:t>
    </dgm:pt>
    <dgm:pt modelId="{794BBAFC-8B9A-4225-BA6C-78C0EAB2E7AD}" type="parTrans" cxnId="{61B27D25-4039-40A8-A807-515EA0AC7AF5}">
      <dgm:prSet/>
      <dgm:spPr/>
      <dgm:t>
        <a:bodyPr/>
        <a:lstStyle/>
        <a:p>
          <a:endParaRPr lang="en-US"/>
        </a:p>
      </dgm:t>
    </dgm:pt>
    <dgm:pt modelId="{94315505-819E-49CB-B32E-5CCF4E4E4C76}" type="sibTrans" cxnId="{61B27D25-4039-40A8-A807-515EA0AC7AF5}">
      <dgm:prSet/>
      <dgm:spPr/>
      <dgm:t>
        <a:bodyPr/>
        <a:lstStyle/>
        <a:p>
          <a:endParaRPr lang="en-US"/>
        </a:p>
      </dgm:t>
    </dgm:pt>
    <dgm:pt modelId="{0FD9F455-CAC8-416A-B8FA-6DC282AC519C}">
      <dgm:prSet/>
      <dgm:spPr/>
      <dgm:t>
        <a:bodyPr/>
        <a:lstStyle/>
        <a:p>
          <a:r>
            <a:rPr lang="en-US" b="0" i="0"/>
            <a:t>Access controls and authentication mechanisms.</a:t>
          </a:r>
          <a:endParaRPr lang="en-US"/>
        </a:p>
      </dgm:t>
    </dgm:pt>
    <dgm:pt modelId="{B2C18C21-BE06-4DA6-AA79-75566B845FEA}" type="parTrans" cxnId="{9D0FD069-7FEE-47A6-860C-14BD4D7AE159}">
      <dgm:prSet/>
      <dgm:spPr/>
      <dgm:t>
        <a:bodyPr/>
        <a:lstStyle/>
        <a:p>
          <a:endParaRPr lang="en-US"/>
        </a:p>
      </dgm:t>
    </dgm:pt>
    <dgm:pt modelId="{16577E7B-017E-41CD-BBF9-485B578155F2}" type="sibTrans" cxnId="{9D0FD069-7FEE-47A6-860C-14BD4D7AE159}">
      <dgm:prSet/>
      <dgm:spPr/>
      <dgm:t>
        <a:bodyPr/>
        <a:lstStyle/>
        <a:p>
          <a:endParaRPr lang="en-US"/>
        </a:p>
      </dgm:t>
    </dgm:pt>
    <dgm:pt modelId="{57E0B24C-C078-44A9-A030-97FBAF22D702}">
      <dgm:prSet/>
      <dgm:spPr/>
      <dgm:t>
        <a:bodyPr/>
        <a:lstStyle/>
        <a:p>
          <a:r>
            <a:rPr lang="en-US" b="0" i="0"/>
            <a:t>Monitoring and logging of access to protect against unauthorized access.</a:t>
          </a:r>
          <a:endParaRPr lang="en-US"/>
        </a:p>
      </dgm:t>
    </dgm:pt>
    <dgm:pt modelId="{A122F027-5681-4028-9109-2B0B934E8964}" type="parTrans" cxnId="{A84FC2BE-31C3-4597-B7E3-9AE604C7CC81}">
      <dgm:prSet/>
      <dgm:spPr/>
      <dgm:t>
        <a:bodyPr/>
        <a:lstStyle/>
        <a:p>
          <a:endParaRPr lang="en-US"/>
        </a:p>
      </dgm:t>
    </dgm:pt>
    <dgm:pt modelId="{779CF94D-3B62-41FC-A99E-C31D21F18022}" type="sibTrans" cxnId="{A84FC2BE-31C3-4597-B7E3-9AE604C7CC81}">
      <dgm:prSet/>
      <dgm:spPr/>
      <dgm:t>
        <a:bodyPr/>
        <a:lstStyle/>
        <a:p>
          <a:endParaRPr lang="en-US"/>
        </a:p>
      </dgm:t>
    </dgm:pt>
    <dgm:pt modelId="{0E4DB1D2-057E-9949-BADB-39CA59D9722A}" type="pres">
      <dgm:prSet presAssocID="{00D538A2-0D54-49F3-8D91-1B6C2E448215}" presName="Name0" presStyleCnt="0">
        <dgm:presLayoutVars>
          <dgm:dir/>
          <dgm:animLvl val="lvl"/>
          <dgm:resizeHandles val="exact"/>
        </dgm:presLayoutVars>
      </dgm:prSet>
      <dgm:spPr/>
    </dgm:pt>
    <dgm:pt modelId="{08AF5194-160C-E048-BC7F-1AD02DF6F693}" type="pres">
      <dgm:prSet presAssocID="{2AA4C79E-4D8B-40AA-BFCA-5C8BDAF8F980}" presName="linNode" presStyleCnt="0"/>
      <dgm:spPr/>
    </dgm:pt>
    <dgm:pt modelId="{CB70471F-4486-EE49-988A-420BB713EF3A}" type="pres">
      <dgm:prSet presAssocID="{2AA4C79E-4D8B-40AA-BFCA-5C8BDAF8F980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1F7AEF7-61E6-F641-A55D-362A99CC7111}" type="pres">
      <dgm:prSet presAssocID="{2AA4C79E-4D8B-40AA-BFCA-5C8BDAF8F980}" presName="descendantText" presStyleLbl="alignAccFollowNode1" presStyleIdx="0" presStyleCnt="5">
        <dgm:presLayoutVars>
          <dgm:bulletEnabled val="1"/>
        </dgm:presLayoutVars>
      </dgm:prSet>
      <dgm:spPr/>
    </dgm:pt>
    <dgm:pt modelId="{F82C27CD-7089-754B-8222-CEA344889B5C}" type="pres">
      <dgm:prSet presAssocID="{F25B8486-BF8A-49F6-AEA7-08AC4C4C509C}" presName="sp" presStyleCnt="0"/>
      <dgm:spPr/>
    </dgm:pt>
    <dgm:pt modelId="{20E63DBF-C2B9-954E-BED9-48FC4C9CF641}" type="pres">
      <dgm:prSet presAssocID="{61F366B5-6526-427A-A569-C59486BE6110}" presName="linNode" presStyleCnt="0"/>
      <dgm:spPr/>
    </dgm:pt>
    <dgm:pt modelId="{FD7F71D4-8994-4E45-AA78-D06221847BF7}" type="pres">
      <dgm:prSet presAssocID="{61F366B5-6526-427A-A569-C59486BE611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CBCFE4A-9682-F641-A5AB-246A96364250}" type="pres">
      <dgm:prSet presAssocID="{61F366B5-6526-427A-A569-C59486BE6110}" presName="descendantText" presStyleLbl="alignAccFollowNode1" presStyleIdx="1" presStyleCnt="5">
        <dgm:presLayoutVars>
          <dgm:bulletEnabled val="1"/>
        </dgm:presLayoutVars>
      </dgm:prSet>
      <dgm:spPr/>
    </dgm:pt>
    <dgm:pt modelId="{583DB92F-E329-B140-968A-F3669D3C8953}" type="pres">
      <dgm:prSet presAssocID="{BB3E824C-8207-4BD1-9222-49F788F1D5EE}" presName="sp" presStyleCnt="0"/>
      <dgm:spPr/>
    </dgm:pt>
    <dgm:pt modelId="{F1B9CA57-B6EE-1C42-95FB-CDFEF5B14AD6}" type="pres">
      <dgm:prSet presAssocID="{AD61F905-431A-4847-AFBF-6B4B44BA23A1}" presName="linNode" presStyleCnt="0"/>
      <dgm:spPr/>
    </dgm:pt>
    <dgm:pt modelId="{D7EA8935-0567-6646-8CF9-8D9280E2F466}" type="pres">
      <dgm:prSet presAssocID="{AD61F905-431A-4847-AFBF-6B4B44BA23A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C5425521-0B5F-3C4A-B096-A40DDED7FAFA}" type="pres">
      <dgm:prSet presAssocID="{AD61F905-431A-4847-AFBF-6B4B44BA23A1}" presName="descendantText" presStyleLbl="alignAccFollowNode1" presStyleIdx="2" presStyleCnt="5">
        <dgm:presLayoutVars>
          <dgm:bulletEnabled val="1"/>
        </dgm:presLayoutVars>
      </dgm:prSet>
      <dgm:spPr/>
    </dgm:pt>
    <dgm:pt modelId="{D2093B55-E1E7-0B4D-A89E-4047BB5A9377}" type="pres">
      <dgm:prSet presAssocID="{AEB4BA89-B6C1-419C-869B-BE71489865DC}" presName="sp" presStyleCnt="0"/>
      <dgm:spPr/>
    </dgm:pt>
    <dgm:pt modelId="{A51017E3-B80F-114A-A04C-B9DA6C1C41F8}" type="pres">
      <dgm:prSet presAssocID="{FA8582D4-9B85-400C-8EE9-D848A99464EC}" presName="linNode" presStyleCnt="0"/>
      <dgm:spPr/>
    </dgm:pt>
    <dgm:pt modelId="{F95B721B-086E-A048-9A02-8653F84AACBB}" type="pres">
      <dgm:prSet presAssocID="{FA8582D4-9B85-400C-8EE9-D848A99464EC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85E3868-1005-6547-8827-40145157AD5E}" type="pres">
      <dgm:prSet presAssocID="{FA8582D4-9B85-400C-8EE9-D848A99464EC}" presName="descendantText" presStyleLbl="alignAccFollowNode1" presStyleIdx="3" presStyleCnt="5">
        <dgm:presLayoutVars>
          <dgm:bulletEnabled val="1"/>
        </dgm:presLayoutVars>
      </dgm:prSet>
      <dgm:spPr/>
    </dgm:pt>
    <dgm:pt modelId="{C0093006-3136-CA4E-B635-7E3840D186F7}" type="pres">
      <dgm:prSet presAssocID="{D2918795-427F-4DED-9447-004DB19A6D19}" presName="sp" presStyleCnt="0"/>
      <dgm:spPr/>
    </dgm:pt>
    <dgm:pt modelId="{BC55048E-479C-D94A-A820-913C084ACA0D}" type="pres">
      <dgm:prSet presAssocID="{91BC87FF-91CE-48B1-971E-4C7D099169FC}" presName="linNode" presStyleCnt="0"/>
      <dgm:spPr/>
    </dgm:pt>
    <dgm:pt modelId="{483055F2-95EE-044D-A17C-35D111DD0AE8}" type="pres">
      <dgm:prSet presAssocID="{91BC87FF-91CE-48B1-971E-4C7D099169FC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83B96861-1B93-2648-B3CE-0A4504B40890}" type="pres">
      <dgm:prSet presAssocID="{91BC87FF-91CE-48B1-971E-4C7D099169FC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4C2DCC03-3D9F-47DC-AB2C-EDD790F00DBF}" srcId="{AD61F905-431A-4847-AFBF-6B4B44BA23A1}" destId="{3A108F84-6B0F-4651-9E90-4F6E5962C917}" srcOrd="1" destOrd="0" parTransId="{D99C84B8-F956-4D30-B2C8-66838E734A93}" sibTransId="{5604A090-5D90-49DA-9C0A-013F113DAFFE}"/>
    <dgm:cxn modelId="{73EDD703-B062-B843-96D6-C2ED195401B1}" type="presOf" srcId="{EABF68BE-EA50-4EAB-8214-222F15F77289}" destId="{9CBCFE4A-9682-F641-A5AB-246A96364250}" srcOrd="0" destOrd="1" presId="urn:microsoft.com/office/officeart/2005/8/layout/vList5"/>
    <dgm:cxn modelId="{BACFAF12-B1C6-6945-B1AA-8C429A0B90F2}" type="presOf" srcId="{81115478-004E-485E-A134-904F8B7D291E}" destId="{83B96861-1B93-2648-B3CE-0A4504B40890}" srcOrd="0" destOrd="1" presId="urn:microsoft.com/office/officeart/2005/8/layout/vList5"/>
    <dgm:cxn modelId="{082C5016-6A65-064D-86FF-ED4873B75A39}" type="presOf" srcId="{42370F03-085C-462D-9605-C730945E5C86}" destId="{83B96861-1B93-2648-B3CE-0A4504B40890}" srcOrd="0" destOrd="0" presId="urn:microsoft.com/office/officeart/2005/8/layout/vList5"/>
    <dgm:cxn modelId="{7316941C-5F4E-48DB-969B-EADB1E00BBE5}" srcId="{EABF68BE-EA50-4EAB-8214-222F15F77289}" destId="{B5A9F2A9-F0E5-4B79-B510-1CA8A41CEACB}" srcOrd="0" destOrd="0" parTransId="{7DCCB6C2-7ACD-44A0-95FE-F20E6E4615B7}" sibTransId="{FC3ED097-D92A-43D7-8E49-C41DADCC255C}"/>
    <dgm:cxn modelId="{88CAF91F-6E27-400B-A2F6-633C575FF64A}" srcId="{80D2B8D8-977D-450D-B2F3-BBFF262ACA12}" destId="{9AE2217D-C6BC-4845-8FF1-B45886D9094C}" srcOrd="0" destOrd="0" parTransId="{E989AC0E-843C-46C4-9727-D84FAED5DCC5}" sibTransId="{2720515C-6051-43E8-A117-108BE6703F36}"/>
    <dgm:cxn modelId="{B15BCD21-4035-4447-A942-8227017021F0}" type="presOf" srcId="{91BC87FF-91CE-48B1-971E-4C7D099169FC}" destId="{483055F2-95EE-044D-A17C-35D111DD0AE8}" srcOrd="0" destOrd="0" presId="urn:microsoft.com/office/officeart/2005/8/layout/vList5"/>
    <dgm:cxn modelId="{61B27D25-4039-40A8-A807-515EA0AC7AF5}" srcId="{81115478-004E-485E-A134-904F8B7D291E}" destId="{C28D73BA-88D1-4800-8CB8-DF7C18E87613}" srcOrd="0" destOrd="0" parTransId="{794BBAFC-8B9A-4225-BA6C-78C0EAB2E7AD}" sibTransId="{94315505-819E-49CB-B32E-5CCF4E4E4C76}"/>
    <dgm:cxn modelId="{30209728-2744-445D-A5A7-FA6424EA4FEB}" srcId="{3A108F84-6B0F-4651-9E90-4F6E5962C917}" destId="{60DD1F74-2339-49D3-9C18-818D4CD1E9F0}" srcOrd="1" destOrd="0" parTransId="{CCF03402-4E89-4B06-B10F-F1EEF0881600}" sibTransId="{D454D558-691D-4AF9-93C6-009A5D9E20B1}"/>
    <dgm:cxn modelId="{CDD5522B-49BB-4F34-82F1-78467B1206E0}" srcId="{2AA4C79E-4D8B-40AA-BFCA-5C8BDAF8F980}" destId="{6F848FFC-C3AA-4711-A4ED-5AD414363C89}" srcOrd="1" destOrd="0" parTransId="{7F2D56F5-1FCD-4E04-88B4-F244F2CD7817}" sibTransId="{E29B7FBD-80C8-4A5C-9D20-089E3E8C7C78}"/>
    <dgm:cxn modelId="{AC883233-55BA-7B42-868D-21E3B9BCDA08}" type="presOf" srcId="{31E0FBFA-CF90-4987-A4F6-75D1013E6337}" destId="{C5425521-0B5F-3C4A-B096-A40DDED7FAFA}" srcOrd="0" destOrd="2" presId="urn:microsoft.com/office/officeart/2005/8/layout/vList5"/>
    <dgm:cxn modelId="{D8964D37-D0B4-524F-A159-AC90D88C748E}" type="presOf" srcId="{0FD9F455-CAC8-416A-B8FA-6DC282AC519C}" destId="{83B96861-1B93-2648-B3CE-0A4504B40890}" srcOrd="0" destOrd="3" presId="urn:microsoft.com/office/officeart/2005/8/layout/vList5"/>
    <dgm:cxn modelId="{964A2F39-8F8E-40FD-9D55-C277CB1DC204}" srcId="{91BC87FF-91CE-48B1-971E-4C7D099169FC}" destId="{81115478-004E-485E-A134-904F8B7D291E}" srcOrd="1" destOrd="0" parTransId="{BC89D04E-B384-41A2-8BD3-C2B1E3A5177A}" sibTransId="{740BB888-4690-4757-8B2D-F3C6DFBE39C1}"/>
    <dgm:cxn modelId="{3E5A355D-2C75-47E8-BA04-A9A574AF9D9F}" srcId="{00D538A2-0D54-49F3-8D91-1B6C2E448215}" destId="{2AA4C79E-4D8B-40AA-BFCA-5C8BDAF8F980}" srcOrd="0" destOrd="0" parTransId="{21507C0F-DB0E-4FC3-8135-563DFF59B218}" sibTransId="{F25B8486-BF8A-49F6-AEA7-08AC4C4C509C}"/>
    <dgm:cxn modelId="{5DF4EE5D-1BD3-1F4A-93E2-9D75C8501A22}" type="presOf" srcId="{B5A9F2A9-F0E5-4B79-B510-1CA8A41CEACB}" destId="{9CBCFE4A-9682-F641-A5AB-246A96364250}" srcOrd="0" destOrd="2" presId="urn:microsoft.com/office/officeart/2005/8/layout/vList5"/>
    <dgm:cxn modelId="{433D2B62-FF2D-6045-8AC7-C419D93AE10D}" type="presOf" srcId="{7B3F9D03-E224-4AD4-9330-398F92DFC1D1}" destId="{C5425521-0B5F-3C4A-B096-A40DDED7FAFA}" srcOrd="0" destOrd="0" presId="urn:microsoft.com/office/officeart/2005/8/layout/vList5"/>
    <dgm:cxn modelId="{DDD09D42-6EC9-434D-8C48-1DC0D0815D37}" type="presOf" srcId="{FA8582D4-9B85-400C-8EE9-D848A99464EC}" destId="{F95B721B-086E-A048-9A02-8653F84AACBB}" srcOrd="0" destOrd="0" presId="urn:microsoft.com/office/officeart/2005/8/layout/vList5"/>
    <dgm:cxn modelId="{8A4A9963-A3C8-0949-9F3B-4E9729F7865A}" type="presOf" srcId="{1F3A204D-ECEF-4812-B12A-EB37EAAD230D}" destId="{61F7AEF7-61E6-F641-A55D-362A99CC7111}" srcOrd="0" destOrd="3" presId="urn:microsoft.com/office/officeart/2005/8/layout/vList5"/>
    <dgm:cxn modelId="{078D7166-5053-47AC-949D-0150DF1BB2DA}" srcId="{80D2B8D8-977D-450D-B2F3-BBFF262ACA12}" destId="{1ED99410-35BE-4228-A313-13A91707169C}" srcOrd="2" destOrd="0" parTransId="{33CAAFD8-CF01-4F3C-A758-1144A7202528}" sibTransId="{F259F77A-C52C-4870-B87B-54AF5212A257}"/>
    <dgm:cxn modelId="{9D0FD069-7FEE-47A6-860C-14BD4D7AE159}" srcId="{81115478-004E-485E-A134-904F8B7D291E}" destId="{0FD9F455-CAC8-416A-B8FA-6DC282AC519C}" srcOrd="1" destOrd="0" parTransId="{B2C18C21-BE06-4DA6-AA79-75566B845FEA}" sibTransId="{16577E7B-017E-41CD-BBF9-485B578155F2}"/>
    <dgm:cxn modelId="{FFF17E4A-D96D-4AA8-AB49-CEEF1BD1883E}" srcId="{61F366B5-6526-427A-A569-C59486BE6110}" destId="{EABF68BE-EA50-4EAB-8214-222F15F77289}" srcOrd="1" destOrd="0" parTransId="{760CF887-1CB4-47FB-B8EC-AB69D131B197}" sibTransId="{3424067C-94C9-4A68-93CB-8B6C1F6A5C92}"/>
    <dgm:cxn modelId="{3FFD526F-69EC-478E-AD5C-78D11C4AA941}" srcId="{91BC87FF-91CE-48B1-971E-4C7D099169FC}" destId="{42370F03-085C-462D-9605-C730945E5C86}" srcOrd="0" destOrd="0" parTransId="{5FFC755C-9A51-4240-BF3E-C452D11EFCFE}" sibTransId="{5923FB15-6DDE-486E-99A0-D3DF336C18C6}"/>
    <dgm:cxn modelId="{2FAF4771-A03B-EA4F-80E2-D6F9633CEC6C}" type="presOf" srcId="{AD61F905-431A-4847-AFBF-6B4B44BA23A1}" destId="{D7EA8935-0567-6646-8CF9-8D9280E2F466}" srcOrd="0" destOrd="0" presId="urn:microsoft.com/office/officeart/2005/8/layout/vList5"/>
    <dgm:cxn modelId="{B8019551-5F59-284F-A4F6-94ADF8A745BB}" type="presOf" srcId="{B26BF2AC-50F8-4D66-9C90-2F45BD06A421}" destId="{61F7AEF7-61E6-F641-A55D-362A99CC7111}" srcOrd="0" destOrd="4" presId="urn:microsoft.com/office/officeart/2005/8/layout/vList5"/>
    <dgm:cxn modelId="{D3D7E875-3501-7547-A055-D172943BAA9A}" type="presOf" srcId="{57E0B24C-C078-44A9-A030-97FBAF22D702}" destId="{83B96861-1B93-2648-B3CE-0A4504B40890}" srcOrd="0" destOrd="4" presId="urn:microsoft.com/office/officeart/2005/8/layout/vList5"/>
    <dgm:cxn modelId="{F0D5FE57-5AB4-4918-89D2-DB0B8C3B3997}" srcId="{2AA4C79E-4D8B-40AA-BFCA-5C8BDAF8F980}" destId="{38A3A924-18C1-45BB-9259-C561000BD0CA}" srcOrd="0" destOrd="0" parTransId="{7C6BB1BE-F976-4FC4-AAED-1D61DDD2882E}" sibTransId="{41045329-25C2-4EC3-9168-FD537EC351EC}"/>
    <dgm:cxn modelId="{1E5CD97A-DEC8-6C49-944B-CDD9F8E272BE}" type="presOf" srcId="{3A108F84-6B0F-4651-9E90-4F6E5962C917}" destId="{C5425521-0B5F-3C4A-B096-A40DDED7FAFA}" srcOrd="0" destOrd="1" presId="urn:microsoft.com/office/officeart/2005/8/layout/vList5"/>
    <dgm:cxn modelId="{6E9F937D-09B2-3547-A71E-73EBE4CB2AA7}" type="presOf" srcId="{38A3A924-18C1-45BB-9259-C561000BD0CA}" destId="{61F7AEF7-61E6-F641-A55D-362A99CC7111}" srcOrd="0" destOrd="0" presId="urn:microsoft.com/office/officeart/2005/8/layout/vList5"/>
    <dgm:cxn modelId="{D9160B7E-52F7-41EF-9A94-4973408E08CD}" srcId="{61F366B5-6526-427A-A569-C59486BE6110}" destId="{B2C93152-8902-4FD3-BB2A-45F065957113}" srcOrd="0" destOrd="0" parTransId="{D5E1B8AE-7174-425F-97A6-D5C19E774198}" sibTransId="{89D8A5D6-96AF-4F49-811B-BF8FD2CB8A10}"/>
    <dgm:cxn modelId="{9E516280-861A-4C07-B264-2DBFFB50AACC}" srcId="{EABF68BE-EA50-4EAB-8214-222F15F77289}" destId="{6606558C-F553-4B9C-ACE3-651DB143989A}" srcOrd="1" destOrd="0" parTransId="{130EB614-2F6E-4474-8E6C-FF8F01E63A28}" sibTransId="{88D4CA9A-1CD4-433F-AABD-60D121E035C4}"/>
    <dgm:cxn modelId="{1E639E82-CABA-A049-8603-374A68684049}" type="presOf" srcId="{9AE2217D-C6BC-4845-8FF1-B45886D9094C}" destId="{E85E3868-1005-6547-8827-40145157AD5E}" srcOrd="0" destOrd="2" presId="urn:microsoft.com/office/officeart/2005/8/layout/vList5"/>
    <dgm:cxn modelId="{82B18883-239D-F549-95BB-21DE23D1393C}" type="presOf" srcId="{1ED99410-35BE-4228-A313-13A91707169C}" destId="{E85E3868-1005-6547-8827-40145157AD5E}" srcOrd="0" destOrd="4" presId="urn:microsoft.com/office/officeart/2005/8/layout/vList5"/>
    <dgm:cxn modelId="{4E3FF98A-C079-4E0A-B402-BA2DDE609D06}" srcId="{FA8582D4-9B85-400C-8EE9-D848A99464EC}" destId="{C5B2D290-179F-4118-BD9D-3752B119400E}" srcOrd="0" destOrd="0" parTransId="{3010AFAD-272B-4606-A25F-246C70F40B41}" sibTransId="{58074ACC-F821-471C-AFB3-A7CA55F2D584}"/>
    <dgm:cxn modelId="{05AC9D8D-C598-4CE8-9320-E77C059981E4}" srcId="{6F848FFC-C3AA-4711-A4ED-5AD414363C89}" destId="{B26BF2AC-50F8-4D66-9C90-2F45BD06A421}" srcOrd="2" destOrd="0" parTransId="{744469CD-C121-432D-903F-4F5C4A769E9A}" sibTransId="{89DFF542-C380-4FB7-A282-AA60FD3254D9}"/>
    <dgm:cxn modelId="{E327448E-A87B-CC46-8F96-72A5021447A2}" type="presOf" srcId="{C28D73BA-88D1-4800-8CB8-DF7C18E87613}" destId="{83B96861-1B93-2648-B3CE-0A4504B40890}" srcOrd="0" destOrd="2" presId="urn:microsoft.com/office/officeart/2005/8/layout/vList5"/>
    <dgm:cxn modelId="{8A2F609D-EA9E-47D2-96B5-7BBE88C18425}" srcId="{6F848FFC-C3AA-4711-A4ED-5AD414363C89}" destId="{1F3A204D-ECEF-4812-B12A-EB37EAAD230D}" srcOrd="1" destOrd="0" parTransId="{D8A4973D-F410-45E7-ACEE-9D4D640DC949}" sibTransId="{86E07B35-F569-4C19-ADEA-AD715E056E54}"/>
    <dgm:cxn modelId="{C992089E-D730-7C4A-A082-07C972E3D339}" type="presOf" srcId="{CECD7528-C477-4639-9BA8-6E92E99A7F5B}" destId="{61F7AEF7-61E6-F641-A55D-362A99CC7111}" srcOrd="0" destOrd="2" presId="urn:microsoft.com/office/officeart/2005/8/layout/vList5"/>
    <dgm:cxn modelId="{9BEDABAC-AA6D-B649-B20A-F308BD9231E4}" type="presOf" srcId="{6606558C-F553-4B9C-ACE3-651DB143989A}" destId="{9CBCFE4A-9682-F641-A5AB-246A96364250}" srcOrd="0" destOrd="3" presId="urn:microsoft.com/office/officeart/2005/8/layout/vList5"/>
    <dgm:cxn modelId="{31B997B0-8DC6-5142-91B6-45599B1F382D}" type="presOf" srcId="{00D538A2-0D54-49F3-8D91-1B6C2E448215}" destId="{0E4DB1D2-057E-9949-BADB-39CA59D9722A}" srcOrd="0" destOrd="0" presId="urn:microsoft.com/office/officeart/2005/8/layout/vList5"/>
    <dgm:cxn modelId="{A68E52B5-65F5-4BB0-B212-67BA5A757F8B}" srcId="{00D538A2-0D54-49F3-8D91-1B6C2E448215}" destId="{FA8582D4-9B85-400C-8EE9-D848A99464EC}" srcOrd="3" destOrd="0" parTransId="{E3646C92-6542-4042-A271-E92A11CFADB5}" sibTransId="{D2918795-427F-4DED-9447-004DB19A6D19}"/>
    <dgm:cxn modelId="{D46FB2B8-A7E4-9B49-9ED7-C65669B6ABA7}" type="presOf" srcId="{2AA4C79E-4D8B-40AA-BFCA-5C8BDAF8F980}" destId="{CB70471F-4486-EE49-988A-420BB713EF3A}" srcOrd="0" destOrd="0" presId="urn:microsoft.com/office/officeart/2005/8/layout/vList5"/>
    <dgm:cxn modelId="{73AAA9BA-7BE2-5848-8A8F-15B29DB6EAC9}" type="presOf" srcId="{B2C93152-8902-4FD3-BB2A-45F065957113}" destId="{9CBCFE4A-9682-F641-A5AB-246A96364250}" srcOrd="0" destOrd="0" presId="urn:microsoft.com/office/officeart/2005/8/layout/vList5"/>
    <dgm:cxn modelId="{A84FC2BE-31C3-4597-B7E3-9AE604C7CC81}" srcId="{81115478-004E-485E-A134-904F8B7D291E}" destId="{57E0B24C-C078-44A9-A030-97FBAF22D702}" srcOrd="2" destOrd="0" parTransId="{A122F027-5681-4028-9109-2B0B934E8964}" sibTransId="{779CF94D-3B62-41FC-A99E-C31D21F18022}"/>
    <dgm:cxn modelId="{411443C1-0E2A-5246-9187-C628B7E13719}" type="presOf" srcId="{66528E53-03BC-45D4-BFBF-29B7F4272AD5}" destId="{9CBCFE4A-9682-F641-A5AB-246A96364250}" srcOrd="0" destOrd="4" presId="urn:microsoft.com/office/officeart/2005/8/layout/vList5"/>
    <dgm:cxn modelId="{48D68AC1-BAC4-4D58-9E45-98FA53A9BD96}" srcId="{AD61F905-431A-4847-AFBF-6B4B44BA23A1}" destId="{7B3F9D03-E224-4AD4-9330-398F92DFC1D1}" srcOrd="0" destOrd="0" parTransId="{A060CD44-1E60-4116-A839-9F6EA09FECFA}" sibTransId="{8CF1C055-963F-458A-9139-FD4F83E9CDE2}"/>
    <dgm:cxn modelId="{48F95DC8-DBAA-491A-A730-BFC05217B641}" srcId="{EABF68BE-EA50-4EAB-8214-222F15F77289}" destId="{66528E53-03BC-45D4-BFBF-29B7F4272AD5}" srcOrd="2" destOrd="0" parTransId="{ABCC0E98-FD5A-421B-9C28-E89E652129E1}" sibTransId="{53634286-5D9E-4E45-9D3D-FB007036AE66}"/>
    <dgm:cxn modelId="{9C0C23C9-5123-774E-B201-F3065A56A1F8}" type="presOf" srcId="{80D2B8D8-977D-450D-B2F3-BBFF262ACA12}" destId="{E85E3868-1005-6547-8827-40145157AD5E}" srcOrd="0" destOrd="1" presId="urn:microsoft.com/office/officeart/2005/8/layout/vList5"/>
    <dgm:cxn modelId="{D46A28C9-C720-2B4D-95D2-1AACD4559A2D}" type="presOf" srcId="{4F3C8FFA-AE1B-48FB-AE79-C7396BAB96CC}" destId="{C5425521-0B5F-3C4A-B096-A40DDED7FAFA}" srcOrd="0" destOrd="4" presId="urn:microsoft.com/office/officeart/2005/8/layout/vList5"/>
    <dgm:cxn modelId="{858AF6CA-C700-4BE9-BDA0-D15431A87DC7}" srcId="{FA8582D4-9B85-400C-8EE9-D848A99464EC}" destId="{80D2B8D8-977D-450D-B2F3-BBFF262ACA12}" srcOrd="1" destOrd="0" parTransId="{A7061AB0-9266-4A89-A114-218A0812984E}" sibTransId="{CCA79969-88E8-433A-8ED6-289B1CEC2475}"/>
    <dgm:cxn modelId="{2EDA22D3-2DC0-4B21-8465-BDCD2ADBE72E}" srcId="{6F848FFC-C3AA-4711-A4ED-5AD414363C89}" destId="{CECD7528-C477-4639-9BA8-6E92E99A7F5B}" srcOrd="0" destOrd="0" parTransId="{38CEDDEC-DCC0-4BE8-B5D7-CF94827EB87C}" sibTransId="{B7EA985D-4CAE-4FEA-8457-2A2657A174F1}"/>
    <dgm:cxn modelId="{17BE8AD3-281D-4CF5-A48C-AF9132E27FA8}" srcId="{3A108F84-6B0F-4651-9E90-4F6E5962C917}" destId="{4F3C8FFA-AE1B-48FB-AE79-C7396BAB96CC}" srcOrd="2" destOrd="0" parTransId="{4367B13D-B4E6-4171-A426-EF767A999595}" sibTransId="{D11B98CA-E76D-42CB-816C-C7BCFB8E8C01}"/>
    <dgm:cxn modelId="{2D7433DB-3CA8-4F24-A503-FBCE1E8FAC5F}" srcId="{80D2B8D8-977D-450D-B2F3-BBFF262ACA12}" destId="{512DCD7D-BF6D-4907-A0F0-374ADAF7BF05}" srcOrd="1" destOrd="0" parTransId="{CE8305D2-DCA6-4772-858B-3E438B3C21A0}" sibTransId="{AF2BFE71-986F-4FBC-83A7-B7169A2F9DC2}"/>
    <dgm:cxn modelId="{3B7D3ADD-B70C-495B-ABD6-195708CB278F}" srcId="{00D538A2-0D54-49F3-8D91-1B6C2E448215}" destId="{AD61F905-431A-4847-AFBF-6B4B44BA23A1}" srcOrd="2" destOrd="0" parTransId="{81A9E30A-E934-4580-943F-C88CE1DBC1ED}" sibTransId="{AEB4BA89-B6C1-419C-869B-BE71489865DC}"/>
    <dgm:cxn modelId="{34A8B0E4-68F6-BD4B-B12C-827EC6D5D7C7}" type="presOf" srcId="{60DD1F74-2339-49D3-9C18-818D4CD1E9F0}" destId="{C5425521-0B5F-3C4A-B096-A40DDED7FAFA}" srcOrd="0" destOrd="3" presId="urn:microsoft.com/office/officeart/2005/8/layout/vList5"/>
    <dgm:cxn modelId="{39E31FEC-C425-2F45-A108-76BEB1BF0E21}" type="presOf" srcId="{512DCD7D-BF6D-4907-A0F0-374ADAF7BF05}" destId="{E85E3868-1005-6547-8827-40145157AD5E}" srcOrd="0" destOrd="3" presId="urn:microsoft.com/office/officeart/2005/8/layout/vList5"/>
    <dgm:cxn modelId="{AA1B07EF-29D5-7143-97A0-97F17E4D60EF}" type="presOf" srcId="{C5B2D290-179F-4118-BD9D-3752B119400E}" destId="{E85E3868-1005-6547-8827-40145157AD5E}" srcOrd="0" destOrd="0" presId="urn:microsoft.com/office/officeart/2005/8/layout/vList5"/>
    <dgm:cxn modelId="{88CA6BF0-1988-014C-B085-E0A3B1616759}" type="presOf" srcId="{6F848FFC-C3AA-4711-A4ED-5AD414363C89}" destId="{61F7AEF7-61E6-F641-A55D-362A99CC7111}" srcOrd="0" destOrd="1" presId="urn:microsoft.com/office/officeart/2005/8/layout/vList5"/>
    <dgm:cxn modelId="{78C7E7F1-8A89-4366-A5C3-3EF7AAF38FBA}" srcId="{00D538A2-0D54-49F3-8D91-1B6C2E448215}" destId="{91BC87FF-91CE-48B1-971E-4C7D099169FC}" srcOrd="4" destOrd="0" parTransId="{F846086E-BC96-4D13-88C4-105A4E6A2EAA}" sibTransId="{6790788B-5E31-4A01-AC55-1D4731F05AB5}"/>
    <dgm:cxn modelId="{C397CDF3-7156-4F2E-B678-7FD37BBD24A4}" srcId="{00D538A2-0D54-49F3-8D91-1B6C2E448215}" destId="{61F366B5-6526-427A-A569-C59486BE6110}" srcOrd="1" destOrd="0" parTransId="{8E4196AE-4F7B-48FD-B045-A390BB3B7AB6}" sibTransId="{BB3E824C-8207-4BD1-9222-49F788F1D5EE}"/>
    <dgm:cxn modelId="{D811A2F9-FA7B-B242-88DF-C6AE9E6AEB7F}" type="presOf" srcId="{61F366B5-6526-427A-A569-C59486BE6110}" destId="{FD7F71D4-8994-4E45-AA78-D06221847BF7}" srcOrd="0" destOrd="0" presId="urn:microsoft.com/office/officeart/2005/8/layout/vList5"/>
    <dgm:cxn modelId="{BA4498FD-AE8E-4550-9962-01BE80FFC390}" srcId="{3A108F84-6B0F-4651-9E90-4F6E5962C917}" destId="{31E0FBFA-CF90-4987-A4F6-75D1013E6337}" srcOrd="0" destOrd="0" parTransId="{1F6A8EA6-2E3C-43C3-97C5-A81414AF98F9}" sibTransId="{1D865F43-B95F-417B-9C1A-FB3D2193332B}"/>
    <dgm:cxn modelId="{49EA30FE-65EC-1140-90CB-6850C87285F2}" type="presParOf" srcId="{0E4DB1D2-057E-9949-BADB-39CA59D9722A}" destId="{08AF5194-160C-E048-BC7F-1AD02DF6F693}" srcOrd="0" destOrd="0" presId="urn:microsoft.com/office/officeart/2005/8/layout/vList5"/>
    <dgm:cxn modelId="{D28B73D3-D286-5D4B-BE91-08B956D64571}" type="presParOf" srcId="{08AF5194-160C-E048-BC7F-1AD02DF6F693}" destId="{CB70471F-4486-EE49-988A-420BB713EF3A}" srcOrd="0" destOrd="0" presId="urn:microsoft.com/office/officeart/2005/8/layout/vList5"/>
    <dgm:cxn modelId="{83E51FD6-787E-8244-8C13-BE6563741656}" type="presParOf" srcId="{08AF5194-160C-E048-BC7F-1AD02DF6F693}" destId="{61F7AEF7-61E6-F641-A55D-362A99CC7111}" srcOrd="1" destOrd="0" presId="urn:microsoft.com/office/officeart/2005/8/layout/vList5"/>
    <dgm:cxn modelId="{026AF430-AA65-2341-86F6-B3CC44109F0D}" type="presParOf" srcId="{0E4DB1D2-057E-9949-BADB-39CA59D9722A}" destId="{F82C27CD-7089-754B-8222-CEA344889B5C}" srcOrd="1" destOrd="0" presId="urn:microsoft.com/office/officeart/2005/8/layout/vList5"/>
    <dgm:cxn modelId="{05FF7573-600B-7048-A8A1-B4FB67681CD9}" type="presParOf" srcId="{0E4DB1D2-057E-9949-BADB-39CA59D9722A}" destId="{20E63DBF-C2B9-954E-BED9-48FC4C9CF641}" srcOrd="2" destOrd="0" presId="urn:microsoft.com/office/officeart/2005/8/layout/vList5"/>
    <dgm:cxn modelId="{BD7767DF-9953-DE44-9F9D-10D21F1C87FF}" type="presParOf" srcId="{20E63DBF-C2B9-954E-BED9-48FC4C9CF641}" destId="{FD7F71D4-8994-4E45-AA78-D06221847BF7}" srcOrd="0" destOrd="0" presId="urn:microsoft.com/office/officeart/2005/8/layout/vList5"/>
    <dgm:cxn modelId="{85BD07DB-0C99-2F43-B709-2EDFC8A558C2}" type="presParOf" srcId="{20E63DBF-C2B9-954E-BED9-48FC4C9CF641}" destId="{9CBCFE4A-9682-F641-A5AB-246A96364250}" srcOrd="1" destOrd="0" presId="urn:microsoft.com/office/officeart/2005/8/layout/vList5"/>
    <dgm:cxn modelId="{4CD98EE6-A4FA-DB4D-96AF-8868EB803A0E}" type="presParOf" srcId="{0E4DB1D2-057E-9949-BADB-39CA59D9722A}" destId="{583DB92F-E329-B140-968A-F3669D3C8953}" srcOrd="3" destOrd="0" presId="urn:microsoft.com/office/officeart/2005/8/layout/vList5"/>
    <dgm:cxn modelId="{B0B99E93-EA21-5A4B-A9B2-4D60FD3A7994}" type="presParOf" srcId="{0E4DB1D2-057E-9949-BADB-39CA59D9722A}" destId="{F1B9CA57-B6EE-1C42-95FB-CDFEF5B14AD6}" srcOrd="4" destOrd="0" presId="urn:microsoft.com/office/officeart/2005/8/layout/vList5"/>
    <dgm:cxn modelId="{C6B44B60-812E-EA40-BB28-F97C9D8B6FFA}" type="presParOf" srcId="{F1B9CA57-B6EE-1C42-95FB-CDFEF5B14AD6}" destId="{D7EA8935-0567-6646-8CF9-8D9280E2F466}" srcOrd="0" destOrd="0" presId="urn:microsoft.com/office/officeart/2005/8/layout/vList5"/>
    <dgm:cxn modelId="{AF47B90F-35F9-AB47-B8F3-1528756E05E2}" type="presParOf" srcId="{F1B9CA57-B6EE-1C42-95FB-CDFEF5B14AD6}" destId="{C5425521-0B5F-3C4A-B096-A40DDED7FAFA}" srcOrd="1" destOrd="0" presId="urn:microsoft.com/office/officeart/2005/8/layout/vList5"/>
    <dgm:cxn modelId="{9ADCB766-FB68-7842-B612-8C4F586D5CC9}" type="presParOf" srcId="{0E4DB1D2-057E-9949-BADB-39CA59D9722A}" destId="{D2093B55-E1E7-0B4D-A89E-4047BB5A9377}" srcOrd="5" destOrd="0" presId="urn:microsoft.com/office/officeart/2005/8/layout/vList5"/>
    <dgm:cxn modelId="{BF201588-4F77-2542-A45A-1F822049053B}" type="presParOf" srcId="{0E4DB1D2-057E-9949-BADB-39CA59D9722A}" destId="{A51017E3-B80F-114A-A04C-B9DA6C1C41F8}" srcOrd="6" destOrd="0" presId="urn:microsoft.com/office/officeart/2005/8/layout/vList5"/>
    <dgm:cxn modelId="{8E8CC3F8-D18A-AD44-A404-A09B64CD0375}" type="presParOf" srcId="{A51017E3-B80F-114A-A04C-B9DA6C1C41F8}" destId="{F95B721B-086E-A048-9A02-8653F84AACBB}" srcOrd="0" destOrd="0" presId="urn:microsoft.com/office/officeart/2005/8/layout/vList5"/>
    <dgm:cxn modelId="{E6172387-CC5D-BC49-A249-6A996EF3128F}" type="presParOf" srcId="{A51017E3-B80F-114A-A04C-B9DA6C1C41F8}" destId="{E85E3868-1005-6547-8827-40145157AD5E}" srcOrd="1" destOrd="0" presId="urn:microsoft.com/office/officeart/2005/8/layout/vList5"/>
    <dgm:cxn modelId="{18FC46E1-6F19-D74E-BC04-7060376A76A2}" type="presParOf" srcId="{0E4DB1D2-057E-9949-BADB-39CA59D9722A}" destId="{C0093006-3136-CA4E-B635-7E3840D186F7}" srcOrd="7" destOrd="0" presId="urn:microsoft.com/office/officeart/2005/8/layout/vList5"/>
    <dgm:cxn modelId="{07B47D84-7444-8E48-A521-94121F6EFAE6}" type="presParOf" srcId="{0E4DB1D2-057E-9949-BADB-39CA59D9722A}" destId="{BC55048E-479C-D94A-A820-913C084ACA0D}" srcOrd="8" destOrd="0" presId="urn:microsoft.com/office/officeart/2005/8/layout/vList5"/>
    <dgm:cxn modelId="{64A707DF-44E4-9947-9E56-41F94035C8A8}" type="presParOf" srcId="{BC55048E-479C-D94A-A820-913C084ACA0D}" destId="{483055F2-95EE-044D-A17C-35D111DD0AE8}" srcOrd="0" destOrd="0" presId="urn:microsoft.com/office/officeart/2005/8/layout/vList5"/>
    <dgm:cxn modelId="{5D59173F-2F4B-B84C-8AAA-3905F102447F}" type="presParOf" srcId="{BC55048E-479C-D94A-A820-913C084ACA0D}" destId="{83B96861-1B93-2648-B3CE-0A4504B4089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B818B-4A05-4229-A731-353C20CB2890}">
      <dsp:nvSpPr>
        <dsp:cNvPr id="0" name=""/>
        <dsp:cNvSpPr/>
      </dsp:nvSpPr>
      <dsp:spPr>
        <a:xfrm>
          <a:off x="1284" y="758352"/>
          <a:ext cx="846070" cy="846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6810A-D5C7-434D-BB6E-1D58EBAE3C90}">
      <dsp:nvSpPr>
        <dsp:cNvPr id="0" name=""/>
        <dsp:cNvSpPr/>
      </dsp:nvSpPr>
      <dsp:spPr>
        <a:xfrm>
          <a:off x="1284" y="1787406"/>
          <a:ext cx="2417343" cy="453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Physical Topology</a:t>
          </a:r>
          <a:r>
            <a:rPr lang="en-US" sz="1400" b="0" i="0" kern="1200"/>
            <a:t>:</a:t>
          </a:r>
          <a:endParaRPr lang="en-US" sz="1400" kern="1200"/>
        </a:p>
      </dsp:txBody>
      <dsp:txXfrm>
        <a:off x="1284" y="1787406"/>
        <a:ext cx="2417343" cy="453251"/>
      </dsp:txXfrm>
    </dsp:sp>
    <dsp:sp modelId="{1B7FDB53-4C9C-453C-8F01-06C3A091CF5B}">
      <dsp:nvSpPr>
        <dsp:cNvPr id="0" name=""/>
        <dsp:cNvSpPr/>
      </dsp:nvSpPr>
      <dsp:spPr>
        <a:xfrm>
          <a:off x="1284" y="2325767"/>
          <a:ext cx="2417343" cy="26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PepsiCo's network is physically structured with wired and wireless connections.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Main components: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Ethernet cables connecting devices within sites.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Fiber optic cables linking data centers and remote sites.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Wireless access points providing Wi-Fi connectivity.</a:t>
          </a:r>
          <a:endParaRPr lang="en-US" sz="1400" kern="1200" dirty="0"/>
        </a:p>
      </dsp:txBody>
      <dsp:txXfrm>
        <a:off x="1284" y="2325767"/>
        <a:ext cx="2417343" cy="2688030"/>
      </dsp:txXfrm>
    </dsp:sp>
    <dsp:sp modelId="{625C140F-9E9A-4377-9D22-2C6FD0A1D39F}">
      <dsp:nvSpPr>
        <dsp:cNvPr id="0" name=""/>
        <dsp:cNvSpPr/>
      </dsp:nvSpPr>
      <dsp:spPr>
        <a:xfrm>
          <a:off x="2841663" y="758352"/>
          <a:ext cx="846070" cy="846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E4A6D-73EE-468D-9295-2FB833C05989}">
      <dsp:nvSpPr>
        <dsp:cNvPr id="0" name=""/>
        <dsp:cNvSpPr/>
      </dsp:nvSpPr>
      <dsp:spPr>
        <a:xfrm>
          <a:off x="2841663" y="1787406"/>
          <a:ext cx="2417343" cy="453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Star Topology</a:t>
          </a:r>
        </a:p>
      </dsp:txBody>
      <dsp:txXfrm>
        <a:off x="2841663" y="1787406"/>
        <a:ext cx="2417343" cy="453251"/>
      </dsp:txXfrm>
    </dsp:sp>
    <dsp:sp modelId="{88537CCD-5A7A-495B-BE3E-977116C35A41}">
      <dsp:nvSpPr>
        <dsp:cNvPr id="0" name=""/>
        <dsp:cNvSpPr/>
      </dsp:nvSpPr>
      <dsp:spPr>
        <a:xfrm>
          <a:off x="2841663" y="2325767"/>
          <a:ext cx="2417343" cy="26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Routers managing inter-site traffic.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Switches aggregating and controlling traffic flow at regional offices.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End Devices: Switches connecting end-user devices at each site.</a:t>
          </a:r>
          <a:endParaRPr lang="en-US" sz="1400" kern="1200" dirty="0"/>
        </a:p>
      </dsp:txBody>
      <dsp:txXfrm>
        <a:off x="2841663" y="2325767"/>
        <a:ext cx="2417343" cy="2688030"/>
      </dsp:txXfrm>
    </dsp:sp>
    <dsp:sp modelId="{6CC59065-3125-4765-B66C-C47BE111FD16}">
      <dsp:nvSpPr>
        <dsp:cNvPr id="0" name=""/>
        <dsp:cNvSpPr/>
      </dsp:nvSpPr>
      <dsp:spPr>
        <a:xfrm>
          <a:off x="5682042" y="758352"/>
          <a:ext cx="846070" cy="846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B70F8-E9BB-4492-9ACC-878F261AE1E3}">
      <dsp:nvSpPr>
        <dsp:cNvPr id="0" name=""/>
        <dsp:cNvSpPr/>
      </dsp:nvSpPr>
      <dsp:spPr>
        <a:xfrm>
          <a:off x="5682042" y="1787406"/>
          <a:ext cx="2417343" cy="453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dirty="0"/>
            <a:t>Network Devices &amp; Security Measures</a:t>
          </a:r>
          <a:r>
            <a:rPr lang="en-US" sz="1400" b="0" i="0" kern="1200" dirty="0"/>
            <a:t>:</a:t>
          </a:r>
          <a:endParaRPr lang="en-US" sz="1400" kern="1200" dirty="0"/>
        </a:p>
      </dsp:txBody>
      <dsp:txXfrm>
        <a:off x="5682042" y="1787406"/>
        <a:ext cx="2417343" cy="453251"/>
      </dsp:txXfrm>
    </dsp:sp>
    <dsp:sp modelId="{2916D166-8D53-434F-862F-044C4F1FAA6B}">
      <dsp:nvSpPr>
        <dsp:cNvPr id="0" name=""/>
        <dsp:cNvSpPr/>
      </dsp:nvSpPr>
      <dsp:spPr>
        <a:xfrm>
          <a:off x="5682042" y="2325767"/>
          <a:ext cx="2417343" cy="26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Network devices include switches, routers, firewalls, and intrusion detection/prevention systems.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u="none" kern="1200" dirty="0"/>
            <a:t>Security measures implemented align with NIST guidelines, encompassing encryption, access control, intrusion detection/prevention, and network segmentation.</a:t>
          </a:r>
        </a:p>
      </dsp:txBody>
      <dsp:txXfrm>
        <a:off x="5682042" y="2325767"/>
        <a:ext cx="2417343" cy="2688030"/>
      </dsp:txXfrm>
    </dsp:sp>
    <dsp:sp modelId="{3FD1ED87-9790-42C0-944A-488FE8F2F0D6}">
      <dsp:nvSpPr>
        <dsp:cNvPr id="0" name=""/>
        <dsp:cNvSpPr/>
      </dsp:nvSpPr>
      <dsp:spPr>
        <a:xfrm>
          <a:off x="8522421" y="758352"/>
          <a:ext cx="846070" cy="8460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20878-8339-4633-92E2-10C7F6AD4BFA}">
      <dsp:nvSpPr>
        <dsp:cNvPr id="0" name=""/>
        <dsp:cNvSpPr/>
      </dsp:nvSpPr>
      <dsp:spPr>
        <a:xfrm>
          <a:off x="8522421" y="1787406"/>
          <a:ext cx="2417343" cy="4532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dirty="0"/>
            <a:t>Additional Components</a:t>
          </a:r>
          <a:r>
            <a:rPr lang="en-US" sz="1400" b="0" i="0" kern="1200" dirty="0"/>
            <a:t>:</a:t>
          </a:r>
          <a:endParaRPr lang="en-US" sz="1400" kern="1200" dirty="0"/>
        </a:p>
      </dsp:txBody>
      <dsp:txXfrm>
        <a:off x="8522421" y="1787406"/>
        <a:ext cx="2417343" cy="453251"/>
      </dsp:txXfrm>
    </dsp:sp>
    <dsp:sp modelId="{C3BCBEFE-872E-49D5-87B4-9AE45B0BBBD4}">
      <dsp:nvSpPr>
        <dsp:cNvPr id="0" name=""/>
        <dsp:cNvSpPr/>
      </dsp:nvSpPr>
      <dsp:spPr>
        <a:xfrm>
          <a:off x="8522421" y="2325767"/>
          <a:ext cx="2417343" cy="26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Power Over Ethernet (PoE) switches powering wireless access points and IP phones.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UPS (Uninterruptible Power Supply) units providing backup power.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Cable management systems ensuring neat and organized wiring infrastructure.</a:t>
          </a:r>
          <a:endParaRPr lang="en-US" sz="1400" kern="1200" dirty="0"/>
        </a:p>
      </dsp:txBody>
      <dsp:txXfrm>
        <a:off x="8522421" y="2325767"/>
        <a:ext cx="2417343" cy="2688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B352F-D995-C84C-90BF-9487A55AB44E}">
      <dsp:nvSpPr>
        <dsp:cNvPr id="0" name=""/>
        <dsp:cNvSpPr/>
      </dsp:nvSpPr>
      <dsp:spPr>
        <a:xfrm>
          <a:off x="3027126" y="2169804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PepsiCo</a:t>
          </a:r>
        </a:p>
      </dsp:txBody>
      <dsp:txXfrm>
        <a:off x="3049196" y="2191874"/>
        <a:ext cx="1462910" cy="709385"/>
      </dsp:txXfrm>
    </dsp:sp>
    <dsp:sp modelId="{5D1C80A5-EE7B-9F4A-95F2-0392BB0BB14E}">
      <dsp:nvSpPr>
        <dsp:cNvPr id="0" name=""/>
        <dsp:cNvSpPr/>
      </dsp:nvSpPr>
      <dsp:spPr>
        <a:xfrm rot="17692822">
          <a:off x="4119180" y="1883336"/>
          <a:ext cx="14328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4328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99766" y="1860831"/>
        <a:ext cx="71640" cy="71640"/>
      </dsp:txXfrm>
    </dsp:sp>
    <dsp:sp modelId="{A13E5F5E-D0F0-FE4B-813E-72B21157E1AC}">
      <dsp:nvSpPr>
        <dsp:cNvPr id="0" name=""/>
        <dsp:cNvSpPr/>
      </dsp:nvSpPr>
      <dsp:spPr>
        <a:xfrm>
          <a:off x="5136997" y="869973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Admin Group</a:t>
          </a:r>
        </a:p>
      </dsp:txBody>
      <dsp:txXfrm>
        <a:off x="5159067" y="892043"/>
        <a:ext cx="1462910" cy="709385"/>
      </dsp:txXfrm>
    </dsp:sp>
    <dsp:sp modelId="{C96E3ED7-98C1-2043-B33F-5236E20830DA}">
      <dsp:nvSpPr>
        <dsp:cNvPr id="0" name=""/>
        <dsp:cNvSpPr/>
      </dsp:nvSpPr>
      <dsp:spPr>
        <a:xfrm rot="18289469">
          <a:off x="6417653" y="800143"/>
          <a:ext cx="10556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5607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9067" y="787068"/>
        <a:ext cx="52780" cy="52780"/>
      </dsp:txXfrm>
    </dsp:sp>
    <dsp:sp modelId="{0612AEED-E8FA-9C4F-A803-03B9CF47801A}">
      <dsp:nvSpPr>
        <dsp:cNvPr id="0" name=""/>
        <dsp:cNvSpPr/>
      </dsp:nvSpPr>
      <dsp:spPr>
        <a:xfrm>
          <a:off x="7246867" y="3419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IT Admin</a:t>
          </a:r>
        </a:p>
      </dsp:txBody>
      <dsp:txXfrm>
        <a:off x="7268937" y="25489"/>
        <a:ext cx="1462910" cy="709385"/>
      </dsp:txXfrm>
    </dsp:sp>
    <dsp:sp modelId="{676B9186-D899-9E46-AE45-1859A6859616}">
      <dsp:nvSpPr>
        <dsp:cNvPr id="0" name=""/>
        <dsp:cNvSpPr/>
      </dsp:nvSpPr>
      <dsp:spPr>
        <a:xfrm>
          <a:off x="8753917" y="366866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365111"/>
        <a:ext cx="30141" cy="30141"/>
      </dsp:txXfrm>
    </dsp:sp>
    <dsp:sp modelId="{51F0CADE-4629-6748-84FB-DAB8A878FB26}">
      <dsp:nvSpPr>
        <dsp:cNvPr id="0" name=""/>
        <dsp:cNvSpPr/>
      </dsp:nvSpPr>
      <dsp:spPr>
        <a:xfrm>
          <a:off x="9356738" y="3419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0" i="0" u="none" strike="noStrike" kern="1200" dirty="0">
              <a:solidFill>
                <a:srgbClr val="ECECEC"/>
              </a:solidFill>
              <a:effectLst/>
              <a:latin typeface="Söhne"/>
            </a:rPr>
            <a:t>Full access to IT systems and infrastructure.</a:t>
          </a:r>
          <a:endParaRPr lang="en-US" sz="1000" kern="1200" dirty="0"/>
        </a:p>
      </dsp:txBody>
      <dsp:txXfrm>
        <a:off x="9378808" y="25489"/>
        <a:ext cx="1462910" cy="709385"/>
      </dsp:txXfrm>
    </dsp:sp>
    <dsp:sp modelId="{6F0BAEE7-8BC4-3847-A7A4-B9E83FE554D8}">
      <dsp:nvSpPr>
        <dsp:cNvPr id="0" name=""/>
        <dsp:cNvSpPr/>
      </dsp:nvSpPr>
      <dsp:spPr>
        <a:xfrm>
          <a:off x="6644047" y="1233420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0386" y="1231665"/>
        <a:ext cx="30141" cy="30141"/>
      </dsp:txXfrm>
    </dsp:sp>
    <dsp:sp modelId="{5DDFE812-7F00-014B-B430-32AC3A03E0A2}">
      <dsp:nvSpPr>
        <dsp:cNvPr id="0" name=""/>
        <dsp:cNvSpPr/>
      </dsp:nvSpPr>
      <dsp:spPr>
        <a:xfrm>
          <a:off x="7246867" y="869973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HR Admin</a:t>
          </a:r>
        </a:p>
      </dsp:txBody>
      <dsp:txXfrm>
        <a:off x="7268937" y="892043"/>
        <a:ext cx="1462910" cy="709385"/>
      </dsp:txXfrm>
    </dsp:sp>
    <dsp:sp modelId="{9C0833A8-1FA7-A746-8401-8DC29249AB1D}">
      <dsp:nvSpPr>
        <dsp:cNvPr id="0" name=""/>
        <dsp:cNvSpPr/>
      </dsp:nvSpPr>
      <dsp:spPr>
        <a:xfrm>
          <a:off x="8753917" y="1233420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1231665"/>
        <a:ext cx="30141" cy="30141"/>
      </dsp:txXfrm>
    </dsp:sp>
    <dsp:sp modelId="{DBA429A6-31DC-6D45-A216-93EFEF592FAD}">
      <dsp:nvSpPr>
        <dsp:cNvPr id="0" name=""/>
        <dsp:cNvSpPr/>
      </dsp:nvSpPr>
      <dsp:spPr>
        <a:xfrm>
          <a:off x="9356738" y="869973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u="none" strike="noStrike" kern="1200" dirty="0">
              <a:solidFill>
                <a:srgbClr val="ECECEC"/>
              </a:solidFill>
              <a:effectLst/>
              <a:latin typeface="Söhne"/>
            </a:rPr>
            <a:t>Access to human resources systems and employee data.</a:t>
          </a:r>
          <a:endParaRPr lang="en-US" sz="1000" kern="1200" dirty="0"/>
        </a:p>
      </dsp:txBody>
      <dsp:txXfrm>
        <a:off x="9378808" y="892043"/>
        <a:ext cx="1462910" cy="709385"/>
      </dsp:txXfrm>
    </dsp:sp>
    <dsp:sp modelId="{4EAD9D06-A986-7C4F-848E-10791D83426F}">
      <dsp:nvSpPr>
        <dsp:cNvPr id="0" name=""/>
        <dsp:cNvSpPr/>
      </dsp:nvSpPr>
      <dsp:spPr>
        <a:xfrm rot="3310531">
          <a:off x="6417653" y="1666697"/>
          <a:ext cx="10556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5607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9067" y="1653622"/>
        <a:ext cx="52780" cy="52780"/>
      </dsp:txXfrm>
    </dsp:sp>
    <dsp:sp modelId="{B28840E0-53B7-6944-BB3C-CDFA5DF36BE2}">
      <dsp:nvSpPr>
        <dsp:cNvPr id="0" name=""/>
        <dsp:cNvSpPr/>
      </dsp:nvSpPr>
      <dsp:spPr>
        <a:xfrm>
          <a:off x="7246867" y="1736527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Finance Admin</a:t>
          </a:r>
        </a:p>
      </dsp:txBody>
      <dsp:txXfrm>
        <a:off x="7268937" y="1758597"/>
        <a:ext cx="1462910" cy="709385"/>
      </dsp:txXfrm>
    </dsp:sp>
    <dsp:sp modelId="{9AD0641D-44CC-F446-86B3-2496BB19B067}">
      <dsp:nvSpPr>
        <dsp:cNvPr id="0" name=""/>
        <dsp:cNvSpPr/>
      </dsp:nvSpPr>
      <dsp:spPr>
        <a:xfrm>
          <a:off x="8753917" y="2099974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2098219"/>
        <a:ext cx="30141" cy="30141"/>
      </dsp:txXfrm>
    </dsp:sp>
    <dsp:sp modelId="{AAC1FE0A-B73A-4E45-B50C-E247B6B64F45}">
      <dsp:nvSpPr>
        <dsp:cNvPr id="0" name=""/>
        <dsp:cNvSpPr/>
      </dsp:nvSpPr>
      <dsp:spPr>
        <a:xfrm>
          <a:off x="9356738" y="1736527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0" i="0" u="none" strike="noStrike" kern="1200">
              <a:solidFill>
                <a:srgbClr val="ECECEC"/>
              </a:solidFill>
              <a:effectLst/>
              <a:latin typeface="Söhne"/>
            </a:rPr>
            <a:t>Access to financial systems and data.</a:t>
          </a:r>
          <a:endParaRPr lang="en-US" sz="1000" kern="1200"/>
        </a:p>
      </dsp:txBody>
      <dsp:txXfrm>
        <a:off x="9378808" y="1758597"/>
        <a:ext cx="1462910" cy="709385"/>
      </dsp:txXfrm>
    </dsp:sp>
    <dsp:sp modelId="{FFD45C6E-FF16-5E42-A227-FE5A67F925A3}">
      <dsp:nvSpPr>
        <dsp:cNvPr id="0" name=""/>
        <dsp:cNvSpPr/>
      </dsp:nvSpPr>
      <dsp:spPr>
        <a:xfrm rot="3907178">
          <a:off x="4119180" y="3183167"/>
          <a:ext cx="1432812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432812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99766" y="3160662"/>
        <a:ext cx="71640" cy="71640"/>
      </dsp:txXfrm>
    </dsp:sp>
    <dsp:sp modelId="{148B3C2B-C090-5443-853A-B9ABCC4E76AD}">
      <dsp:nvSpPr>
        <dsp:cNvPr id="0" name=""/>
        <dsp:cNvSpPr/>
      </dsp:nvSpPr>
      <dsp:spPr>
        <a:xfrm>
          <a:off x="5136997" y="3469635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Employee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Group</a:t>
          </a:r>
        </a:p>
      </dsp:txBody>
      <dsp:txXfrm>
        <a:off x="5159067" y="3491705"/>
        <a:ext cx="1462910" cy="709385"/>
      </dsp:txXfrm>
    </dsp:sp>
    <dsp:sp modelId="{5C610907-69DA-EF49-B626-0EB477718588}">
      <dsp:nvSpPr>
        <dsp:cNvPr id="0" name=""/>
        <dsp:cNvSpPr/>
      </dsp:nvSpPr>
      <dsp:spPr>
        <a:xfrm rot="18289469">
          <a:off x="6417653" y="3399805"/>
          <a:ext cx="10556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5607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9067" y="3386730"/>
        <a:ext cx="52780" cy="52780"/>
      </dsp:txXfrm>
    </dsp:sp>
    <dsp:sp modelId="{4548E05F-7140-114E-AFED-7E4C1A56E0DF}">
      <dsp:nvSpPr>
        <dsp:cNvPr id="0" name=""/>
        <dsp:cNvSpPr/>
      </dsp:nvSpPr>
      <dsp:spPr>
        <a:xfrm>
          <a:off x="7246867" y="2603081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Sales</a:t>
          </a:r>
        </a:p>
      </dsp:txBody>
      <dsp:txXfrm>
        <a:off x="7268937" y="2625151"/>
        <a:ext cx="1462910" cy="709385"/>
      </dsp:txXfrm>
    </dsp:sp>
    <dsp:sp modelId="{B15FD15D-710D-A24E-A3EE-C3792146CE2C}">
      <dsp:nvSpPr>
        <dsp:cNvPr id="0" name=""/>
        <dsp:cNvSpPr/>
      </dsp:nvSpPr>
      <dsp:spPr>
        <a:xfrm>
          <a:off x="8753917" y="2966528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2964773"/>
        <a:ext cx="30141" cy="30141"/>
      </dsp:txXfrm>
    </dsp:sp>
    <dsp:sp modelId="{FFBD3894-2F1B-274A-B2E3-0A2C08D09656}">
      <dsp:nvSpPr>
        <dsp:cNvPr id="0" name=""/>
        <dsp:cNvSpPr/>
      </dsp:nvSpPr>
      <dsp:spPr>
        <a:xfrm>
          <a:off x="9356738" y="2603081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u="none" kern="1200" dirty="0"/>
            <a:t>Access to sales-related tools, customer data, and CRM systems</a:t>
          </a:r>
          <a:endParaRPr lang="en-US" sz="1000" kern="1200" dirty="0"/>
        </a:p>
      </dsp:txBody>
      <dsp:txXfrm>
        <a:off x="9378808" y="2625151"/>
        <a:ext cx="1462910" cy="709385"/>
      </dsp:txXfrm>
    </dsp:sp>
    <dsp:sp modelId="{F7B08B9E-8FA9-A645-A69A-1973ADCBEE26}">
      <dsp:nvSpPr>
        <dsp:cNvPr id="0" name=""/>
        <dsp:cNvSpPr/>
      </dsp:nvSpPr>
      <dsp:spPr>
        <a:xfrm>
          <a:off x="6644047" y="3833082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30386" y="3831327"/>
        <a:ext cx="30141" cy="30141"/>
      </dsp:txXfrm>
    </dsp:sp>
    <dsp:sp modelId="{9F8C2470-69FB-AF4D-A348-D3A482822485}">
      <dsp:nvSpPr>
        <dsp:cNvPr id="0" name=""/>
        <dsp:cNvSpPr/>
      </dsp:nvSpPr>
      <dsp:spPr>
        <a:xfrm>
          <a:off x="7246867" y="3469635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Marketing</a:t>
          </a:r>
        </a:p>
      </dsp:txBody>
      <dsp:txXfrm>
        <a:off x="7268937" y="3491705"/>
        <a:ext cx="1462910" cy="709385"/>
      </dsp:txXfrm>
    </dsp:sp>
    <dsp:sp modelId="{20733A67-FFB7-B949-8DD7-6159009F35F1}">
      <dsp:nvSpPr>
        <dsp:cNvPr id="0" name=""/>
        <dsp:cNvSpPr/>
      </dsp:nvSpPr>
      <dsp:spPr>
        <a:xfrm>
          <a:off x="8753917" y="3833082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3831327"/>
        <a:ext cx="30141" cy="30141"/>
      </dsp:txXfrm>
    </dsp:sp>
    <dsp:sp modelId="{036D58F0-727F-F845-AAA0-DF35FC67A66D}">
      <dsp:nvSpPr>
        <dsp:cNvPr id="0" name=""/>
        <dsp:cNvSpPr/>
      </dsp:nvSpPr>
      <dsp:spPr>
        <a:xfrm>
          <a:off x="9356738" y="3469635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u="none" kern="1200" dirty="0"/>
            <a:t>Access to marketing-related tools, advertising platforms, and marketing analytics.</a:t>
          </a:r>
          <a:endParaRPr lang="en-US" sz="1000" kern="1200" dirty="0"/>
        </a:p>
      </dsp:txBody>
      <dsp:txXfrm>
        <a:off x="9378808" y="3491705"/>
        <a:ext cx="1462910" cy="709385"/>
      </dsp:txXfrm>
    </dsp:sp>
    <dsp:sp modelId="{535C15CB-0D67-2143-957A-418D98B2A8D4}">
      <dsp:nvSpPr>
        <dsp:cNvPr id="0" name=""/>
        <dsp:cNvSpPr/>
      </dsp:nvSpPr>
      <dsp:spPr>
        <a:xfrm rot="3310531">
          <a:off x="6417653" y="4266359"/>
          <a:ext cx="1055607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55607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9067" y="4253284"/>
        <a:ext cx="52780" cy="52780"/>
      </dsp:txXfrm>
    </dsp:sp>
    <dsp:sp modelId="{558207EF-E8B9-F446-AE94-F30D1C6DB20C}">
      <dsp:nvSpPr>
        <dsp:cNvPr id="0" name=""/>
        <dsp:cNvSpPr/>
      </dsp:nvSpPr>
      <dsp:spPr>
        <a:xfrm>
          <a:off x="7246867" y="4336189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Operations</a:t>
          </a:r>
        </a:p>
      </dsp:txBody>
      <dsp:txXfrm>
        <a:off x="7268937" y="4358259"/>
        <a:ext cx="1462910" cy="709385"/>
      </dsp:txXfrm>
    </dsp:sp>
    <dsp:sp modelId="{CBF912EE-D54B-554B-82E3-A2D7D3049B06}">
      <dsp:nvSpPr>
        <dsp:cNvPr id="0" name=""/>
        <dsp:cNvSpPr/>
      </dsp:nvSpPr>
      <dsp:spPr>
        <a:xfrm>
          <a:off x="8753917" y="4699636"/>
          <a:ext cx="60282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02820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40257" y="4697881"/>
        <a:ext cx="30141" cy="30141"/>
      </dsp:txXfrm>
    </dsp:sp>
    <dsp:sp modelId="{20D58054-BBB4-F148-82BE-DF412ABDC436}">
      <dsp:nvSpPr>
        <dsp:cNvPr id="0" name=""/>
        <dsp:cNvSpPr/>
      </dsp:nvSpPr>
      <dsp:spPr>
        <a:xfrm>
          <a:off x="9356738" y="4336189"/>
          <a:ext cx="1507050" cy="753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u="none" kern="1200"/>
            <a:t>Access to operations-related systems, inventory databases, and logistics platforms.</a:t>
          </a:r>
          <a:endParaRPr lang="en-US" sz="1000" kern="1200"/>
        </a:p>
      </dsp:txBody>
      <dsp:txXfrm>
        <a:off x="9378808" y="4358259"/>
        <a:ext cx="1462910" cy="7093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7AEF7-61E6-F641-A55D-362A99CC7111}">
      <dsp:nvSpPr>
        <dsp:cNvPr id="0" name=""/>
        <dsp:cNvSpPr/>
      </dsp:nvSpPr>
      <dsp:spPr>
        <a:xfrm rot="5400000">
          <a:off x="6017210" y="-2491087"/>
          <a:ext cx="867477" cy="60714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Vulnerabilities</a:t>
          </a:r>
          <a:r>
            <a:rPr lang="en-US" sz="900" b="0" i="0" kern="1200"/>
            <a:t>: Phishing attacks, social engineering, insider threats, weak password practices.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Mitigation</a:t>
          </a:r>
          <a:r>
            <a:rPr lang="en-US" sz="900" b="0" i="0" kern="1200"/>
            <a:t>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Regular cybersecurity awareness training.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Implementation of multi-factor authentication (MFA).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Strong password policies and access controls.</a:t>
          </a:r>
          <a:endParaRPr lang="en-US" sz="900" kern="1200"/>
        </a:p>
      </dsp:txBody>
      <dsp:txXfrm rot="-5400000">
        <a:off x="3415209" y="153261"/>
        <a:ext cx="6029134" cy="782783"/>
      </dsp:txXfrm>
    </dsp:sp>
    <dsp:sp modelId="{CB70471F-4486-EE49-988A-420BB713EF3A}">
      <dsp:nvSpPr>
        <dsp:cNvPr id="0" name=""/>
        <dsp:cNvSpPr/>
      </dsp:nvSpPr>
      <dsp:spPr>
        <a:xfrm>
          <a:off x="0" y="2480"/>
          <a:ext cx="3415208" cy="1084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Employees</a:t>
          </a:r>
          <a:r>
            <a:rPr lang="en-US" sz="2400" b="0" i="0" kern="1200"/>
            <a:t>:</a:t>
          </a:r>
          <a:endParaRPr lang="en-US" sz="2400" kern="1200"/>
        </a:p>
      </dsp:txBody>
      <dsp:txXfrm>
        <a:off x="52933" y="55413"/>
        <a:ext cx="3309342" cy="978480"/>
      </dsp:txXfrm>
    </dsp:sp>
    <dsp:sp modelId="{9CBCFE4A-9682-F641-A5AB-246A96364250}">
      <dsp:nvSpPr>
        <dsp:cNvPr id="0" name=""/>
        <dsp:cNvSpPr/>
      </dsp:nvSpPr>
      <dsp:spPr>
        <a:xfrm rot="5400000">
          <a:off x="6017210" y="-1352523"/>
          <a:ext cx="867477" cy="60714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Vulnerabilities</a:t>
          </a:r>
          <a:r>
            <a:rPr lang="en-US" sz="900" b="0" i="0" kern="1200"/>
            <a:t>: Product tampering, counterfeiting, supply chain attacks.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Mitigation</a:t>
          </a:r>
          <a:r>
            <a:rPr lang="en-US" sz="900" b="0" i="0" kern="1200"/>
            <a:t>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Rigorous supply chain management practices.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Tamper-evident packaging and tracking mechanisms.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Audits and inspections along the supply chain.</a:t>
          </a:r>
          <a:endParaRPr lang="en-US" sz="900" kern="1200"/>
        </a:p>
      </dsp:txBody>
      <dsp:txXfrm rot="-5400000">
        <a:off x="3415209" y="1291825"/>
        <a:ext cx="6029134" cy="782783"/>
      </dsp:txXfrm>
    </dsp:sp>
    <dsp:sp modelId="{FD7F71D4-8994-4E45-AA78-D06221847BF7}">
      <dsp:nvSpPr>
        <dsp:cNvPr id="0" name=""/>
        <dsp:cNvSpPr/>
      </dsp:nvSpPr>
      <dsp:spPr>
        <a:xfrm>
          <a:off x="0" y="1141043"/>
          <a:ext cx="3415208" cy="1084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Products (Beverages &amp; Snacks)</a:t>
          </a:r>
          <a:r>
            <a:rPr lang="en-US" sz="2400" b="0" i="0" kern="1200"/>
            <a:t>:</a:t>
          </a:r>
          <a:endParaRPr lang="en-US" sz="2400" kern="1200"/>
        </a:p>
      </dsp:txBody>
      <dsp:txXfrm>
        <a:off x="52933" y="1193976"/>
        <a:ext cx="3309342" cy="978480"/>
      </dsp:txXfrm>
    </dsp:sp>
    <dsp:sp modelId="{C5425521-0B5F-3C4A-B096-A40DDED7FAFA}">
      <dsp:nvSpPr>
        <dsp:cNvPr id="0" name=""/>
        <dsp:cNvSpPr/>
      </dsp:nvSpPr>
      <dsp:spPr>
        <a:xfrm rot="5400000">
          <a:off x="6017210" y="-213959"/>
          <a:ext cx="867477" cy="60714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Vulnerabilities</a:t>
          </a:r>
          <a:r>
            <a:rPr lang="en-US" sz="900" b="0" i="0" kern="1200"/>
            <a:t>: Third-party breaches, data leaks, supply chain disruptions.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Mitigation</a:t>
          </a:r>
          <a:r>
            <a:rPr lang="en-US" sz="900" b="0" i="0" kern="1200"/>
            <a:t>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Thorough risk assessments of supply chain partners.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Encryption and access controls for sensitive data.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Incident response plans for disruptions and breaches.</a:t>
          </a:r>
          <a:endParaRPr lang="en-US" sz="900" kern="1200"/>
        </a:p>
      </dsp:txBody>
      <dsp:txXfrm rot="-5400000">
        <a:off x="3415209" y="2430389"/>
        <a:ext cx="6029134" cy="782783"/>
      </dsp:txXfrm>
    </dsp:sp>
    <dsp:sp modelId="{D7EA8935-0567-6646-8CF9-8D9280E2F466}">
      <dsp:nvSpPr>
        <dsp:cNvPr id="0" name=""/>
        <dsp:cNvSpPr/>
      </dsp:nvSpPr>
      <dsp:spPr>
        <a:xfrm>
          <a:off x="0" y="2279607"/>
          <a:ext cx="3415208" cy="1084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Supply Chain Information</a:t>
          </a:r>
          <a:r>
            <a:rPr lang="en-US" sz="2400" b="0" i="0" kern="1200"/>
            <a:t>:</a:t>
          </a:r>
          <a:endParaRPr lang="en-US" sz="2400" kern="1200"/>
        </a:p>
      </dsp:txBody>
      <dsp:txXfrm>
        <a:off x="52933" y="2332540"/>
        <a:ext cx="3309342" cy="978480"/>
      </dsp:txXfrm>
    </dsp:sp>
    <dsp:sp modelId="{E85E3868-1005-6547-8827-40145157AD5E}">
      <dsp:nvSpPr>
        <dsp:cNvPr id="0" name=""/>
        <dsp:cNvSpPr/>
      </dsp:nvSpPr>
      <dsp:spPr>
        <a:xfrm rot="5400000">
          <a:off x="6017210" y="924604"/>
          <a:ext cx="867477" cy="60714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Vulnerabilities</a:t>
          </a:r>
          <a:r>
            <a:rPr lang="en-US" sz="900" b="0" i="0" kern="1200"/>
            <a:t>: Data breaches, unauthorized access, data loss.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Mitigation</a:t>
          </a:r>
          <a:r>
            <a:rPr lang="en-US" sz="900" b="0" i="0" kern="1200"/>
            <a:t>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Encryption of customer data and access controls.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Monitoring and auditing of access to customer databases.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Compliance with data protection regulations.</a:t>
          </a:r>
          <a:endParaRPr lang="en-US" sz="900" kern="1200"/>
        </a:p>
      </dsp:txBody>
      <dsp:txXfrm rot="-5400000">
        <a:off x="3415209" y="3568953"/>
        <a:ext cx="6029134" cy="782783"/>
      </dsp:txXfrm>
    </dsp:sp>
    <dsp:sp modelId="{F95B721B-086E-A048-9A02-8653F84AACBB}">
      <dsp:nvSpPr>
        <dsp:cNvPr id="0" name=""/>
        <dsp:cNvSpPr/>
      </dsp:nvSpPr>
      <dsp:spPr>
        <a:xfrm>
          <a:off x="0" y="3418171"/>
          <a:ext cx="3415208" cy="1084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Customer Data</a:t>
          </a:r>
          <a:r>
            <a:rPr lang="en-US" sz="2400" b="0" i="0" kern="1200"/>
            <a:t>:</a:t>
          </a:r>
          <a:endParaRPr lang="en-US" sz="2400" kern="1200"/>
        </a:p>
      </dsp:txBody>
      <dsp:txXfrm>
        <a:off x="52933" y="3471104"/>
        <a:ext cx="3309342" cy="978480"/>
      </dsp:txXfrm>
    </dsp:sp>
    <dsp:sp modelId="{83B96861-1B93-2648-B3CE-0A4504B40890}">
      <dsp:nvSpPr>
        <dsp:cNvPr id="0" name=""/>
        <dsp:cNvSpPr/>
      </dsp:nvSpPr>
      <dsp:spPr>
        <a:xfrm rot="5400000">
          <a:off x="6017210" y="2063167"/>
          <a:ext cx="867477" cy="607148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Vulnerabilities</a:t>
          </a:r>
          <a:r>
            <a:rPr lang="en-US" sz="900" b="0" i="0" kern="1200"/>
            <a:t>: Intellectual property theft, unauthorized access.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i="0" kern="1200"/>
            <a:t>Mitigation</a:t>
          </a:r>
          <a:r>
            <a:rPr lang="en-US" sz="900" b="0" i="0" kern="1200"/>
            <a:t>: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Secure storage and encryption of sensitive information.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Access controls and authentication mechanisms.</a:t>
          </a:r>
          <a:endParaRPr lang="en-US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0" i="0" kern="1200"/>
            <a:t>Monitoring and logging of access to protect against unauthorized access.</a:t>
          </a:r>
          <a:endParaRPr lang="en-US" sz="900" kern="1200"/>
        </a:p>
      </dsp:txBody>
      <dsp:txXfrm rot="-5400000">
        <a:off x="3415209" y="4707516"/>
        <a:ext cx="6029134" cy="782783"/>
      </dsp:txXfrm>
    </dsp:sp>
    <dsp:sp modelId="{483055F2-95EE-044D-A17C-35D111DD0AE8}">
      <dsp:nvSpPr>
        <dsp:cNvPr id="0" name=""/>
        <dsp:cNvSpPr/>
      </dsp:nvSpPr>
      <dsp:spPr>
        <a:xfrm>
          <a:off x="0" y="4556735"/>
          <a:ext cx="3415208" cy="1084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Recipes &amp; Marketing Strategies</a:t>
          </a:r>
          <a:r>
            <a:rPr lang="en-US" sz="2400" b="0" i="0" kern="1200"/>
            <a:t>:</a:t>
          </a:r>
          <a:endParaRPr lang="en-US" sz="2400" kern="1200"/>
        </a:p>
      </dsp:txBody>
      <dsp:txXfrm>
        <a:off x="52933" y="4609668"/>
        <a:ext cx="3309342" cy="97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7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1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5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7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6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1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9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7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0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8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14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6" r:id="rId6"/>
    <p:sldLayoutId id="2147483691" r:id="rId7"/>
    <p:sldLayoutId id="2147483692" r:id="rId8"/>
    <p:sldLayoutId id="2147483693" r:id="rId9"/>
    <p:sldLayoutId id="2147483695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281148B8-58D0-4E9A-A32C-B3B181A3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81EC1EF6-A5BF-44DB-A672-D024091B3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5"/>
            <a:ext cx="5106593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45E02CBB-287D-4A17-B2F3-56AD2C058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2769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30775-359D-CF56-3D1C-5DBE12A9E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9905" y="1247140"/>
            <a:ext cx="5553005" cy="3450844"/>
          </a:xfrm>
        </p:spPr>
        <p:txBody>
          <a:bodyPr>
            <a:normAutofit/>
          </a:bodyPr>
          <a:lstStyle/>
          <a:p>
            <a:r>
              <a:rPr lang="en-US" dirty="0"/>
              <a:t>PEPSICO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6A3-CDDC-2A8F-2AF8-75BC396F5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9905" y="4818126"/>
            <a:ext cx="5553005" cy="12689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Ameen Rufai, Tyree Black, Saniya Isaac, </a:t>
            </a:r>
            <a:r>
              <a:rPr lang="en-US" dirty="0" err="1"/>
              <a:t>Antonette</a:t>
            </a:r>
            <a:r>
              <a:rPr lang="en-US" dirty="0"/>
              <a:t> Simms, Hamza Amadu</a:t>
            </a:r>
          </a:p>
        </p:txBody>
      </p:sp>
      <p:pic>
        <p:nvPicPr>
          <p:cNvPr id="1026" name="Picture 2" descr="A logo of a pepsi company&#10;&#10;Description automatically generated">
            <a:extLst>
              <a:ext uri="{FF2B5EF4-FFF2-40B4-BE49-F238E27FC236}">
                <a16:creationId xmlns:a16="http://schemas.microsoft.com/office/drawing/2014/main" id="{879D6956-3C36-597E-95F6-E3E46326B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" r="-1" b="5958"/>
          <a:stretch/>
        </p:blipFill>
        <p:spPr bwMode="auto">
          <a:xfrm>
            <a:off x="713698" y="3152047"/>
            <a:ext cx="3691252" cy="187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American Typewriter" panose="02090604020004020304" pitchFamily="18" charset="77"/>
              </a:rPr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74BE-7D9F-D937-20F8-BD7913C7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Founded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PepsiCo was founded in 1965 through the merger of Pepsi-Cola and Frito-Lay.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Headquarters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Purchase, New York, United States.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Industry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Food and Beverage.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Products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PepsiCo produces a wide range of beverages, including soft drinks (e.g., Pepsi, Mountain Dew) and non-carbonated beverages (e.g., Gatorade, Tropicana), as well as snacks and food items (e.g., Lay's chips, Quaker Oats).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Global Reach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PepsiCo operates in over 200 countries and territories worldwide.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Revenue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As of the last update, PepsiCo's annual revenue is in the tens of billions of dollars, making it one of the largest food and beverage companies globally.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Employees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PepsiCo employs tens of thousands of people worldwide, across various functions including manufacturing, distribution, marketing, and research and development.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Commitment to Sustainability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: PepsiCo has made commitments to sustainability, including goals to reduce its environmental impact, improve water efficiency, and promote healthier product options.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77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BA522-C9E6-E182-6098-6F2443C5AF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775996"/>
              </p:ext>
            </p:extLst>
          </p:nvPr>
        </p:nvGraphicFramePr>
        <p:xfrm>
          <a:off x="1117600" y="900114"/>
          <a:ext cx="10941050" cy="5772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36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14" y="79779"/>
            <a:ext cx="9486690" cy="1550419"/>
          </a:xfrm>
        </p:spPr>
        <p:txBody>
          <a:bodyPr/>
          <a:lstStyle/>
          <a:p>
            <a:r>
              <a:rPr lang="en-US" dirty="0"/>
              <a:t>Network Diagram</a:t>
            </a:r>
          </a:p>
        </p:txBody>
      </p:sp>
      <p:pic>
        <p:nvPicPr>
          <p:cNvPr id="6" name="Content Placeholder 5" descr="A computer screen shot of a network">
            <a:extLst>
              <a:ext uri="{FF2B5EF4-FFF2-40B4-BE49-F238E27FC236}">
                <a16:creationId xmlns:a16="http://schemas.microsoft.com/office/drawing/2014/main" id="{CF2AE328-94EA-9300-7D7B-589147B67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142999"/>
            <a:ext cx="12192000" cy="5791201"/>
          </a:xfrm>
        </p:spPr>
      </p:pic>
    </p:spTree>
    <p:extLst>
      <p:ext uri="{BB962C8B-B14F-4D97-AF65-F5344CB8AC3E}">
        <p14:creationId xmlns:p14="http://schemas.microsoft.com/office/powerpoint/2010/main" val="253717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236" y="85725"/>
            <a:ext cx="10941485" cy="1550419"/>
          </a:xfrm>
        </p:spPr>
        <p:txBody>
          <a:bodyPr>
            <a:normAutofit/>
          </a:bodyPr>
          <a:lstStyle/>
          <a:p>
            <a:r>
              <a:rPr lang="en-US" sz="4000" dirty="0"/>
              <a:t>Access Control Management &amp; Controls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9940F6-8509-AAAA-9873-10AA24712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838180"/>
              </p:ext>
            </p:extLst>
          </p:nvPr>
        </p:nvGraphicFramePr>
        <p:xfrm>
          <a:off x="-846428" y="1679141"/>
          <a:ext cx="13890915" cy="509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5FD7849-8C4D-E0FB-7E0A-A55B28E0CAF7}"/>
              </a:ext>
            </a:extLst>
          </p:cNvPr>
          <p:cNvSpPr txBox="1"/>
          <p:nvPr/>
        </p:nvSpPr>
        <p:spPr>
          <a:xfrm>
            <a:off x="10529888" y="15001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Assessment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765D49-3295-3FB1-84DC-052310C1F9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87710" y="1214438"/>
          <a:ext cx="9486690" cy="564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367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Vulnerabilities and Protection of Marketing Strategies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40D2B-F9F2-62D8-5B34-B59E65C1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algn="l"/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vulnerabilities: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Social Engineering Attacks: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Phishing emails targeting social media managers.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Spear phishing exploiting knowledge of marketing strategies.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Unauthorized Access: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Weak or reused passwords for social media accounts.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Lack of two-factor authentication.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Data Breaches: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Insecure storage leading to potential leaks.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Unauthorized access to customer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Malware Infections: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Clicking on malicious links or attachments.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Malvertising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campaigns targeting social media users.</a:t>
            </a:r>
          </a:p>
          <a:p>
            <a:pPr algn="l"/>
            <a:r>
              <a:rPr lang="en-US" b="1" i="0" u="none" strike="noStrike" dirty="0">
                <a:solidFill>
                  <a:srgbClr val="ECECEC"/>
                </a:solidFill>
                <a:effectLst/>
                <a:latin typeface="Söhne"/>
              </a:rPr>
              <a:t>Protection Measures:</a:t>
            </a:r>
            <a:endParaRPr lang="en-US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Employee Training: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Regular cybersecurity awareness sessions.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Strong Authentication: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 two-factor authentication (2FA).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Access Control: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Role-based access control (RBAC) for document access.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Encryption: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Encrypt sensitive marketing data at rest and in transit.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Endpoint Security: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Deploy endpoint protection solutions.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Incident Response Plan: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Develop and test a specific incident response plan.</a:t>
            </a:r>
          </a:p>
          <a:p>
            <a:pPr algn="l"/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By implementing these measures, PepsiCo can secure its marketing strategies and mitigate potential risks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26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NIST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40D2B-F9F2-62D8-5B34-B59E65C1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349944"/>
            <a:ext cx="9486690" cy="392615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Purpose of NIST Framework: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Structured approach to managing cybersecurity risk.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Helps identify, protect, detect, respond to, and recover from cyber threats.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Importance in PepsiCo's Network Security: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Ensures alignment with industry best practices and regulatory compliance standards.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Facilitates implementation of effective security measures to safeguard PepsiCo's network infrastructure.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081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framework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40D2B-F9F2-62D8-5B34-B59E65C1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465924"/>
            <a:ext cx="9486690" cy="5392076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Identify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Subcategories: ID.AM-1, ID.AM-5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CECEC"/>
                </a:solidFill>
                <a:latin typeface="Söhne"/>
              </a:rPr>
              <a:t>Taking our assets into consideration.</a:t>
            </a:r>
            <a:endParaRPr lang="en-US" sz="1600" b="0" i="0" u="none" strike="noStrike" dirty="0">
              <a:solidFill>
                <a:srgbClr val="ECECEC"/>
              </a:solidFill>
              <a:effectLst/>
              <a:latin typeface="Söhn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Utilize network scanning tools to identify and catalog network assets.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Protect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Subcategories: PR-AC-1, PR-AC-2, PR-AC-3, PR.AC-4, PR.AC-5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Configure access control lists (ACLs) on routers and firewalls to protect network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Respond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Subcategories: RS.RP-1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Develop incident response plans and conduct tabletop exercises to simulate cybersecurity incidents.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Recover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Subcategories: RC.IM-1, RC.IM-2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Regularly backup critical network data and establish procedures for restoring services after an incident.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1414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framework Overview Cont.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40D2B-F9F2-62D8-5B34-B59E65C1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704654"/>
            <a:ext cx="9486690" cy="4697984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DE.CM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Objectives: Describe cyber defense tools, methods, and components.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Deploy intrusion detection systems (IDS) and intrusion prevention systems (IPS) to detect and mitigate network attacks.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DE.AE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Goals: Properly respond to system compromises and security incidents.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Conduct forensic analysis using packet capture tools to investigate security breaches.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CSP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Purpose: Define the principles of cybersecurity.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Enforce the principle of least privilege by configuring user access levels on network devices.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BCO Function: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Significance: Understand the interaction between security, system usability, and business objectives.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ECECEC"/>
                </a:solidFill>
                <a:effectLst/>
                <a:latin typeface="Söhne"/>
              </a:rPr>
              <a:t>Implementation: Conduct security awareness training for PepsiCo employees to educate them on cybersecurity best practices.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382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40D2B-F9F2-62D8-5B34-B59E65C1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Recap of NIST Framework Functions and Implementations: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Identify, Protect, Detect, Respond, Recover.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Importance for PepsiCo's Network Security: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Ensures comprehensive risk management and resilience against cyber threats.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Takeaways: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NIST Framework provides a systematic approach to cybersecurity, essential for maintaining the integrity and availability of PepsiCo's network infrastructure.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1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0E75-1171-1DB2-E400-EE7923DD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574BE-7D9F-D937-20F8-BD7913C7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About PepsiCo. (n.d.). 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PepsicoUpgrade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. https://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www.pepsico.com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/who-we-are/about-</a:t>
            </a:r>
            <a:r>
              <a:rPr lang="en-US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pepsico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Cybersecurity and Infrastructure Security Agency (CISA). "Phishing: Overview."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National Institute of Standards and Technology (NIST). "Multi-Factor Authentication."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Food and Drug Administration (FDA). "Food Defense."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United States Computer Emergency Readiness Team (US-CERT). "Supply Chain Risk Management."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General Data Protection Regulation (GDPR).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United States Patent and Trademark Office (USPTO). "Intellectual Property Basics."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5682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4864</TotalTime>
  <Words>1273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American Typewriter</vt:lpstr>
      <vt:lpstr>Arial</vt:lpstr>
      <vt:lpstr>Neue Haas Grotesk Text Pro</vt:lpstr>
      <vt:lpstr>Söhne</vt:lpstr>
      <vt:lpstr>InterweaveVTI</vt:lpstr>
      <vt:lpstr>PEPSICO</vt:lpstr>
      <vt:lpstr>Company Overview</vt:lpstr>
      <vt:lpstr>Network topology</vt:lpstr>
      <vt:lpstr>Network Diagram</vt:lpstr>
      <vt:lpstr>Access Control Management &amp; Controls </vt:lpstr>
      <vt:lpstr>Vulnerability Assessment</vt:lpstr>
      <vt:lpstr>Vulnerabilities and Protection of Marketing Strategies</vt:lpstr>
      <vt:lpstr>Introduction to NIST framework</vt:lpstr>
      <vt:lpstr>NIST framework Overview</vt:lpstr>
      <vt:lpstr>NIST framework Overview Cont.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PEPSICO</dc:title>
  <dc:creator>ameen rufai</dc:creator>
  <cp:lastModifiedBy>Tyree Black</cp:lastModifiedBy>
  <cp:revision>8</cp:revision>
  <dcterms:created xsi:type="dcterms:W3CDTF">2024-04-28T23:51:14Z</dcterms:created>
  <dcterms:modified xsi:type="dcterms:W3CDTF">2024-05-15T20:06:42Z</dcterms:modified>
</cp:coreProperties>
</file>